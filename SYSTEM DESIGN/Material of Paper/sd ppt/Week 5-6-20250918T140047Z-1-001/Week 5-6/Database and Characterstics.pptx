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9144000"/>
  <p:notesSz cx="6858000" cy="99472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2" roundtripDataSignature="AMtx7mgUvk+0ou22OzvjOEMivnd4+J6E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9736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97364"/>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724956"/>
            <a:ext cx="5486400" cy="4476274"/>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48185"/>
            <a:ext cx="2971800" cy="497364"/>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9448185"/>
            <a:ext cx="2971800" cy="497364"/>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g374521c8576_0_111:notes"/>
          <p:cNvSpPr/>
          <p:nvPr>
            <p:ph idx="2" type="sldImg"/>
          </p:nvPr>
        </p:nvSpPr>
        <p:spPr>
          <a:xfrm>
            <a:off x="1143332" y="746046"/>
            <a:ext cx="4571400" cy="3730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g374521c8576_0_111:notes"/>
          <p:cNvSpPr txBox="1"/>
          <p:nvPr>
            <p:ph idx="1" type="body"/>
          </p:nvPr>
        </p:nvSpPr>
        <p:spPr>
          <a:xfrm>
            <a:off x="685800" y="4724956"/>
            <a:ext cx="5486400" cy="4476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 name="Google Shape;45;g374521c8576_0_111:notes"/>
          <p:cNvSpPr txBox="1"/>
          <p:nvPr>
            <p:ph idx="12" type="sldNum"/>
          </p:nvPr>
        </p:nvSpPr>
        <p:spPr>
          <a:xfrm>
            <a:off x="3884613" y="9448185"/>
            <a:ext cx="2971800" cy="497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
        <p:nvSpPr>
          <p:cNvPr id="46" name="Google Shape;46;g374521c8576_0_111:notes"/>
          <p:cNvSpPr txBox="1"/>
          <p:nvPr>
            <p:ph idx="11" type="ftr"/>
          </p:nvPr>
        </p:nvSpPr>
        <p:spPr>
          <a:xfrm>
            <a:off x="0" y="9448185"/>
            <a:ext cx="2971800" cy="49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IN"/>
              <a:t>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1:notes"/>
          <p:cNvSpPr txBox="1"/>
          <p:nvPr>
            <p:ph idx="1" type="body"/>
          </p:nvPr>
        </p:nvSpPr>
        <p:spPr>
          <a:xfrm>
            <a:off x="685800" y="4724956"/>
            <a:ext cx="5486400" cy="4476274"/>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58" name="Google Shape;58;p1:notes"/>
          <p:cNvSpPr txBox="1"/>
          <p:nvPr>
            <p:ph idx="12" type="sldNum"/>
          </p:nvPr>
        </p:nvSpPr>
        <p:spPr>
          <a:xfrm>
            <a:off x="3884613" y="9448185"/>
            <a:ext cx="2971800" cy="497364"/>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74521c8576_0_33:notes"/>
          <p:cNvSpPr/>
          <p:nvPr>
            <p:ph idx="2" type="sldImg"/>
          </p:nvPr>
        </p:nvSpPr>
        <p:spPr>
          <a:xfrm>
            <a:off x="942975" y="746125"/>
            <a:ext cx="4972200" cy="3730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g374521c8576_0_33:notes"/>
          <p:cNvSpPr txBox="1"/>
          <p:nvPr>
            <p:ph idx="1" type="body"/>
          </p:nvPr>
        </p:nvSpPr>
        <p:spPr>
          <a:xfrm>
            <a:off x="685800" y="4724956"/>
            <a:ext cx="5486400" cy="4476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 name="Google Shape;65;g374521c8576_0_33:notes"/>
          <p:cNvSpPr txBox="1"/>
          <p:nvPr>
            <p:ph idx="12" type="sldNum"/>
          </p:nvPr>
        </p:nvSpPr>
        <p:spPr>
          <a:xfrm>
            <a:off x="3884613" y="9448185"/>
            <a:ext cx="2971800" cy="497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74521c8576_0_26:notes"/>
          <p:cNvSpPr/>
          <p:nvPr>
            <p:ph idx="2" type="sldImg"/>
          </p:nvPr>
        </p:nvSpPr>
        <p:spPr>
          <a:xfrm>
            <a:off x="942975" y="746125"/>
            <a:ext cx="4972200" cy="3730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g374521c8576_0_26:notes"/>
          <p:cNvSpPr txBox="1"/>
          <p:nvPr>
            <p:ph idx="1" type="body"/>
          </p:nvPr>
        </p:nvSpPr>
        <p:spPr>
          <a:xfrm>
            <a:off x="685800" y="4724956"/>
            <a:ext cx="5486400" cy="4476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 name="Google Shape;72;g374521c8576_0_26:notes"/>
          <p:cNvSpPr txBox="1"/>
          <p:nvPr>
            <p:ph idx="12" type="sldNum"/>
          </p:nvPr>
        </p:nvSpPr>
        <p:spPr>
          <a:xfrm>
            <a:off x="3884613" y="9448185"/>
            <a:ext cx="2971800" cy="497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74521c8576_0_88:notes"/>
          <p:cNvSpPr/>
          <p:nvPr>
            <p:ph idx="2" type="sldImg"/>
          </p:nvPr>
        </p:nvSpPr>
        <p:spPr>
          <a:xfrm>
            <a:off x="942975" y="746125"/>
            <a:ext cx="4972200" cy="3730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g374521c8576_0_88:notes"/>
          <p:cNvSpPr txBox="1"/>
          <p:nvPr>
            <p:ph idx="1" type="body"/>
          </p:nvPr>
        </p:nvSpPr>
        <p:spPr>
          <a:xfrm>
            <a:off x="685800" y="4724956"/>
            <a:ext cx="5486400" cy="4476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 name="Google Shape;80;g374521c8576_0_88:notes"/>
          <p:cNvSpPr txBox="1"/>
          <p:nvPr>
            <p:ph idx="12" type="sldNum"/>
          </p:nvPr>
        </p:nvSpPr>
        <p:spPr>
          <a:xfrm>
            <a:off x="3884613" y="9448185"/>
            <a:ext cx="2971800" cy="497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74521c8576_0_5:notes"/>
          <p:cNvSpPr/>
          <p:nvPr>
            <p:ph idx="2" type="sldImg"/>
          </p:nvPr>
        </p:nvSpPr>
        <p:spPr>
          <a:xfrm>
            <a:off x="942975" y="746125"/>
            <a:ext cx="4972200" cy="3730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g374521c8576_0_5:notes"/>
          <p:cNvSpPr txBox="1"/>
          <p:nvPr>
            <p:ph idx="1" type="body"/>
          </p:nvPr>
        </p:nvSpPr>
        <p:spPr>
          <a:xfrm>
            <a:off x="685800" y="4724956"/>
            <a:ext cx="5486400" cy="4476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 name="Google Shape;88;g374521c8576_0_5:notes"/>
          <p:cNvSpPr txBox="1"/>
          <p:nvPr>
            <p:ph idx="12" type="sldNum"/>
          </p:nvPr>
        </p:nvSpPr>
        <p:spPr>
          <a:xfrm>
            <a:off x="3884613" y="9448185"/>
            <a:ext cx="2971800" cy="497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74521c8576_0_12:notes"/>
          <p:cNvSpPr/>
          <p:nvPr>
            <p:ph idx="2" type="sldImg"/>
          </p:nvPr>
        </p:nvSpPr>
        <p:spPr>
          <a:xfrm>
            <a:off x="942975" y="746125"/>
            <a:ext cx="4972200" cy="3730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g374521c8576_0_12:notes"/>
          <p:cNvSpPr txBox="1"/>
          <p:nvPr>
            <p:ph idx="1" type="body"/>
          </p:nvPr>
        </p:nvSpPr>
        <p:spPr>
          <a:xfrm>
            <a:off x="685800" y="4724956"/>
            <a:ext cx="5486400" cy="4476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g374521c8576_0_12:notes"/>
          <p:cNvSpPr txBox="1"/>
          <p:nvPr>
            <p:ph idx="12" type="sldNum"/>
          </p:nvPr>
        </p:nvSpPr>
        <p:spPr>
          <a:xfrm>
            <a:off x="3884613" y="9448185"/>
            <a:ext cx="2971800" cy="497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74521c8576_0_20:notes"/>
          <p:cNvSpPr/>
          <p:nvPr>
            <p:ph idx="2" type="sldImg"/>
          </p:nvPr>
        </p:nvSpPr>
        <p:spPr>
          <a:xfrm>
            <a:off x="942975" y="746125"/>
            <a:ext cx="4972200" cy="3730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g374521c8576_0_20:notes"/>
          <p:cNvSpPr txBox="1"/>
          <p:nvPr>
            <p:ph idx="1" type="body"/>
          </p:nvPr>
        </p:nvSpPr>
        <p:spPr>
          <a:xfrm>
            <a:off x="685800" y="4724956"/>
            <a:ext cx="5486400" cy="4476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g374521c8576_0_20:notes"/>
          <p:cNvSpPr txBox="1"/>
          <p:nvPr>
            <p:ph idx="12" type="sldNum"/>
          </p:nvPr>
        </p:nvSpPr>
        <p:spPr>
          <a:xfrm>
            <a:off x="3884613" y="9448185"/>
            <a:ext cx="2971800" cy="497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74521c8576_0_42:notes"/>
          <p:cNvSpPr/>
          <p:nvPr>
            <p:ph idx="2" type="sldImg"/>
          </p:nvPr>
        </p:nvSpPr>
        <p:spPr>
          <a:xfrm>
            <a:off x="942975" y="746125"/>
            <a:ext cx="4972200" cy="3730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g374521c8576_0_42:notes"/>
          <p:cNvSpPr txBox="1"/>
          <p:nvPr>
            <p:ph idx="1" type="body"/>
          </p:nvPr>
        </p:nvSpPr>
        <p:spPr>
          <a:xfrm>
            <a:off x="685800" y="4724956"/>
            <a:ext cx="5486400" cy="4476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g374521c8576_0_42:notes"/>
          <p:cNvSpPr txBox="1"/>
          <p:nvPr>
            <p:ph idx="12" type="sldNum"/>
          </p:nvPr>
        </p:nvSpPr>
        <p:spPr>
          <a:xfrm>
            <a:off x="3884613" y="9448185"/>
            <a:ext cx="2971800" cy="497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74521c8576_0_104:notes"/>
          <p:cNvSpPr/>
          <p:nvPr>
            <p:ph idx="2" type="sldImg"/>
          </p:nvPr>
        </p:nvSpPr>
        <p:spPr>
          <a:xfrm>
            <a:off x="942975" y="746125"/>
            <a:ext cx="4972200" cy="3730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g374521c8576_0_104:notes"/>
          <p:cNvSpPr txBox="1"/>
          <p:nvPr>
            <p:ph idx="1" type="body"/>
          </p:nvPr>
        </p:nvSpPr>
        <p:spPr>
          <a:xfrm>
            <a:off x="685800" y="4724956"/>
            <a:ext cx="5486400" cy="4476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g374521c8576_0_104:notes"/>
          <p:cNvSpPr txBox="1"/>
          <p:nvPr>
            <p:ph idx="12" type="sldNum"/>
          </p:nvPr>
        </p:nvSpPr>
        <p:spPr>
          <a:xfrm>
            <a:off x="3884613" y="9448185"/>
            <a:ext cx="2971800" cy="497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74521c8576_0_63:notes"/>
          <p:cNvSpPr/>
          <p:nvPr>
            <p:ph idx="2" type="sldImg"/>
          </p:nvPr>
        </p:nvSpPr>
        <p:spPr>
          <a:xfrm>
            <a:off x="942975" y="746125"/>
            <a:ext cx="4972200" cy="3730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g374521c8576_0_63:notes"/>
          <p:cNvSpPr txBox="1"/>
          <p:nvPr>
            <p:ph idx="1" type="body"/>
          </p:nvPr>
        </p:nvSpPr>
        <p:spPr>
          <a:xfrm>
            <a:off x="685800" y="4724956"/>
            <a:ext cx="5486400" cy="4476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g374521c8576_0_63:notes"/>
          <p:cNvSpPr txBox="1"/>
          <p:nvPr>
            <p:ph idx="12" type="sldNum"/>
          </p:nvPr>
        </p:nvSpPr>
        <p:spPr>
          <a:xfrm>
            <a:off x="3884613" y="9448185"/>
            <a:ext cx="2971800" cy="497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74521c8576_0_69:notes"/>
          <p:cNvSpPr/>
          <p:nvPr>
            <p:ph idx="2" type="sldImg"/>
          </p:nvPr>
        </p:nvSpPr>
        <p:spPr>
          <a:xfrm>
            <a:off x="942975" y="746125"/>
            <a:ext cx="4972200" cy="3730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74521c8576_0_69:notes"/>
          <p:cNvSpPr txBox="1"/>
          <p:nvPr>
            <p:ph idx="1" type="body"/>
          </p:nvPr>
        </p:nvSpPr>
        <p:spPr>
          <a:xfrm>
            <a:off x="685800" y="4724956"/>
            <a:ext cx="5486400" cy="4476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g374521c8576_0_69:notes"/>
          <p:cNvSpPr txBox="1"/>
          <p:nvPr>
            <p:ph idx="12" type="sldNum"/>
          </p:nvPr>
        </p:nvSpPr>
        <p:spPr>
          <a:xfrm>
            <a:off x="3884613" y="9448185"/>
            <a:ext cx="2971800" cy="497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74521c8576_0_75:notes"/>
          <p:cNvSpPr/>
          <p:nvPr>
            <p:ph idx="2" type="sldImg"/>
          </p:nvPr>
        </p:nvSpPr>
        <p:spPr>
          <a:xfrm>
            <a:off x="942975" y="746125"/>
            <a:ext cx="4972200" cy="3730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g374521c8576_0_75:notes"/>
          <p:cNvSpPr txBox="1"/>
          <p:nvPr>
            <p:ph idx="1" type="body"/>
          </p:nvPr>
        </p:nvSpPr>
        <p:spPr>
          <a:xfrm>
            <a:off x="685800" y="4724956"/>
            <a:ext cx="5486400" cy="4476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g374521c8576_0_75:notes"/>
          <p:cNvSpPr txBox="1"/>
          <p:nvPr>
            <p:ph idx="12" type="sldNum"/>
          </p:nvPr>
        </p:nvSpPr>
        <p:spPr>
          <a:xfrm>
            <a:off x="3884613" y="9448185"/>
            <a:ext cx="2971800" cy="497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74521c8576_0_56:notes"/>
          <p:cNvSpPr/>
          <p:nvPr>
            <p:ph idx="2" type="sldImg"/>
          </p:nvPr>
        </p:nvSpPr>
        <p:spPr>
          <a:xfrm>
            <a:off x="942975" y="746125"/>
            <a:ext cx="4972200" cy="3730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g374521c8576_0_56:notes"/>
          <p:cNvSpPr txBox="1"/>
          <p:nvPr>
            <p:ph idx="1" type="body"/>
          </p:nvPr>
        </p:nvSpPr>
        <p:spPr>
          <a:xfrm>
            <a:off x="685800" y="4724956"/>
            <a:ext cx="5486400" cy="4476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g374521c8576_0_56:notes"/>
          <p:cNvSpPr txBox="1"/>
          <p:nvPr>
            <p:ph idx="12" type="sldNum"/>
          </p:nvPr>
        </p:nvSpPr>
        <p:spPr>
          <a:xfrm>
            <a:off x="3884613" y="9448185"/>
            <a:ext cx="2971800" cy="497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74521c8576_0_81:notes"/>
          <p:cNvSpPr/>
          <p:nvPr>
            <p:ph idx="2" type="sldImg"/>
          </p:nvPr>
        </p:nvSpPr>
        <p:spPr>
          <a:xfrm>
            <a:off x="942975" y="746125"/>
            <a:ext cx="4972200" cy="3730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g374521c8576_0_81:notes"/>
          <p:cNvSpPr txBox="1"/>
          <p:nvPr>
            <p:ph idx="1" type="body"/>
          </p:nvPr>
        </p:nvSpPr>
        <p:spPr>
          <a:xfrm>
            <a:off x="685800" y="4724956"/>
            <a:ext cx="5486400" cy="4476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g374521c8576_0_81:notes"/>
          <p:cNvSpPr txBox="1"/>
          <p:nvPr>
            <p:ph idx="12" type="sldNum"/>
          </p:nvPr>
        </p:nvSpPr>
        <p:spPr>
          <a:xfrm>
            <a:off x="3884613" y="9448185"/>
            <a:ext cx="2971800" cy="497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29:notes"/>
          <p:cNvSpPr txBox="1"/>
          <p:nvPr>
            <p:ph idx="1" type="body"/>
          </p:nvPr>
        </p:nvSpPr>
        <p:spPr>
          <a:xfrm>
            <a:off x="685800" y="4724956"/>
            <a:ext cx="5486400" cy="447627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59" name="Google Shape;159;p29:notes"/>
          <p:cNvSpPr/>
          <p:nvPr>
            <p:ph idx="2" type="sldImg"/>
          </p:nvPr>
        </p:nvSpPr>
        <p:spPr>
          <a:xfrm>
            <a:off x="942975" y="746125"/>
            <a:ext cx="4972050" cy="3730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 name="Shape 24"/>
        <p:cNvGrpSpPr/>
        <p:nvPr/>
      </p:nvGrpSpPr>
      <p:grpSpPr>
        <a:xfrm>
          <a:off x="0" y="0"/>
          <a:ext cx="0" cy="0"/>
          <a:chOff x="0" y="0"/>
          <a:chExt cx="0" cy="0"/>
        </a:xfrm>
      </p:grpSpPr>
      <p:sp>
        <p:nvSpPr>
          <p:cNvPr id="25" name="Google Shape;25;p31"/>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 name="Google Shape;26;p31"/>
          <p:cNvSpPr txBox="1"/>
          <p:nvPr>
            <p:ph idx="1" type="subTitle"/>
          </p:nvPr>
        </p:nvSpPr>
        <p:spPr>
          <a:xfrm>
            <a:off x="533400" y="1371600"/>
            <a:ext cx="8153400" cy="4724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7" name="Google Shape;27;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pic>
        <p:nvPicPr>
          <p:cNvPr descr="LOGO.gif" id="31" name="Google Shape;31;p32"/>
          <p:cNvPicPr preferRelativeResize="0"/>
          <p:nvPr/>
        </p:nvPicPr>
        <p:blipFill rotWithShape="1">
          <a:blip r:embed="rId2">
            <a:alphaModFix/>
          </a:blip>
          <a:srcRect b="10713" l="0" r="0" t="0"/>
          <a:stretch/>
        </p:blipFill>
        <p:spPr>
          <a:xfrm>
            <a:off x="6553200" y="228600"/>
            <a:ext cx="2057400" cy="635000"/>
          </a:xfrm>
          <a:prstGeom prst="rect">
            <a:avLst/>
          </a:prstGeom>
          <a:noFill/>
          <a:ln>
            <a:noFill/>
          </a:ln>
        </p:spPr>
      </p:pic>
      <p:grpSp>
        <p:nvGrpSpPr>
          <p:cNvPr id="32" name="Google Shape;32;p32"/>
          <p:cNvGrpSpPr/>
          <p:nvPr/>
        </p:nvGrpSpPr>
        <p:grpSpPr>
          <a:xfrm>
            <a:off x="6146800" y="0"/>
            <a:ext cx="2997200" cy="876300"/>
            <a:chOff x="6096000" y="3924300"/>
            <a:chExt cx="2997200" cy="876300"/>
          </a:xfrm>
        </p:grpSpPr>
        <p:sp>
          <p:nvSpPr>
            <p:cNvPr id="33" name="Google Shape;33;p32"/>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34" name="Google Shape;34;p32"/>
            <p:cNvPicPr preferRelativeResize="0"/>
            <p:nvPr/>
          </p:nvPicPr>
          <p:blipFill rotWithShape="1">
            <a:blip r:embed="rId2">
              <a:alphaModFix/>
            </a:blip>
            <a:srcRect b="10713" l="0" r="0" t="0"/>
            <a:stretch/>
          </p:blipFill>
          <p:spPr>
            <a:xfrm>
              <a:off x="6502400" y="4152900"/>
              <a:ext cx="2057400" cy="635000"/>
            </a:xfrm>
            <a:prstGeom prst="rect">
              <a:avLst/>
            </a:prstGeom>
            <a:noFill/>
            <a:ln>
              <a:noFill/>
            </a:ln>
          </p:spPr>
        </p:pic>
        <p:sp>
          <p:nvSpPr>
            <p:cNvPr id="35" name="Google Shape;35;p32"/>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logo.jpg" id="36" name="Google Shape;36;p32"/>
          <p:cNvPicPr preferRelativeResize="0"/>
          <p:nvPr/>
        </p:nvPicPr>
        <p:blipFill rotWithShape="1">
          <a:blip r:embed="rId3">
            <a:alphaModFix/>
          </a:blip>
          <a:srcRect b="0" l="0" r="0" t="0"/>
          <a:stretch/>
        </p:blipFill>
        <p:spPr>
          <a:xfrm>
            <a:off x="6553200" y="228600"/>
            <a:ext cx="1920875" cy="609600"/>
          </a:xfrm>
          <a:prstGeom prst="rect">
            <a:avLst/>
          </a:prstGeom>
          <a:noFill/>
          <a:ln>
            <a:noFill/>
          </a:ln>
        </p:spPr>
      </p:pic>
      <p:sp>
        <p:nvSpPr>
          <p:cNvPr id="37" name="Google Shape;37;p32"/>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8" name="Google Shape;38;p32"/>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9" name="Google Shape;39;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7.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0"/>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9pPr>
          </a:lstStyle>
          <a:p/>
        </p:txBody>
      </p:sp>
      <p:sp>
        <p:nvSpPr>
          <p:cNvPr id="11" name="Google Shape;11;p30"/>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
        <p:nvSpPr>
          <p:cNvPr id="15" name="Google Shape;15;p30"/>
          <p:cNvSpPr/>
          <p:nvPr/>
        </p:nvSpPr>
        <p:spPr>
          <a:xfrm>
            <a:off x="0" y="0"/>
            <a:ext cx="91440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 name="Google Shape;16;p30"/>
          <p:cNvSpPr/>
          <p:nvPr/>
        </p:nvSpPr>
        <p:spPr>
          <a:xfrm flipH="1" rot="10800000">
            <a:off x="0" y="6705600"/>
            <a:ext cx="9144000" cy="19811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17" name="Google Shape;17;p30"/>
          <p:cNvPicPr preferRelativeResize="0"/>
          <p:nvPr/>
        </p:nvPicPr>
        <p:blipFill rotWithShape="1">
          <a:blip r:embed="rId1">
            <a:alphaModFix/>
          </a:blip>
          <a:srcRect b="10713" l="0" r="0" t="0"/>
          <a:stretch/>
        </p:blipFill>
        <p:spPr>
          <a:xfrm>
            <a:off x="6553200" y="228600"/>
            <a:ext cx="2057400" cy="635000"/>
          </a:xfrm>
          <a:prstGeom prst="rect">
            <a:avLst/>
          </a:prstGeom>
          <a:noFill/>
          <a:ln>
            <a:noFill/>
          </a:ln>
        </p:spPr>
      </p:pic>
      <p:pic>
        <p:nvPicPr>
          <p:cNvPr descr="LOGO.gif" id="18" name="Google Shape;18;p30"/>
          <p:cNvPicPr preferRelativeResize="0"/>
          <p:nvPr/>
        </p:nvPicPr>
        <p:blipFill rotWithShape="1">
          <a:blip r:embed="rId1">
            <a:alphaModFix/>
          </a:blip>
          <a:srcRect b="10713" l="0" r="0" t="0"/>
          <a:stretch/>
        </p:blipFill>
        <p:spPr>
          <a:xfrm>
            <a:off x="6553200" y="228600"/>
            <a:ext cx="2057400" cy="635000"/>
          </a:xfrm>
          <a:prstGeom prst="rect">
            <a:avLst/>
          </a:prstGeom>
          <a:noFill/>
          <a:ln>
            <a:noFill/>
          </a:ln>
        </p:spPr>
      </p:pic>
      <p:grpSp>
        <p:nvGrpSpPr>
          <p:cNvPr id="19" name="Google Shape;19;p30"/>
          <p:cNvGrpSpPr/>
          <p:nvPr/>
        </p:nvGrpSpPr>
        <p:grpSpPr>
          <a:xfrm>
            <a:off x="6146800" y="0"/>
            <a:ext cx="2997200" cy="876300"/>
            <a:chOff x="6096000" y="3924300"/>
            <a:chExt cx="2997200" cy="876300"/>
          </a:xfrm>
        </p:grpSpPr>
        <p:sp>
          <p:nvSpPr>
            <p:cNvPr id="20" name="Google Shape;20;p30"/>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21" name="Google Shape;21;p30"/>
            <p:cNvPicPr preferRelativeResize="0"/>
            <p:nvPr/>
          </p:nvPicPr>
          <p:blipFill rotWithShape="1">
            <a:blip r:embed="rId1">
              <a:alphaModFix/>
            </a:blip>
            <a:srcRect b="10713" l="0" r="0" t="0"/>
            <a:stretch/>
          </p:blipFill>
          <p:spPr>
            <a:xfrm>
              <a:off x="6502400" y="4152900"/>
              <a:ext cx="2057400" cy="635000"/>
            </a:xfrm>
            <a:prstGeom prst="rect">
              <a:avLst/>
            </a:prstGeom>
            <a:noFill/>
            <a:ln>
              <a:noFill/>
            </a:ln>
          </p:spPr>
        </p:pic>
        <p:sp>
          <p:nvSpPr>
            <p:cNvPr id="22" name="Google Shape;22;p30"/>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logo.jpg" id="23" name="Google Shape;23;p30"/>
          <p:cNvPicPr preferRelativeResize="0"/>
          <p:nvPr/>
        </p:nvPicPr>
        <p:blipFill rotWithShape="1">
          <a:blip r:embed="rId2">
            <a:alphaModFix/>
          </a:blip>
          <a:srcRect b="0" l="0" r="0" t="0"/>
          <a:stretch/>
        </p:blipFill>
        <p:spPr>
          <a:xfrm>
            <a:off x="6553200" y="228600"/>
            <a:ext cx="1920875" cy="6096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g374521c8576_0_111"/>
          <p:cNvSpPr txBox="1"/>
          <p:nvPr/>
        </p:nvSpPr>
        <p:spPr>
          <a:xfrm>
            <a:off x="2053483" y="5812367"/>
            <a:ext cx="5093100" cy="432900"/>
          </a:xfrm>
          <a:prstGeom prst="rect">
            <a:avLst/>
          </a:prstGeom>
          <a:noFill/>
          <a:ln>
            <a:noFill/>
          </a:ln>
        </p:spPr>
        <p:txBody>
          <a:bodyPr anchorCtr="0" anchor="t" bIns="31475" lIns="62950" spcFirstLastPara="1" rIns="62950" wrap="square" tIns="31475">
            <a:spAutoFit/>
          </a:bodyPr>
          <a:lstStyle/>
          <a:p>
            <a:pPr indent="0" lvl="0" marL="0" marR="0" rtl="0" algn="ctr">
              <a:lnSpc>
                <a:spcPct val="100000"/>
              </a:lnSpc>
              <a:spcBef>
                <a:spcPts val="0"/>
              </a:spcBef>
              <a:spcAft>
                <a:spcPts val="0"/>
              </a:spcAft>
              <a:buNone/>
            </a:pPr>
            <a:r>
              <a:rPr b="1" i="0" lang="en-IN" sz="1200" u="none" cap="none" strike="noStrike">
                <a:solidFill>
                  <a:schemeClr val="dk1"/>
                </a:solidFill>
                <a:latin typeface="Times New Roman"/>
                <a:ea typeface="Times New Roman"/>
                <a:cs typeface="Times New Roman"/>
                <a:sym typeface="Times New Roman"/>
              </a:rPr>
              <a:t>Chitkara University Institute of Engineering and Technology,</a:t>
            </a:r>
            <a:br>
              <a:rPr b="0" i="0" lang="en-IN" sz="1200" u="none" cap="none" strike="noStrike">
                <a:solidFill>
                  <a:schemeClr val="dk1"/>
                </a:solidFill>
                <a:latin typeface="Times New Roman"/>
                <a:ea typeface="Times New Roman"/>
                <a:cs typeface="Times New Roman"/>
                <a:sym typeface="Times New Roman"/>
              </a:rPr>
            </a:br>
            <a:r>
              <a:rPr b="1" i="0" lang="en-IN" sz="1200" u="none" cap="none" strike="noStrike">
                <a:solidFill>
                  <a:schemeClr val="dk1"/>
                </a:solidFill>
                <a:latin typeface="Times New Roman"/>
                <a:ea typeface="Times New Roman"/>
                <a:cs typeface="Times New Roman"/>
                <a:sym typeface="Times New Roman"/>
              </a:rPr>
              <a:t>Chitkara University, Punjab, India</a:t>
            </a:r>
            <a:endParaRPr b="0" i="0" sz="1200" u="none" cap="none" strike="noStrike">
              <a:solidFill>
                <a:schemeClr val="dk1"/>
              </a:solidFill>
              <a:latin typeface="Times New Roman"/>
              <a:ea typeface="Times New Roman"/>
              <a:cs typeface="Times New Roman"/>
              <a:sym typeface="Times New Roman"/>
            </a:endParaRPr>
          </a:p>
        </p:txBody>
      </p:sp>
      <p:sp>
        <p:nvSpPr>
          <p:cNvPr id="49" name="Google Shape;49;g374521c8576_0_111"/>
          <p:cNvSpPr txBox="1"/>
          <p:nvPr>
            <p:ph idx="12" type="sldNum"/>
          </p:nvPr>
        </p:nvSpPr>
        <p:spPr>
          <a:xfrm>
            <a:off x="6512201" y="6295783"/>
            <a:ext cx="2089500" cy="357600"/>
          </a:xfrm>
          <a:prstGeom prst="rect">
            <a:avLst/>
          </a:prstGeom>
          <a:noFill/>
          <a:ln>
            <a:noFill/>
          </a:ln>
        </p:spPr>
        <p:txBody>
          <a:bodyPr anchorCtr="0" anchor="ctr" bIns="31475" lIns="62950" spcFirstLastPara="1" rIns="62950" wrap="square" tIns="31475">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
        <p:nvSpPr>
          <p:cNvPr id="50" name="Google Shape;50;g374521c8576_0_111"/>
          <p:cNvSpPr/>
          <p:nvPr/>
        </p:nvSpPr>
        <p:spPr>
          <a:xfrm>
            <a:off x="2097591" y="5356066"/>
            <a:ext cx="4892700" cy="456300"/>
          </a:xfrm>
          <a:prstGeom prst="rect">
            <a:avLst/>
          </a:prstGeom>
          <a:solidFill>
            <a:schemeClr val="lt1"/>
          </a:solidFill>
          <a:ln>
            <a:noFill/>
          </a:ln>
        </p:spPr>
        <p:txBody>
          <a:bodyPr anchorCtr="0" anchor="ctr" bIns="31475" lIns="62950" spcFirstLastPara="1" rIns="62950" wrap="square" tIns="31475">
            <a:noAutofit/>
          </a:bodyPr>
          <a:lstStyle/>
          <a:p>
            <a:pPr indent="0" lvl="0" marL="0" marR="0" rtl="0" algn="ctr">
              <a:lnSpc>
                <a:spcPct val="100000"/>
              </a:lnSpc>
              <a:spcBef>
                <a:spcPts val="0"/>
              </a:spcBef>
              <a:spcAft>
                <a:spcPts val="0"/>
              </a:spcAft>
              <a:buNone/>
            </a:pPr>
            <a:r>
              <a:rPr b="0" i="0" lang="en-IN" sz="1200" u="none" cap="none" strike="noStrike">
                <a:solidFill>
                  <a:schemeClr val="dk1"/>
                </a:solidFill>
                <a:latin typeface="Times New Roman"/>
                <a:ea typeface="Times New Roman"/>
                <a:cs typeface="Times New Roman"/>
                <a:sym typeface="Times New Roman"/>
              </a:rPr>
              <a:t>Department of Computer Science &amp; Engineering</a:t>
            </a:r>
            <a:endParaRPr b="0" i="0" sz="1200" u="none" cap="none" strike="noStrike">
              <a:solidFill>
                <a:srgbClr val="000000"/>
              </a:solidFill>
              <a:latin typeface="Arial"/>
              <a:ea typeface="Arial"/>
              <a:cs typeface="Arial"/>
              <a:sym typeface="Arial"/>
            </a:endParaRPr>
          </a:p>
        </p:txBody>
      </p:sp>
      <p:sp>
        <p:nvSpPr>
          <p:cNvPr id="51" name="Google Shape;51;g374521c8576_0_111"/>
          <p:cNvSpPr/>
          <p:nvPr/>
        </p:nvSpPr>
        <p:spPr>
          <a:xfrm>
            <a:off x="874200" y="2125571"/>
            <a:ext cx="7506600" cy="815400"/>
          </a:xfrm>
          <a:prstGeom prst="rect">
            <a:avLst/>
          </a:prstGeom>
          <a:noFill/>
          <a:ln>
            <a:noFill/>
          </a:ln>
        </p:spPr>
        <p:txBody>
          <a:bodyPr anchorCtr="0" anchor="t" bIns="31475" lIns="62950" spcFirstLastPara="1" rIns="62950" wrap="square" tIns="31475">
            <a:noAutofit/>
          </a:bodyPr>
          <a:lstStyle/>
          <a:p>
            <a:pPr indent="0" lvl="0" marL="0" marR="0" rtl="0" algn="ctr">
              <a:lnSpc>
                <a:spcPct val="100000"/>
              </a:lnSpc>
              <a:spcBef>
                <a:spcPts val="0"/>
              </a:spcBef>
              <a:spcAft>
                <a:spcPts val="0"/>
              </a:spcAft>
              <a:buNone/>
            </a:pPr>
            <a:r>
              <a:rPr lang="en-IN" sz="2800">
                <a:solidFill>
                  <a:schemeClr val="dk1"/>
                </a:solidFill>
                <a:latin typeface="Calibri"/>
                <a:ea typeface="Calibri"/>
                <a:cs typeface="Calibri"/>
                <a:sym typeface="Calibri"/>
              </a:rPr>
              <a:t>DATABASE AND CHARACTERSTICS</a:t>
            </a:r>
            <a:endParaRPr b="0" i="0" sz="2800" u="none" cap="none" strike="noStrike">
              <a:solidFill>
                <a:schemeClr val="dk1"/>
              </a:solidFill>
              <a:latin typeface="Times New Roman"/>
              <a:ea typeface="Times New Roman"/>
              <a:cs typeface="Times New Roman"/>
              <a:sym typeface="Times New Roman"/>
            </a:endParaRPr>
          </a:p>
        </p:txBody>
      </p:sp>
      <p:sp>
        <p:nvSpPr>
          <p:cNvPr id="52" name="Google Shape;52;g374521c8576_0_111"/>
          <p:cNvSpPr/>
          <p:nvPr/>
        </p:nvSpPr>
        <p:spPr>
          <a:xfrm>
            <a:off x="2399137" y="4854100"/>
            <a:ext cx="5332800" cy="376800"/>
          </a:xfrm>
          <a:prstGeom prst="rect">
            <a:avLst/>
          </a:prstGeom>
          <a:noFill/>
          <a:ln>
            <a:noFill/>
          </a:ln>
        </p:spPr>
        <p:txBody>
          <a:bodyPr anchorCtr="0" anchor="t" bIns="31475" lIns="62950" spcFirstLastPara="1" rIns="62950" wrap="square" tIns="31475">
            <a:noAutofit/>
          </a:bodyPr>
          <a:lstStyle/>
          <a:p>
            <a:pPr indent="0" lvl="0" marL="0" marR="0" rtl="0" algn="l">
              <a:lnSpc>
                <a:spcPct val="100000"/>
              </a:lnSpc>
              <a:spcBef>
                <a:spcPts val="0"/>
              </a:spcBef>
              <a:spcAft>
                <a:spcPts val="0"/>
              </a:spcAft>
              <a:buNone/>
            </a:pPr>
            <a:r>
              <a:rPr b="0" i="0" lang="en-IN" sz="1700" u="none" cap="none" strike="noStrike">
                <a:solidFill>
                  <a:schemeClr val="dk1"/>
                </a:solidFill>
                <a:latin typeface="Times New Roman"/>
                <a:ea typeface="Times New Roman"/>
                <a:cs typeface="Times New Roman"/>
                <a:sym typeface="Times New Roman"/>
              </a:rPr>
              <a:t>Bachelor of Engineering- Computer Science &amp; Engineering </a:t>
            </a:r>
            <a:endParaRPr b="0" i="0" sz="1700" u="none" cap="none" strike="noStrike">
              <a:solidFill>
                <a:schemeClr val="dk1"/>
              </a:solidFill>
              <a:latin typeface="Times New Roman"/>
              <a:ea typeface="Times New Roman"/>
              <a:cs typeface="Times New Roman"/>
              <a:sym typeface="Times New Roman"/>
            </a:endParaRPr>
          </a:p>
        </p:txBody>
      </p:sp>
      <p:sp>
        <p:nvSpPr>
          <p:cNvPr id="53" name="Google Shape;53;g374521c8576_0_111"/>
          <p:cNvSpPr/>
          <p:nvPr/>
        </p:nvSpPr>
        <p:spPr>
          <a:xfrm>
            <a:off x="3842290" y="4540476"/>
            <a:ext cx="2206800" cy="301500"/>
          </a:xfrm>
          <a:prstGeom prst="rect">
            <a:avLst/>
          </a:prstGeom>
          <a:noFill/>
          <a:ln>
            <a:noFill/>
          </a:ln>
        </p:spPr>
        <p:txBody>
          <a:bodyPr anchorCtr="0" anchor="t" bIns="31475" lIns="62950" spcFirstLastPara="1" rIns="62950" wrap="square" tIns="31475">
            <a:noAutofit/>
          </a:bodyPr>
          <a:lstStyle/>
          <a:p>
            <a:pPr indent="0" lvl="0" marL="0" marR="0" rtl="0" algn="l">
              <a:lnSpc>
                <a:spcPct val="100000"/>
              </a:lnSpc>
              <a:spcBef>
                <a:spcPts val="0"/>
              </a:spcBef>
              <a:spcAft>
                <a:spcPts val="0"/>
              </a:spcAft>
              <a:buNone/>
            </a:pPr>
            <a:r>
              <a:rPr b="1" i="0" lang="en-IN" sz="1200" u="none" cap="none" strike="noStrike">
                <a:solidFill>
                  <a:srgbClr val="000000"/>
                </a:solidFill>
                <a:latin typeface="Times New Roman"/>
                <a:ea typeface="Times New Roman"/>
                <a:cs typeface="Times New Roman"/>
                <a:sym typeface="Times New Roman"/>
              </a:rPr>
              <a:t>System Design(SD)(22CS024)</a:t>
            </a:r>
            <a:endParaRPr b="1" i="0" sz="1700" u="none" cap="none" strike="noStrike">
              <a:solidFill>
                <a:schemeClr val="dk1"/>
              </a:solidFill>
              <a:latin typeface="Times New Roman"/>
              <a:ea typeface="Times New Roman"/>
              <a:cs typeface="Times New Roman"/>
              <a:sym typeface="Times New Roman"/>
            </a:endParaRPr>
          </a:p>
        </p:txBody>
      </p:sp>
      <p:sp>
        <p:nvSpPr>
          <p:cNvPr id="54" name="Google Shape;54;g374521c8576_0_111"/>
          <p:cNvSpPr/>
          <p:nvPr/>
        </p:nvSpPr>
        <p:spPr>
          <a:xfrm>
            <a:off x="3238760" y="4665757"/>
            <a:ext cx="2996700" cy="376800"/>
          </a:xfrm>
          <a:prstGeom prst="rect">
            <a:avLst/>
          </a:prstGeom>
          <a:noFill/>
          <a:ln>
            <a:noFill/>
          </a:ln>
        </p:spPr>
        <p:txBody>
          <a:bodyPr anchorCtr="0" anchor="t" bIns="31475" lIns="62950" spcFirstLastPara="1" rIns="62950" wrap="square" tIns="31475">
            <a:noAutofit/>
          </a:bodyPr>
          <a:lstStyle/>
          <a:p>
            <a:pPr indent="0" lvl="0" marL="0" marR="0" rtl="0" algn="ctr">
              <a:lnSpc>
                <a:spcPct val="100000"/>
              </a:lnSpc>
              <a:spcBef>
                <a:spcPts val="0"/>
              </a:spcBef>
              <a:spcAft>
                <a:spcPts val="0"/>
              </a:spcAft>
              <a:buNone/>
            </a:pPr>
            <a:r>
              <a:t/>
            </a:r>
            <a:endParaRPr b="0" i="0" sz="17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
          <p:cNvSpPr txBox="1"/>
          <p:nvPr>
            <p:ph type="ctrTitle"/>
          </p:nvPr>
        </p:nvSpPr>
        <p:spPr>
          <a:xfrm>
            <a:off x="0" y="0"/>
            <a:ext cx="6321600" cy="9144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2400"/>
              </a:spcBef>
              <a:spcAft>
                <a:spcPts val="0"/>
              </a:spcAft>
              <a:buSzPts val="1100"/>
              <a:buNone/>
            </a:pPr>
            <a:r>
              <a:t/>
            </a:r>
            <a:endParaRPr b="1" sz="4000">
              <a:latin typeface="Arial"/>
              <a:ea typeface="Arial"/>
              <a:cs typeface="Arial"/>
              <a:sym typeface="Arial"/>
            </a:endParaRPr>
          </a:p>
          <a:p>
            <a:pPr indent="0" lvl="0" marL="0" rtl="0" algn="l">
              <a:lnSpc>
                <a:spcPct val="115000"/>
              </a:lnSpc>
              <a:spcBef>
                <a:spcPts val="2400"/>
              </a:spcBef>
              <a:spcAft>
                <a:spcPts val="0"/>
              </a:spcAft>
              <a:buSzPts val="1100"/>
              <a:buNone/>
            </a:pPr>
            <a:r>
              <a:t/>
            </a:r>
            <a:endParaRPr b="1"/>
          </a:p>
          <a:p>
            <a:pPr indent="0" lvl="0" marL="0" rtl="0" algn="l">
              <a:lnSpc>
                <a:spcPct val="115000"/>
              </a:lnSpc>
              <a:spcBef>
                <a:spcPts val="2400"/>
              </a:spcBef>
              <a:spcAft>
                <a:spcPts val="0"/>
              </a:spcAft>
              <a:buSzPts val="1100"/>
              <a:buNone/>
            </a:pPr>
            <a:r>
              <a:rPr b="1" lang="en-IN"/>
              <a:t>What is Database?</a:t>
            </a:r>
            <a:endParaRPr b="1"/>
          </a:p>
          <a:p>
            <a:pPr indent="0" lvl="0" marL="0" rtl="0" algn="l">
              <a:lnSpc>
                <a:spcPct val="115000"/>
              </a:lnSpc>
              <a:spcBef>
                <a:spcPts val="2400"/>
              </a:spcBef>
              <a:spcAft>
                <a:spcPts val="0"/>
              </a:spcAft>
              <a:buClr>
                <a:schemeClr val="dk1"/>
              </a:buClr>
              <a:buSzPts val="1100"/>
              <a:buFont typeface="Arial"/>
              <a:buNone/>
            </a:pPr>
            <a:r>
              <a:t/>
            </a:r>
            <a:endParaRPr b="1" sz="3500">
              <a:latin typeface="Arial"/>
              <a:ea typeface="Arial"/>
              <a:cs typeface="Arial"/>
              <a:sym typeface="Arial"/>
            </a:endParaRPr>
          </a:p>
          <a:p>
            <a:pPr indent="0" lvl="0" marL="0" rtl="0" algn="ctr">
              <a:lnSpc>
                <a:spcPct val="100000"/>
              </a:lnSpc>
              <a:spcBef>
                <a:spcPts val="600"/>
              </a:spcBef>
              <a:spcAft>
                <a:spcPts val="0"/>
              </a:spcAft>
              <a:buSzPts val="1400"/>
              <a:buNone/>
            </a:pPr>
            <a:r>
              <a:t/>
            </a:r>
            <a:endParaRPr/>
          </a:p>
        </p:txBody>
      </p:sp>
      <p:sp>
        <p:nvSpPr>
          <p:cNvPr id="61" name="Google Shape;61;p1"/>
          <p:cNvSpPr txBox="1"/>
          <p:nvPr/>
        </p:nvSpPr>
        <p:spPr>
          <a:xfrm>
            <a:off x="231500" y="1133100"/>
            <a:ext cx="8568300" cy="53049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lang="en-IN" sz="2400">
                <a:solidFill>
                  <a:schemeClr val="dk1"/>
                </a:solidFill>
                <a:latin typeface="Calibri"/>
                <a:ea typeface="Calibri"/>
                <a:cs typeface="Calibri"/>
                <a:sym typeface="Calibri"/>
              </a:rPr>
              <a:t>Data refers to raw, unorganized facts and figures, such as numbers, text, images, or symbols, that can be processed and analyzed to extract meaningful information</a:t>
            </a:r>
            <a:endParaRPr sz="24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IN" sz="2400">
                <a:solidFill>
                  <a:schemeClr val="dk1"/>
                </a:solidFill>
                <a:latin typeface="Calibri"/>
                <a:ea typeface="Calibri"/>
                <a:cs typeface="Calibri"/>
                <a:sym typeface="Calibri"/>
              </a:rPr>
              <a:t>Data can exist in a raw form (unorganized) or processed form (organized and meaningful).</a:t>
            </a:r>
            <a:endParaRPr sz="24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IN" sz="2400">
                <a:solidFill>
                  <a:schemeClr val="dk1"/>
                </a:solidFill>
                <a:latin typeface="Calibri"/>
                <a:ea typeface="Calibri"/>
                <a:cs typeface="Calibri"/>
                <a:sym typeface="Calibri"/>
              </a:rPr>
              <a:t>A database is a structured collection of data designed for efficient storage, retrieval and manipulation.</a:t>
            </a:r>
            <a:endParaRPr sz="24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IN" sz="2400">
                <a:solidFill>
                  <a:schemeClr val="dk1"/>
                </a:solidFill>
                <a:latin typeface="Calibri"/>
                <a:ea typeface="Calibri"/>
                <a:cs typeface="Calibri"/>
                <a:sym typeface="Calibri"/>
              </a:rPr>
              <a:t>It serves as a centralized repository, allowing data to be accessed, managed, and updated by multiple users or applications</a:t>
            </a:r>
            <a:endParaRPr sz="2400">
              <a:solidFill>
                <a:schemeClr val="dk1"/>
              </a:solidFill>
              <a:latin typeface="Calibri"/>
              <a:ea typeface="Calibri"/>
              <a:cs typeface="Calibri"/>
              <a:sym typeface="Calibri"/>
            </a:endParaRPr>
          </a:p>
          <a:p>
            <a:pPr indent="0" lvl="0" marL="0" rtl="0" algn="l">
              <a:spcBef>
                <a:spcPts val="120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g374521c8576_0_33"/>
          <p:cNvSpPr txBox="1"/>
          <p:nvPr>
            <p:ph type="ctrTitle"/>
          </p:nvPr>
        </p:nvSpPr>
        <p:spPr>
          <a:xfrm>
            <a:off x="0" y="0"/>
            <a:ext cx="6496200" cy="9144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2400"/>
              </a:spcBef>
              <a:spcAft>
                <a:spcPts val="0"/>
              </a:spcAft>
              <a:buSzPts val="1100"/>
              <a:buNone/>
            </a:pPr>
            <a:r>
              <a:t/>
            </a:r>
            <a:endParaRPr b="1" sz="4000">
              <a:latin typeface="Arial"/>
              <a:ea typeface="Arial"/>
              <a:cs typeface="Arial"/>
              <a:sym typeface="Arial"/>
            </a:endParaRPr>
          </a:p>
          <a:p>
            <a:pPr indent="0" lvl="0" marL="0" rtl="0" algn="l">
              <a:lnSpc>
                <a:spcPct val="115000"/>
              </a:lnSpc>
              <a:spcBef>
                <a:spcPts val="2400"/>
              </a:spcBef>
              <a:spcAft>
                <a:spcPts val="0"/>
              </a:spcAft>
              <a:buSzPts val="1100"/>
              <a:buNone/>
            </a:pPr>
            <a:r>
              <a:t/>
            </a:r>
            <a:endParaRPr b="1"/>
          </a:p>
          <a:p>
            <a:pPr indent="0" lvl="0" marL="0" rtl="0" algn="l">
              <a:lnSpc>
                <a:spcPct val="115000"/>
              </a:lnSpc>
              <a:spcBef>
                <a:spcPts val="2400"/>
              </a:spcBef>
              <a:spcAft>
                <a:spcPts val="0"/>
              </a:spcAft>
              <a:buSzPts val="1100"/>
              <a:buNone/>
            </a:pPr>
            <a:r>
              <a:rPr b="1" lang="en-IN"/>
              <a:t>WHY DATABASE??</a:t>
            </a:r>
            <a:endParaRPr b="1"/>
          </a:p>
          <a:p>
            <a:pPr indent="0" lvl="0" marL="0" rtl="0" algn="l">
              <a:lnSpc>
                <a:spcPct val="115000"/>
              </a:lnSpc>
              <a:spcBef>
                <a:spcPts val="2400"/>
              </a:spcBef>
              <a:spcAft>
                <a:spcPts val="0"/>
              </a:spcAft>
              <a:buSzPts val="1100"/>
              <a:buNone/>
            </a:pPr>
            <a:r>
              <a:t/>
            </a:r>
            <a:endParaRPr b="1" sz="3500">
              <a:latin typeface="Arial"/>
              <a:ea typeface="Arial"/>
              <a:cs typeface="Arial"/>
              <a:sym typeface="Arial"/>
            </a:endParaRPr>
          </a:p>
          <a:p>
            <a:pPr indent="0" lvl="0" marL="0" rtl="0" algn="ctr">
              <a:lnSpc>
                <a:spcPct val="100000"/>
              </a:lnSpc>
              <a:spcBef>
                <a:spcPts val="600"/>
              </a:spcBef>
              <a:spcAft>
                <a:spcPts val="0"/>
              </a:spcAft>
              <a:buSzPts val="1400"/>
              <a:buNone/>
            </a:pPr>
            <a:r>
              <a:t/>
            </a:r>
            <a:endParaRPr/>
          </a:p>
        </p:txBody>
      </p:sp>
      <p:sp>
        <p:nvSpPr>
          <p:cNvPr id="68" name="Google Shape;68;g374521c8576_0_33"/>
          <p:cNvSpPr txBox="1"/>
          <p:nvPr/>
        </p:nvSpPr>
        <p:spPr>
          <a:xfrm>
            <a:off x="179150" y="986525"/>
            <a:ext cx="8568300" cy="5496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2400"/>
              </a:spcBef>
              <a:spcAft>
                <a:spcPts val="0"/>
              </a:spcAft>
              <a:buNone/>
            </a:pPr>
            <a:r>
              <a:rPr b="1" lang="en-IN" sz="3000">
                <a:solidFill>
                  <a:schemeClr val="dk1"/>
                </a:solidFill>
                <a:latin typeface="Calibri"/>
                <a:ea typeface="Calibri"/>
                <a:cs typeface="Calibri"/>
                <a:sym typeface="Calibri"/>
              </a:rPr>
              <a:t>Drawbacks of Traditional File Systems</a:t>
            </a:r>
            <a:endParaRPr b="1" sz="2400">
              <a:solidFill>
                <a:schemeClr val="dk1"/>
              </a:solidFill>
              <a:latin typeface="Calibri"/>
              <a:ea typeface="Calibri"/>
              <a:cs typeface="Calibri"/>
              <a:sym typeface="Calibri"/>
            </a:endParaRPr>
          </a:p>
          <a:p>
            <a:pPr indent="-381000" lvl="0" marL="457200" marR="0" rtl="0" algn="l">
              <a:lnSpc>
                <a:spcPct val="115000"/>
              </a:lnSpc>
              <a:spcBef>
                <a:spcPts val="1200"/>
              </a:spcBef>
              <a:spcAft>
                <a:spcPts val="0"/>
              </a:spcAft>
              <a:buClr>
                <a:schemeClr val="dk1"/>
              </a:buClr>
              <a:buSzPts val="2400"/>
              <a:buFont typeface="Calibri"/>
              <a:buChar char="●"/>
            </a:pPr>
            <a:r>
              <a:rPr b="1" lang="en-IN" sz="2400">
                <a:solidFill>
                  <a:schemeClr val="dk1"/>
                </a:solidFill>
                <a:latin typeface="Calibri"/>
                <a:ea typeface="Calibri"/>
                <a:cs typeface="Calibri"/>
                <a:sym typeface="Calibri"/>
              </a:rPr>
              <a:t>Distinguished and Isolated Data</a:t>
            </a:r>
            <a:endParaRPr b="1" sz="2400">
              <a:solidFill>
                <a:schemeClr val="dk1"/>
              </a:solidFill>
              <a:latin typeface="Calibri"/>
              <a:ea typeface="Calibri"/>
              <a:cs typeface="Calibri"/>
              <a:sym typeface="Calibri"/>
            </a:endParaRPr>
          </a:p>
          <a:p>
            <a:pPr indent="-381000" lvl="0" marL="457200" marR="0" rtl="0" algn="l">
              <a:lnSpc>
                <a:spcPct val="115000"/>
              </a:lnSpc>
              <a:spcBef>
                <a:spcPts val="0"/>
              </a:spcBef>
              <a:spcAft>
                <a:spcPts val="0"/>
              </a:spcAft>
              <a:buClr>
                <a:schemeClr val="dk1"/>
              </a:buClr>
              <a:buSzPts val="2400"/>
              <a:buFont typeface="Calibri"/>
              <a:buChar char="●"/>
            </a:pPr>
            <a:r>
              <a:rPr b="1" lang="en-IN" sz="2400">
                <a:solidFill>
                  <a:schemeClr val="dk1"/>
                </a:solidFill>
                <a:latin typeface="Calibri"/>
                <a:ea typeface="Calibri"/>
                <a:cs typeface="Calibri"/>
                <a:sym typeface="Calibri"/>
              </a:rPr>
              <a:t>Data Duplication / Data Redundancy</a:t>
            </a:r>
            <a:endParaRPr b="1" sz="2400">
              <a:solidFill>
                <a:schemeClr val="dk1"/>
              </a:solidFill>
              <a:latin typeface="Calibri"/>
              <a:ea typeface="Calibri"/>
              <a:cs typeface="Calibri"/>
              <a:sym typeface="Calibri"/>
            </a:endParaRPr>
          </a:p>
          <a:p>
            <a:pPr indent="-381000" lvl="0" marL="457200" marR="0" rtl="0" algn="l">
              <a:lnSpc>
                <a:spcPct val="115000"/>
              </a:lnSpc>
              <a:spcBef>
                <a:spcPts val="0"/>
              </a:spcBef>
              <a:spcAft>
                <a:spcPts val="0"/>
              </a:spcAft>
              <a:buClr>
                <a:schemeClr val="dk1"/>
              </a:buClr>
              <a:buSzPts val="2400"/>
              <a:buFont typeface="Calibri"/>
              <a:buChar char="●"/>
            </a:pPr>
            <a:r>
              <a:rPr b="1" lang="en-IN" sz="2400">
                <a:solidFill>
                  <a:schemeClr val="dk1"/>
                </a:solidFill>
                <a:latin typeface="Calibri"/>
                <a:ea typeface="Calibri"/>
                <a:cs typeface="Calibri"/>
                <a:sym typeface="Calibri"/>
              </a:rPr>
              <a:t>Dependence on Data</a:t>
            </a:r>
            <a:endParaRPr b="1" sz="2400">
              <a:solidFill>
                <a:schemeClr val="dk1"/>
              </a:solidFill>
              <a:latin typeface="Calibri"/>
              <a:ea typeface="Calibri"/>
              <a:cs typeface="Calibri"/>
              <a:sym typeface="Calibri"/>
            </a:endParaRPr>
          </a:p>
          <a:p>
            <a:pPr indent="-381000" lvl="0" marL="457200" marR="0" rtl="0" algn="l">
              <a:lnSpc>
                <a:spcPct val="115000"/>
              </a:lnSpc>
              <a:spcBef>
                <a:spcPts val="0"/>
              </a:spcBef>
              <a:spcAft>
                <a:spcPts val="0"/>
              </a:spcAft>
              <a:buClr>
                <a:schemeClr val="dk1"/>
              </a:buClr>
              <a:buSzPts val="2400"/>
              <a:buFont typeface="Calibri"/>
              <a:buChar char="●"/>
            </a:pPr>
            <a:r>
              <a:rPr b="1" lang="en-IN" sz="2400">
                <a:solidFill>
                  <a:schemeClr val="dk1"/>
                </a:solidFill>
                <a:latin typeface="Calibri"/>
                <a:ea typeface="Calibri"/>
                <a:cs typeface="Calibri"/>
                <a:sym typeface="Calibri"/>
              </a:rPr>
              <a:t>Data representation is challenging from the user's perspective</a:t>
            </a:r>
            <a:endParaRPr b="1" sz="2400">
              <a:solidFill>
                <a:schemeClr val="dk1"/>
              </a:solidFill>
              <a:latin typeface="Calibri"/>
              <a:ea typeface="Calibri"/>
              <a:cs typeface="Calibri"/>
              <a:sym typeface="Calibri"/>
            </a:endParaRPr>
          </a:p>
          <a:p>
            <a:pPr indent="-381000" lvl="0" marL="457200" marR="0" rtl="0" algn="l">
              <a:lnSpc>
                <a:spcPct val="115000"/>
              </a:lnSpc>
              <a:spcBef>
                <a:spcPts val="0"/>
              </a:spcBef>
              <a:spcAft>
                <a:spcPts val="0"/>
              </a:spcAft>
              <a:buClr>
                <a:schemeClr val="dk1"/>
              </a:buClr>
              <a:buSzPts val="2400"/>
              <a:buFont typeface="Calibri"/>
              <a:buChar char="●"/>
            </a:pPr>
            <a:r>
              <a:rPr b="1" lang="en-IN" sz="2400">
                <a:solidFill>
                  <a:schemeClr val="dk1"/>
                </a:solidFill>
                <a:latin typeface="Calibri"/>
                <a:ea typeface="Calibri"/>
                <a:cs typeface="Calibri"/>
                <a:sym typeface="Calibri"/>
              </a:rPr>
              <a:t>Different file types</a:t>
            </a:r>
            <a:endParaRPr b="1" sz="2400">
              <a:solidFill>
                <a:schemeClr val="dk1"/>
              </a:solidFill>
              <a:latin typeface="Calibri"/>
              <a:ea typeface="Calibri"/>
              <a:cs typeface="Calibri"/>
              <a:sym typeface="Calibri"/>
            </a:endParaRPr>
          </a:p>
          <a:p>
            <a:pPr indent="-381000" lvl="0" marL="457200" marR="0" rtl="0" algn="l">
              <a:lnSpc>
                <a:spcPct val="115000"/>
              </a:lnSpc>
              <a:spcBef>
                <a:spcPts val="0"/>
              </a:spcBef>
              <a:spcAft>
                <a:spcPts val="0"/>
              </a:spcAft>
              <a:buClr>
                <a:schemeClr val="dk1"/>
              </a:buClr>
              <a:buSzPts val="2400"/>
              <a:buFont typeface="Calibri"/>
              <a:buChar char="●"/>
            </a:pPr>
            <a:r>
              <a:rPr b="1" lang="en-IN" sz="2400">
                <a:solidFill>
                  <a:schemeClr val="dk1"/>
                </a:solidFill>
                <a:latin typeface="Calibri"/>
                <a:ea typeface="Calibri"/>
                <a:cs typeface="Calibri"/>
                <a:sym typeface="Calibri"/>
              </a:rPr>
              <a:t>Data Protection</a:t>
            </a:r>
            <a:endParaRPr b="1" sz="2400">
              <a:solidFill>
                <a:schemeClr val="dk1"/>
              </a:solidFill>
              <a:latin typeface="Calibri"/>
              <a:ea typeface="Calibri"/>
              <a:cs typeface="Calibri"/>
              <a:sym typeface="Calibri"/>
            </a:endParaRPr>
          </a:p>
          <a:p>
            <a:pPr indent="-381000" lvl="0" marL="457200" marR="0" rtl="0" algn="l">
              <a:lnSpc>
                <a:spcPct val="115000"/>
              </a:lnSpc>
              <a:spcBef>
                <a:spcPts val="0"/>
              </a:spcBef>
              <a:spcAft>
                <a:spcPts val="0"/>
              </a:spcAft>
              <a:buClr>
                <a:schemeClr val="dk1"/>
              </a:buClr>
              <a:buSzPts val="2400"/>
              <a:buFont typeface="Calibri"/>
              <a:buChar char="●"/>
            </a:pPr>
            <a:r>
              <a:rPr b="1" lang="en-IN" sz="2400">
                <a:solidFill>
                  <a:schemeClr val="dk1"/>
                </a:solidFill>
                <a:latin typeface="Calibri"/>
                <a:ea typeface="Calibri"/>
                <a:cs typeface="Calibri"/>
                <a:sym typeface="Calibri"/>
              </a:rPr>
              <a:t>Issues with Transactions</a:t>
            </a:r>
            <a:endParaRPr b="1" sz="2400">
              <a:solidFill>
                <a:schemeClr val="dk1"/>
              </a:solidFill>
              <a:latin typeface="Calibri"/>
              <a:ea typeface="Calibri"/>
              <a:cs typeface="Calibri"/>
              <a:sym typeface="Calibri"/>
            </a:endParaRPr>
          </a:p>
          <a:p>
            <a:pPr indent="-381000" lvl="0" marL="457200" marR="0" rtl="0" algn="l">
              <a:lnSpc>
                <a:spcPct val="115000"/>
              </a:lnSpc>
              <a:spcBef>
                <a:spcPts val="0"/>
              </a:spcBef>
              <a:spcAft>
                <a:spcPts val="0"/>
              </a:spcAft>
              <a:buClr>
                <a:schemeClr val="dk1"/>
              </a:buClr>
              <a:buSzPts val="2400"/>
              <a:buFont typeface="Calibri"/>
              <a:buChar char="●"/>
            </a:pPr>
            <a:r>
              <a:rPr b="1" lang="en-IN" sz="2400">
                <a:solidFill>
                  <a:schemeClr val="dk1"/>
                </a:solidFill>
                <a:latin typeface="Calibri"/>
                <a:ea typeface="Calibri"/>
                <a:cs typeface="Calibri"/>
                <a:sym typeface="Calibri"/>
              </a:rPr>
              <a:t>Concurrent issues</a:t>
            </a:r>
            <a:endParaRPr b="1" sz="24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g374521c8576_0_26"/>
          <p:cNvSpPr txBox="1"/>
          <p:nvPr>
            <p:ph type="ctrTitle"/>
          </p:nvPr>
        </p:nvSpPr>
        <p:spPr>
          <a:xfrm>
            <a:off x="0" y="0"/>
            <a:ext cx="6688200" cy="9144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2400"/>
              </a:spcBef>
              <a:spcAft>
                <a:spcPts val="0"/>
              </a:spcAft>
              <a:buSzPts val="1100"/>
              <a:buNone/>
            </a:pPr>
            <a:r>
              <a:t/>
            </a:r>
            <a:endParaRPr b="1" sz="4000">
              <a:latin typeface="Arial"/>
              <a:ea typeface="Arial"/>
              <a:cs typeface="Arial"/>
              <a:sym typeface="Arial"/>
            </a:endParaRPr>
          </a:p>
          <a:p>
            <a:pPr indent="0" lvl="0" marL="0" rtl="0" algn="l">
              <a:lnSpc>
                <a:spcPct val="115000"/>
              </a:lnSpc>
              <a:spcBef>
                <a:spcPts val="2400"/>
              </a:spcBef>
              <a:spcAft>
                <a:spcPts val="0"/>
              </a:spcAft>
              <a:buSzPts val="1100"/>
              <a:buNone/>
            </a:pPr>
            <a:r>
              <a:t/>
            </a:r>
            <a:endParaRPr b="1" sz="3500">
              <a:latin typeface="Arial"/>
              <a:ea typeface="Arial"/>
              <a:cs typeface="Arial"/>
              <a:sym typeface="Arial"/>
            </a:endParaRPr>
          </a:p>
          <a:p>
            <a:pPr indent="0" lvl="0" marL="0" rtl="0" algn="l">
              <a:lnSpc>
                <a:spcPct val="115000"/>
              </a:lnSpc>
              <a:spcBef>
                <a:spcPts val="2400"/>
              </a:spcBef>
              <a:spcAft>
                <a:spcPts val="0"/>
              </a:spcAft>
              <a:buSzPts val="1100"/>
              <a:buNone/>
            </a:pPr>
            <a:r>
              <a:rPr b="1" lang="en-IN" sz="3500">
                <a:latin typeface="Arial"/>
                <a:ea typeface="Arial"/>
                <a:cs typeface="Arial"/>
                <a:sym typeface="Arial"/>
              </a:rPr>
              <a:t>Summarized Issues with TFS</a:t>
            </a:r>
            <a:endParaRPr b="1" sz="3500">
              <a:latin typeface="Arial"/>
              <a:ea typeface="Arial"/>
              <a:cs typeface="Arial"/>
              <a:sym typeface="Arial"/>
            </a:endParaRPr>
          </a:p>
          <a:p>
            <a:pPr indent="0" lvl="0" marL="0" rtl="0" algn="l">
              <a:lnSpc>
                <a:spcPct val="115000"/>
              </a:lnSpc>
              <a:spcBef>
                <a:spcPts val="2400"/>
              </a:spcBef>
              <a:spcAft>
                <a:spcPts val="0"/>
              </a:spcAft>
              <a:buSzPts val="1100"/>
              <a:buNone/>
            </a:pPr>
            <a:r>
              <a:t/>
            </a:r>
            <a:endParaRPr b="1" sz="3500">
              <a:latin typeface="Arial"/>
              <a:ea typeface="Arial"/>
              <a:cs typeface="Arial"/>
              <a:sym typeface="Arial"/>
            </a:endParaRPr>
          </a:p>
          <a:p>
            <a:pPr indent="0" lvl="0" marL="0" rtl="0" algn="ctr">
              <a:lnSpc>
                <a:spcPct val="100000"/>
              </a:lnSpc>
              <a:spcBef>
                <a:spcPts val="600"/>
              </a:spcBef>
              <a:spcAft>
                <a:spcPts val="0"/>
              </a:spcAft>
              <a:buSzPts val="1400"/>
              <a:buNone/>
            </a:pPr>
            <a:r>
              <a:t/>
            </a:r>
            <a:endParaRPr/>
          </a:p>
        </p:txBody>
      </p:sp>
      <p:sp>
        <p:nvSpPr>
          <p:cNvPr id="75" name="Google Shape;75;g374521c8576_0_26"/>
          <p:cNvSpPr txBox="1"/>
          <p:nvPr/>
        </p:nvSpPr>
        <p:spPr>
          <a:xfrm>
            <a:off x="231500" y="1133100"/>
            <a:ext cx="8568300" cy="5304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None/>
            </a:pPr>
            <a:r>
              <a:t/>
            </a:r>
            <a:endParaRPr sz="2400">
              <a:solidFill>
                <a:schemeClr val="dk1"/>
              </a:solidFill>
              <a:latin typeface="Calibri"/>
              <a:ea typeface="Calibri"/>
              <a:cs typeface="Calibri"/>
              <a:sym typeface="Calibri"/>
            </a:endParaRPr>
          </a:p>
        </p:txBody>
      </p:sp>
      <p:pic>
        <p:nvPicPr>
          <p:cNvPr id="76" name="Google Shape;76;g374521c8576_0_26"/>
          <p:cNvPicPr preferRelativeResize="0"/>
          <p:nvPr/>
        </p:nvPicPr>
        <p:blipFill>
          <a:blip r:embed="rId3">
            <a:alphaModFix/>
          </a:blip>
          <a:stretch>
            <a:fillRect/>
          </a:stretch>
        </p:blipFill>
        <p:spPr>
          <a:xfrm>
            <a:off x="0" y="1152525"/>
            <a:ext cx="9144000" cy="4552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74521c8576_0_88"/>
          <p:cNvSpPr txBox="1"/>
          <p:nvPr>
            <p:ph type="ctrTitle"/>
          </p:nvPr>
        </p:nvSpPr>
        <p:spPr>
          <a:xfrm>
            <a:off x="0" y="0"/>
            <a:ext cx="6688200" cy="9144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2400"/>
              </a:spcBef>
              <a:spcAft>
                <a:spcPts val="0"/>
              </a:spcAft>
              <a:buSzPts val="1100"/>
              <a:buNone/>
            </a:pPr>
            <a:r>
              <a:t/>
            </a:r>
            <a:endParaRPr b="1" sz="4000">
              <a:latin typeface="Arial"/>
              <a:ea typeface="Arial"/>
              <a:cs typeface="Arial"/>
              <a:sym typeface="Arial"/>
            </a:endParaRPr>
          </a:p>
          <a:p>
            <a:pPr indent="0" lvl="0" marL="0" rtl="0" algn="l">
              <a:lnSpc>
                <a:spcPct val="115000"/>
              </a:lnSpc>
              <a:spcBef>
                <a:spcPts val="2400"/>
              </a:spcBef>
              <a:spcAft>
                <a:spcPts val="0"/>
              </a:spcAft>
              <a:buSzPts val="1100"/>
              <a:buNone/>
            </a:pPr>
            <a:r>
              <a:t/>
            </a:r>
            <a:endParaRPr b="1"/>
          </a:p>
          <a:p>
            <a:pPr indent="0" lvl="0" marL="0" rtl="0" algn="l">
              <a:lnSpc>
                <a:spcPct val="115000"/>
              </a:lnSpc>
              <a:spcBef>
                <a:spcPts val="2400"/>
              </a:spcBef>
              <a:spcAft>
                <a:spcPts val="0"/>
              </a:spcAft>
              <a:buSzPts val="1100"/>
              <a:buNone/>
            </a:pPr>
            <a:r>
              <a:rPr b="1" lang="en-IN"/>
              <a:t>Essential Characteristics of Database </a:t>
            </a:r>
            <a:endParaRPr b="1">
              <a:latin typeface="Arial"/>
              <a:ea typeface="Arial"/>
              <a:cs typeface="Arial"/>
              <a:sym typeface="Arial"/>
            </a:endParaRPr>
          </a:p>
          <a:p>
            <a:pPr indent="0" lvl="0" marL="0" rtl="0" algn="l">
              <a:lnSpc>
                <a:spcPct val="115000"/>
              </a:lnSpc>
              <a:spcBef>
                <a:spcPts val="2400"/>
              </a:spcBef>
              <a:spcAft>
                <a:spcPts val="0"/>
              </a:spcAft>
              <a:buSzPts val="1100"/>
              <a:buNone/>
            </a:pPr>
            <a:r>
              <a:t/>
            </a:r>
            <a:endParaRPr b="1" sz="3500">
              <a:latin typeface="Arial"/>
              <a:ea typeface="Arial"/>
              <a:cs typeface="Arial"/>
              <a:sym typeface="Arial"/>
            </a:endParaRPr>
          </a:p>
          <a:p>
            <a:pPr indent="0" lvl="0" marL="0" rtl="0" algn="ctr">
              <a:lnSpc>
                <a:spcPct val="100000"/>
              </a:lnSpc>
              <a:spcBef>
                <a:spcPts val="600"/>
              </a:spcBef>
              <a:spcAft>
                <a:spcPts val="0"/>
              </a:spcAft>
              <a:buSzPts val="1400"/>
              <a:buNone/>
            </a:pPr>
            <a:r>
              <a:t/>
            </a:r>
            <a:endParaRPr/>
          </a:p>
        </p:txBody>
      </p:sp>
      <p:sp>
        <p:nvSpPr>
          <p:cNvPr id="83" name="Google Shape;83;g374521c8576_0_88"/>
          <p:cNvSpPr txBox="1"/>
          <p:nvPr/>
        </p:nvSpPr>
        <p:spPr>
          <a:xfrm>
            <a:off x="231500" y="1133100"/>
            <a:ext cx="8568300" cy="5304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None/>
            </a:pPr>
            <a:r>
              <a:t/>
            </a:r>
            <a:endParaRPr sz="2400">
              <a:solidFill>
                <a:schemeClr val="dk1"/>
              </a:solidFill>
              <a:latin typeface="Calibri"/>
              <a:ea typeface="Calibri"/>
              <a:cs typeface="Calibri"/>
              <a:sym typeface="Calibri"/>
            </a:endParaRPr>
          </a:p>
        </p:txBody>
      </p:sp>
      <p:pic>
        <p:nvPicPr>
          <p:cNvPr id="84" name="Google Shape;84;g374521c8576_0_88"/>
          <p:cNvPicPr preferRelativeResize="0"/>
          <p:nvPr/>
        </p:nvPicPr>
        <p:blipFill>
          <a:blip r:embed="rId3">
            <a:alphaModFix/>
          </a:blip>
          <a:stretch>
            <a:fillRect/>
          </a:stretch>
        </p:blipFill>
        <p:spPr>
          <a:xfrm>
            <a:off x="0" y="1152525"/>
            <a:ext cx="9144000" cy="4552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374521c8576_0_5"/>
          <p:cNvSpPr txBox="1"/>
          <p:nvPr>
            <p:ph type="ctrTitle"/>
          </p:nvPr>
        </p:nvSpPr>
        <p:spPr>
          <a:xfrm>
            <a:off x="0" y="0"/>
            <a:ext cx="6321600" cy="9144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2400"/>
              </a:spcBef>
              <a:spcAft>
                <a:spcPts val="0"/>
              </a:spcAft>
              <a:buSzPts val="1100"/>
              <a:buNone/>
            </a:pPr>
            <a:r>
              <a:t/>
            </a:r>
            <a:endParaRPr b="1" sz="4000">
              <a:latin typeface="Arial"/>
              <a:ea typeface="Arial"/>
              <a:cs typeface="Arial"/>
              <a:sym typeface="Arial"/>
            </a:endParaRPr>
          </a:p>
          <a:p>
            <a:pPr indent="0" lvl="0" marL="0" rtl="0" algn="l">
              <a:lnSpc>
                <a:spcPct val="115000"/>
              </a:lnSpc>
              <a:spcBef>
                <a:spcPts val="2400"/>
              </a:spcBef>
              <a:spcAft>
                <a:spcPts val="0"/>
              </a:spcAft>
              <a:buSzPts val="1100"/>
              <a:buNone/>
            </a:pPr>
            <a:r>
              <a:t/>
            </a:r>
            <a:endParaRPr b="1" sz="2300"/>
          </a:p>
          <a:p>
            <a:pPr indent="0" lvl="0" marL="0" rtl="0" algn="l">
              <a:lnSpc>
                <a:spcPct val="115000"/>
              </a:lnSpc>
              <a:spcBef>
                <a:spcPts val="2400"/>
              </a:spcBef>
              <a:spcAft>
                <a:spcPts val="0"/>
              </a:spcAft>
              <a:buSzPts val="1100"/>
              <a:buNone/>
            </a:pPr>
            <a:r>
              <a:rPr b="1" lang="en-IN"/>
              <a:t>Essential Characteristics of Database </a:t>
            </a:r>
            <a:endParaRPr b="1"/>
          </a:p>
          <a:p>
            <a:pPr indent="0" lvl="0" marL="0" rtl="0" algn="l">
              <a:lnSpc>
                <a:spcPct val="115000"/>
              </a:lnSpc>
              <a:spcBef>
                <a:spcPts val="2400"/>
              </a:spcBef>
              <a:spcAft>
                <a:spcPts val="0"/>
              </a:spcAft>
              <a:buSzPts val="1100"/>
              <a:buNone/>
            </a:pPr>
            <a:r>
              <a:t/>
            </a:r>
            <a:endParaRPr b="1">
              <a:latin typeface="Arial"/>
              <a:ea typeface="Arial"/>
              <a:cs typeface="Arial"/>
              <a:sym typeface="Arial"/>
            </a:endParaRPr>
          </a:p>
          <a:p>
            <a:pPr indent="0" lvl="0" marL="0" rtl="0" algn="ctr">
              <a:lnSpc>
                <a:spcPct val="100000"/>
              </a:lnSpc>
              <a:spcBef>
                <a:spcPts val="600"/>
              </a:spcBef>
              <a:spcAft>
                <a:spcPts val="0"/>
              </a:spcAft>
              <a:buSzPts val="1400"/>
              <a:buNone/>
            </a:pPr>
            <a:r>
              <a:t/>
            </a:r>
            <a:endParaRPr/>
          </a:p>
        </p:txBody>
      </p:sp>
      <p:sp>
        <p:nvSpPr>
          <p:cNvPr id="91" name="Google Shape;91;g374521c8576_0_5"/>
          <p:cNvSpPr txBox="1"/>
          <p:nvPr/>
        </p:nvSpPr>
        <p:spPr>
          <a:xfrm>
            <a:off x="231500" y="1133100"/>
            <a:ext cx="8568300" cy="5304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0"/>
              </a:spcAft>
              <a:buNone/>
            </a:pPr>
            <a:r>
              <a:rPr lang="en-IN" sz="2400">
                <a:solidFill>
                  <a:schemeClr val="dk1"/>
                </a:solidFill>
                <a:latin typeface="Calibri"/>
                <a:ea typeface="Calibri"/>
                <a:cs typeface="Calibri"/>
                <a:sym typeface="Calibri"/>
              </a:rPr>
              <a:t>A high-performing database is vital for any organization, supporting operations, customer interactions and systems like digital libraries, reservations, and inventory management. Databases are essential because they:</a:t>
            </a:r>
            <a:endParaRPr sz="2400">
              <a:solidFill>
                <a:schemeClr val="dk1"/>
              </a:solidFill>
              <a:latin typeface="Calibri"/>
              <a:ea typeface="Calibri"/>
              <a:cs typeface="Calibri"/>
              <a:sym typeface="Calibri"/>
            </a:endParaRPr>
          </a:p>
          <a:p>
            <a:pPr indent="-381000" lvl="0" marL="457200" marR="0" rtl="0" algn="l">
              <a:lnSpc>
                <a:spcPct val="115000"/>
              </a:lnSpc>
              <a:spcBef>
                <a:spcPts val="1200"/>
              </a:spcBef>
              <a:spcAft>
                <a:spcPts val="0"/>
              </a:spcAft>
              <a:buClr>
                <a:schemeClr val="dk1"/>
              </a:buClr>
              <a:buSzPts val="2400"/>
              <a:buFont typeface="Calibri"/>
              <a:buChar char="●"/>
            </a:pPr>
            <a:r>
              <a:rPr lang="en-IN" sz="2400">
                <a:solidFill>
                  <a:schemeClr val="dk1"/>
                </a:solidFill>
                <a:latin typeface="Calibri"/>
                <a:ea typeface="Calibri"/>
                <a:cs typeface="Calibri"/>
                <a:sym typeface="Calibri"/>
              </a:rPr>
              <a:t>Scale efficiently to handle massive volumes of data.</a:t>
            </a:r>
            <a:endParaRPr sz="2400">
              <a:solidFill>
                <a:schemeClr val="dk1"/>
              </a:solidFill>
              <a:latin typeface="Calibri"/>
              <a:ea typeface="Calibri"/>
              <a:cs typeface="Calibri"/>
              <a:sym typeface="Calibri"/>
            </a:endParaRPr>
          </a:p>
          <a:p>
            <a:pPr indent="-381000" lvl="0" marL="457200" marR="0" rtl="0" algn="l">
              <a:lnSpc>
                <a:spcPct val="115000"/>
              </a:lnSpc>
              <a:spcBef>
                <a:spcPts val="0"/>
              </a:spcBef>
              <a:spcAft>
                <a:spcPts val="0"/>
              </a:spcAft>
              <a:buClr>
                <a:schemeClr val="dk1"/>
              </a:buClr>
              <a:buSzPts val="2400"/>
              <a:buFont typeface="Calibri"/>
              <a:buChar char="●"/>
            </a:pPr>
            <a:r>
              <a:rPr lang="en-IN" sz="2400">
                <a:solidFill>
                  <a:schemeClr val="dk1"/>
                </a:solidFill>
                <a:latin typeface="Calibri"/>
                <a:ea typeface="Calibri"/>
                <a:cs typeface="Calibri"/>
                <a:sym typeface="Calibri"/>
              </a:rPr>
              <a:t>Ensure data integrity through built-in rules and constraints.</a:t>
            </a:r>
            <a:endParaRPr sz="2400">
              <a:solidFill>
                <a:schemeClr val="dk1"/>
              </a:solidFill>
              <a:latin typeface="Calibri"/>
              <a:ea typeface="Calibri"/>
              <a:cs typeface="Calibri"/>
              <a:sym typeface="Calibri"/>
            </a:endParaRPr>
          </a:p>
          <a:p>
            <a:pPr indent="-381000" lvl="0" marL="457200" marR="0" rtl="0" algn="l">
              <a:lnSpc>
                <a:spcPct val="115000"/>
              </a:lnSpc>
              <a:spcBef>
                <a:spcPts val="0"/>
              </a:spcBef>
              <a:spcAft>
                <a:spcPts val="0"/>
              </a:spcAft>
              <a:buClr>
                <a:schemeClr val="dk1"/>
              </a:buClr>
              <a:buSzPts val="2400"/>
              <a:buFont typeface="Calibri"/>
              <a:buChar char="●"/>
            </a:pPr>
            <a:r>
              <a:rPr lang="en-IN" sz="2400">
                <a:solidFill>
                  <a:schemeClr val="dk1"/>
                </a:solidFill>
                <a:latin typeface="Calibri"/>
                <a:ea typeface="Calibri"/>
                <a:cs typeface="Calibri"/>
                <a:sym typeface="Calibri"/>
              </a:rPr>
              <a:t>Protect data with secure access controls and compliance support.</a:t>
            </a:r>
            <a:endParaRPr sz="2400">
              <a:solidFill>
                <a:schemeClr val="dk1"/>
              </a:solidFill>
              <a:latin typeface="Calibri"/>
              <a:ea typeface="Calibri"/>
              <a:cs typeface="Calibri"/>
              <a:sym typeface="Calibri"/>
            </a:endParaRPr>
          </a:p>
          <a:p>
            <a:pPr indent="-381000" lvl="0" marL="457200" marR="0" rtl="0" algn="l">
              <a:lnSpc>
                <a:spcPct val="115000"/>
              </a:lnSpc>
              <a:spcBef>
                <a:spcPts val="0"/>
              </a:spcBef>
              <a:spcAft>
                <a:spcPts val="0"/>
              </a:spcAft>
              <a:buClr>
                <a:schemeClr val="dk1"/>
              </a:buClr>
              <a:buSzPts val="2400"/>
              <a:buFont typeface="Calibri"/>
              <a:buChar char="●"/>
            </a:pPr>
            <a:r>
              <a:rPr lang="en-IN" sz="2400">
                <a:solidFill>
                  <a:schemeClr val="dk1"/>
                </a:solidFill>
                <a:latin typeface="Calibri"/>
                <a:ea typeface="Calibri"/>
                <a:cs typeface="Calibri"/>
                <a:sym typeface="Calibri"/>
              </a:rPr>
              <a:t>Enable analytics by identifying trends and guiding informed business decisions.</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120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74521c8576_0_12"/>
          <p:cNvSpPr txBox="1"/>
          <p:nvPr>
            <p:ph type="ctrTitle"/>
          </p:nvPr>
        </p:nvSpPr>
        <p:spPr>
          <a:xfrm>
            <a:off x="0" y="131450"/>
            <a:ext cx="6216900" cy="7830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IN"/>
              <a:t>Working of Databases</a:t>
            </a:r>
            <a:endParaRPr b="1"/>
          </a:p>
          <a:p>
            <a:pPr indent="0" lvl="0" marL="0" rtl="0" algn="ctr">
              <a:lnSpc>
                <a:spcPct val="100000"/>
              </a:lnSpc>
              <a:spcBef>
                <a:spcPts val="400"/>
              </a:spcBef>
              <a:spcAft>
                <a:spcPts val="0"/>
              </a:spcAft>
              <a:buSzPts val="1400"/>
              <a:buNone/>
            </a:pPr>
            <a:r>
              <a:t/>
            </a:r>
            <a:endParaRPr/>
          </a:p>
        </p:txBody>
      </p:sp>
      <p:sp>
        <p:nvSpPr>
          <p:cNvPr id="98" name="Google Shape;98;g374521c8576_0_12"/>
          <p:cNvSpPr txBox="1"/>
          <p:nvPr/>
        </p:nvSpPr>
        <p:spPr>
          <a:xfrm>
            <a:off x="231500" y="815525"/>
            <a:ext cx="8603100" cy="56223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0"/>
              </a:spcAft>
              <a:buNone/>
            </a:pPr>
            <a:r>
              <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lang="en-IN" sz="2400">
                <a:solidFill>
                  <a:schemeClr val="dk1"/>
                </a:solidFill>
                <a:latin typeface="Calibri"/>
                <a:ea typeface="Calibri"/>
                <a:cs typeface="Calibri"/>
                <a:sym typeface="Calibri"/>
              </a:rPr>
              <a:t>Databases work by organizing and storing information in a structured or unstructured format, allowing easy access, retrieval, and modification. </a:t>
            </a:r>
            <a:endParaRPr sz="2400">
              <a:solidFill>
                <a:schemeClr val="dk1"/>
              </a:solidFill>
              <a:latin typeface="Calibri"/>
              <a:ea typeface="Calibri"/>
              <a:cs typeface="Calibri"/>
              <a:sym typeface="Calibri"/>
            </a:endParaRPr>
          </a:p>
          <a:p>
            <a:pPr indent="-381000" lvl="0" marL="457200" marR="0" rtl="0" algn="l">
              <a:lnSpc>
                <a:spcPct val="115000"/>
              </a:lnSpc>
              <a:spcBef>
                <a:spcPts val="1200"/>
              </a:spcBef>
              <a:spcAft>
                <a:spcPts val="0"/>
              </a:spcAft>
              <a:buClr>
                <a:schemeClr val="dk1"/>
              </a:buClr>
              <a:buSzPts val="2400"/>
              <a:buFont typeface="Calibri"/>
              <a:buChar char="●"/>
            </a:pPr>
            <a:r>
              <a:rPr lang="en-IN" sz="2400">
                <a:solidFill>
                  <a:schemeClr val="dk1"/>
                </a:solidFill>
                <a:latin typeface="Calibri"/>
                <a:ea typeface="Calibri"/>
                <a:cs typeface="Calibri"/>
                <a:sym typeface="Calibri"/>
              </a:rPr>
              <a:t>The DBMS handles tasks like querying, updating, deleting and managing access permissions, without requiring users to know the physical details of where data is stored.</a:t>
            </a:r>
            <a:endParaRPr sz="2400">
              <a:solidFill>
                <a:schemeClr val="dk1"/>
              </a:solidFill>
              <a:latin typeface="Calibri"/>
              <a:ea typeface="Calibri"/>
              <a:cs typeface="Calibri"/>
              <a:sym typeface="Calibri"/>
            </a:endParaRPr>
          </a:p>
          <a:p>
            <a:pPr indent="-381000" lvl="0" marL="457200" rtl="0" algn="l">
              <a:lnSpc>
                <a:spcPct val="115000"/>
              </a:lnSpc>
              <a:spcBef>
                <a:spcPts val="0"/>
              </a:spcBef>
              <a:spcAft>
                <a:spcPts val="0"/>
              </a:spcAft>
              <a:buClr>
                <a:schemeClr val="dk1"/>
              </a:buClr>
              <a:buSzPts val="2400"/>
              <a:buFont typeface="Calibri"/>
              <a:buChar char="●"/>
            </a:pPr>
            <a:r>
              <a:rPr lang="en-IN" sz="2400">
                <a:solidFill>
                  <a:schemeClr val="dk1"/>
                </a:solidFill>
                <a:latin typeface="Calibri"/>
                <a:ea typeface="Calibri"/>
                <a:cs typeface="Calibri"/>
                <a:sym typeface="Calibri"/>
              </a:rPr>
              <a:t>When a user submits a request (such as a search or update), the DBMS processes the query, locates the relevant data, and returns results in a structured format.</a:t>
            </a:r>
            <a:endParaRPr sz="2400">
              <a:solidFill>
                <a:schemeClr val="dk1"/>
              </a:solidFill>
              <a:latin typeface="Calibri"/>
              <a:ea typeface="Calibri"/>
              <a:cs typeface="Calibri"/>
              <a:sym typeface="Calibri"/>
            </a:endParaRPr>
          </a:p>
          <a:p>
            <a:pPr indent="-381000" lvl="0" marL="457200" rtl="0" algn="l">
              <a:lnSpc>
                <a:spcPct val="115000"/>
              </a:lnSpc>
              <a:spcBef>
                <a:spcPts val="0"/>
              </a:spcBef>
              <a:spcAft>
                <a:spcPts val="0"/>
              </a:spcAft>
              <a:buClr>
                <a:schemeClr val="dk1"/>
              </a:buClr>
              <a:buSzPts val="2400"/>
              <a:buFont typeface="Calibri"/>
              <a:buChar char="●"/>
            </a:pPr>
            <a:r>
              <a:rPr lang="en-IN" sz="2400">
                <a:solidFill>
                  <a:schemeClr val="dk1"/>
                </a:solidFill>
                <a:latin typeface="Calibri"/>
                <a:ea typeface="Calibri"/>
                <a:cs typeface="Calibri"/>
                <a:sym typeface="Calibri"/>
              </a:rPr>
              <a:t>DBMSs provide features like backup, recovery, performance optimization and data security to ensure the system runs efficiently and reliably.</a:t>
            </a:r>
            <a:endParaRPr sz="24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t/>
            </a:r>
            <a:endParaRPr sz="2200">
              <a:solidFill>
                <a:schemeClr val="dk1"/>
              </a:solidFill>
            </a:endParaRPr>
          </a:p>
          <a:p>
            <a:pPr indent="0" lvl="0" marL="0" marR="0" rtl="0" algn="l">
              <a:lnSpc>
                <a:spcPct val="115000"/>
              </a:lnSpc>
              <a:spcBef>
                <a:spcPts val="1200"/>
              </a:spcBef>
              <a:spcAft>
                <a:spcPts val="1200"/>
              </a:spcAft>
              <a:buNone/>
            </a:pPr>
            <a:r>
              <a:t/>
            </a:r>
            <a:endParaRPr sz="2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74521c8576_0_20"/>
          <p:cNvSpPr txBox="1"/>
          <p:nvPr>
            <p:ph type="ctrTitle"/>
          </p:nvPr>
        </p:nvSpPr>
        <p:spPr>
          <a:xfrm>
            <a:off x="0" y="131450"/>
            <a:ext cx="6216900" cy="7830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IN"/>
              <a:t> Components of a Database</a:t>
            </a:r>
            <a:endParaRPr b="1"/>
          </a:p>
          <a:p>
            <a:pPr indent="0" lvl="0" marL="0" rtl="0" algn="ctr">
              <a:lnSpc>
                <a:spcPct val="100000"/>
              </a:lnSpc>
              <a:spcBef>
                <a:spcPts val="400"/>
              </a:spcBef>
              <a:spcAft>
                <a:spcPts val="0"/>
              </a:spcAft>
              <a:buSzPts val="1400"/>
              <a:buNone/>
            </a:pPr>
            <a:r>
              <a:t/>
            </a:r>
            <a:endParaRPr b="1" sz="3500">
              <a:latin typeface="Arial"/>
              <a:ea typeface="Arial"/>
              <a:cs typeface="Arial"/>
              <a:sym typeface="Arial"/>
            </a:endParaRPr>
          </a:p>
        </p:txBody>
      </p:sp>
      <p:sp>
        <p:nvSpPr>
          <p:cNvPr id="105" name="Google Shape;105;g374521c8576_0_20"/>
          <p:cNvSpPr txBox="1"/>
          <p:nvPr/>
        </p:nvSpPr>
        <p:spPr>
          <a:xfrm>
            <a:off x="231500" y="1133100"/>
            <a:ext cx="8568300" cy="5304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0"/>
              </a:spcAft>
              <a:buNone/>
            </a:pPr>
            <a:r>
              <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b="1" lang="en-IN" sz="2400">
                <a:solidFill>
                  <a:schemeClr val="dk1"/>
                </a:solidFill>
                <a:latin typeface="Calibri"/>
                <a:ea typeface="Calibri"/>
                <a:cs typeface="Calibri"/>
                <a:sym typeface="Calibri"/>
              </a:rPr>
              <a:t>Data</a:t>
            </a:r>
            <a:r>
              <a:rPr lang="en-IN" sz="2400">
                <a:solidFill>
                  <a:schemeClr val="dk1"/>
                </a:solidFill>
                <a:latin typeface="Calibri"/>
                <a:ea typeface="Calibri"/>
                <a:cs typeface="Calibri"/>
                <a:sym typeface="Calibri"/>
              </a:rPr>
              <a:t>: The actual information stored in the database, such as text, numbers, images, or files.</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b="1" lang="en-IN" sz="2400">
                <a:solidFill>
                  <a:schemeClr val="dk1"/>
                </a:solidFill>
                <a:latin typeface="Calibri"/>
                <a:ea typeface="Calibri"/>
                <a:cs typeface="Calibri"/>
                <a:sym typeface="Calibri"/>
              </a:rPr>
              <a:t>Schema</a:t>
            </a:r>
            <a:r>
              <a:rPr lang="en-IN" sz="2400">
                <a:solidFill>
                  <a:schemeClr val="dk1"/>
                </a:solidFill>
                <a:latin typeface="Calibri"/>
                <a:ea typeface="Calibri"/>
                <a:cs typeface="Calibri"/>
                <a:sym typeface="Calibri"/>
              </a:rPr>
              <a:t>: The structural blueprint that defines how data is organized—tables, fields, data types, and relationships.</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b="1" lang="en-IN" sz="2400">
                <a:solidFill>
                  <a:schemeClr val="dk1"/>
                </a:solidFill>
                <a:latin typeface="Calibri"/>
                <a:ea typeface="Calibri"/>
                <a:cs typeface="Calibri"/>
                <a:sym typeface="Calibri"/>
              </a:rPr>
              <a:t>DBMS</a:t>
            </a:r>
            <a:r>
              <a:rPr lang="en-IN" sz="2400">
                <a:solidFill>
                  <a:schemeClr val="dk1"/>
                </a:solidFill>
                <a:latin typeface="Calibri"/>
                <a:ea typeface="Calibri"/>
                <a:cs typeface="Calibri"/>
                <a:sym typeface="Calibri"/>
              </a:rPr>
              <a:t>: The software that manages database operations like storage, retrieval, and security (e.g., MySQL, Oracle).</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b="1" lang="en-IN" sz="2400">
                <a:solidFill>
                  <a:schemeClr val="dk1"/>
                </a:solidFill>
                <a:latin typeface="Calibri"/>
                <a:ea typeface="Calibri"/>
                <a:cs typeface="Calibri"/>
                <a:sym typeface="Calibri"/>
              </a:rPr>
              <a:t>Queries</a:t>
            </a:r>
            <a:r>
              <a:rPr lang="en-IN" sz="2400">
                <a:solidFill>
                  <a:schemeClr val="dk1"/>
                </a:solidFill>
                <a:latin typeface="Calibri"/>
                <a:ea typeface="Calibri"/>
                <a:cs typeface="Calibri"/>
                <a:sym typeface="Calibri"/>
              </a:rPr>
              <a:t>: Instructions (usually SQL) used to retrieve or manipulate data within the database.</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b="1" lang="en-IN" sz="2400">
                <a:solidFill>
                  <a:schemeClr val="dk1"/>
                </a:solidFill>
                <a:latin typeface="Calibri"/>
                <a:ea typeface="Calibri"/>
                <a:cs typeface="Calibri"/>
                <a:sym typeface="Calibri"/>
              </a:rPr>
              <a:t>Users</a:t>
            </a:r>
            <a:r>
              <a:rPr lang="en-IN" sz="2400">
                <a:solidFill>
                  <a:schemeClr val="dk1"/>
                </a:solidFill>
                <a:latin typeface="Calibri"/>
                <a:ea typeface="Calibri"/>
                <a:cs typeface="Calibri"/>
                <a:sym typeface="Calibri"/>
              </a:rPr>
              <a:t>: People or systems that interact with the database, each with specific roles and access permissions.</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120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74521c8576_0_42"/>
          <p:cNvSpPr txBox="1"/>
          <p:nvPr>
            <p:ph type="ctrTitle"/>
          </p:nvPr>
        </p:nvSpPr>
        <p:spPr>
          <a:xfrm>
            <a:off x="0" y="131450"/>
            <a:ext cx="6216900" cy="7830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800"/>
              </a:spcBef>
              <a:spcAft>
                <a:spcPts val="0"/>
              </a:spcAft>
              <a:buSzPts val="1100"/>
              <a:buNone/>
            </a:pPr>
            <a:r>
              <a:rPr b="1" lang="en-IN"/>
              <a:t> </a:t>
            </a:r>
            <a:endParaRPr b="1"/>
          </a:p>
          <a:p>
            <a:pPr indent="0" lvl="0" marL="0" rtl="0" algn="l">
              <a:lnSpc>
                <a:spcPct val="115000"/>
              </a:lnSpc>
              <a:spcBef>
                <a:spcPts val="1800"/>
              </a:spcBef>
              <a:spcAft>
                <a:spcPts val="0"/>
              </a:spcAft>
              <a:buSzPts val="1100"/>
              <a:buNone/>
            </a:pPr>
            <a:r>
              <a:rPr b="1" lang="en-IN">
                <a:latin typeface="Arial"/>
                <a:ea typeface="Arial"/>
                <a:cs typeface="Arial"/>
                <a:sym typeface="Arial"/>
              </a:rPr>
              <a:t>Types of Databases</a:t>
            </a:r>
            <a:endParaRPr b="1">
              <a:latin typeface="Arial"/>
              <a:ea typeface="Arial"/>
              <a:cs typeface="Arial"/>
              <a:sym typeface="Arial"/>
            </a:endParaRPr>
          </a:p>
          <a:p>
            <a:pPr indent="0" lvl="0" marL="0" rtl="0" algn="l">
              <a:lnSpc>
                <a:spcPct val="115000"/>
              </a:lnSpc>
              <a:spcBef>
                <a:spcPts val="1800"/>
              </a:spcBef>
              <a:spcAft>
                <a:spcPts val="400"/>
              </a:spcAft>
              <a:buSzPts val="1100"/>
              <a:buNone/>
            </a:pPr>
            <a:r>
              <a:t/>
            </a:r>
            <a:endParaRPr b="1"/>
          </a:p>
        </p:txBody>
      </p:sp>
      <p:sp>
        <p:nvSpPr>
          <p:cNvPr id="112" name="Google Shape;112;g374521c8576_0_42"/>
          <p:cNvSpPr txBox="1"/>
          <p:nvPr/>
        </p:nvSpPr>
        <p:spPr>
          <a:xfrm>
            <a:off x="231500" y="1133100"/>
            <a:ext cx="8568300" cy="5304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None/>
            </a:pPr>
            <a:r>
              <a:t/>
            </a:r>
            <a:endParaRPr sz="2400">
              <a:solidFill>
                <a:schemeClr val="dk1"/>
              </a:solidFill>
              <a:latin typeface="Calibri"/>
              <a:ea typeface="Calibri"/>
              <a:cs typeface="Calibri"/>
              <a:sym typeface="Calibri"/>
            </a:endParaRPr>
          </a:p>
        </p:txBody>
      </p:sp>
      <p:pic>
        <p:nvPicPr>
          <p:cNvPr id="113" name="Google Shape;113;g374521c8576_0_42"/>
          <p:cNvPicPr preferRelativeResize="0"/>
          <p:nvPr/>
        </p:nvPicPr>
        <p:blipFill>
          <a:blip r:embed="rId3">
            <a:alphaModFix/>
          </a:blip>
          <a:stretch>
            <a:fillRect/>
          </a:stretch>
        </p:blipFill>
        <p:spPr>
          <a:xfrm>
            <a:off x="0" y="914450"/>
            <a:ext cx="9144000" cy="5621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74521c8576_0_104"/>
          <p:cNvSpPr txBox="1"/>
          <p:nvPr>
            <p:ph type="ctrTitle"/>
          </p:nvPr>
        </p:nvSpPr>
        <p:spPr>
          <a:xfrm>
            <a:off x="0" y="131450"/>
            <a:ext cx="6216900" cy="7830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800"/>
              </a:spcBef>
              <a:spcAft>
                <a:spcPts val="0"/>
              </a:spcAft>
              <a:buSzPts val="1100"/>
              <a:buNone/>
            </a:pPr>
            <a:r>
              <a:rPr b="1" lang="en-IN"/>
              <a:t> </a:t>
            </a:r>
            <a:endParaRPr b="1"/>
          </a:p>
          <a:p>
            <a:pPr indent="0" lvl="0" marL="0" rtl="0" algn="l">
              <a:lnSpc>
                <a:spcPct val="115000"/>
              </a:lnSpc>
              <a:spcBef>
                <a:spcPts val="1800"/>
              </a:spcBef>
              <a:spcAft>
                <a:spcPts val="0"/>
              </a:spcAft>
              <a:buSzPts val="1100"/>
              <a:buNone/>
            </a:pPr>
            <a:r>
              <a:rPr b="1" lang="en-IN">
                <a:latin typeface="Arial"/>
                <a:ea typeface="Arial"/>
                <a:cs typeface="Arial"/>
                <a:sym typeface="Arial"/>
              </a:rPr>
              <a:t>Types of Databases</a:t>
            </a:r>
            <a:endParaRPr b="1">
              <a:latin typeface="Arial"/>
              <a:ea typeface="Arial"/>
              <a:cs typeface="Arial"/>
              <a:sym typeface="Arial"/>
            </a:endParaRPr>
          </a:p>
          <a:p>
            <a:pPr indent="0" lvl="0" marL="0" rtl="0" algn="l">
              <a:lnSpc>
                <a:spcPct val="115000"/>
              </a:lnSpc>
              <a:spcBef>
                <a:spcPts val="1800"/>
              </a:spcBef>
              <a:spcAft>
                <a:spcPts val="400"/>
              </a:spcAft>
              <a:buSzPts val="1100"/>
              <a:buNone/>
            </a:pPr>
            <a:r>
              <a:t/>
            </a:r>
            <a:endParaRPr b="1"/>
          </a:p>
        </p:txBody>
      </p:sp>
      <p:sp>
        <p:nvSpPr>
          <p:cNvPr id="120" name="Google Shape;120;g374521c8576_0_104"/>
          <p:cNvSpPr txBox="1"/>
          <p:nvPr/>
        </p:nvSpPr>
        <p:spPr>
          <a:xfrm>
            <a:off x="231500" y="1133100"/>
            <a:ext cx="8568300" cy="5304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0"/>
              </a:spcAft>
              <a:buNone/>
            </a:pPr>
            <a:r>
              <a:rPr b="1" lang="en-IN" sz="2400">
                <a:solidFill>
                  <a:schemeClr val="dk1"/>
                </a:solidFill>
                <a:latin typeface="Calibri"/>
                <a:ea typeface="Calibri"/>
                <a:cs typeface="Calibri"/>
                <a:sym typeface="Calibri"/>
              </a:rPr>
              <a:t>Relational Databases (RDBMS)</a:t>
            </a:r>
            <a:endParaRPr b="1"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lang="en-IN" sz="2400">
                <a:solidFill>
                  <a:schemeClr val="dk1"/>
                </a:solidFill>
                <a:latin typeface="Calibri"/>
                <a:ea typeface="Calibri"/>
                <a:cs typeface="Calibri"/>
                <a:sym typeface="Calibri"/>
              </a:rPr>
              <a:t>These databases organize data into tables made up of rows (records) and columns (fields). Each table stores related information (like customers, products, or orders), and tables can be linked using keys (Primary and Foreign Keys).</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b="1" lang="en-IN" sz="2400">
                <a:solidFill>
                  <a:schemeClr val="dk1"/>
                </a:solidFill>
                <a:latin typeface="Calibri"/>
                <a:ea typeface="Calibri"/>
                <a:cs typeface="Calibri"/>
                <a:sym typeface="Calibri"/>
              </a:rPr>
              <a:t>Examples: MySQL, PostgreSQL, Oracle, Microsoft SQL Server.</a:t>
            </a:r>
            <a:endParaRPr b="1"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b="1" lang="en-IN" sz="2400">
                <a:solidFill>
                  <a:schemeClr val="dk1"/>
                </a:solidFill>
                <a:latin typeface="Calibri"/>
                <a:ea typeface="Calibri"/>
                <a:cs typeface="Calibri"/>
                <a:sym typeface="Calibri"/>
              </a:rPr>
              <a:t>Why Use It: Easy to use, highly consistent, and supports powerful querying with SQL.</a:t>
            </a:r>
            <a:endParaRPr b="1" sz="2400">
              <a:solidFill>
                <a:schemeClr val="dk1"/>
              </a:solidFill>
              <a:latin typeface="Calibri"/>
              <a:ea typeface="Calibri"/>
              <a:cs typeface="Calibri"/>
              <a:sym typeface="Calibri"/>
            </a:endParaRPr>
          </a:p>
          <a:p>
            <a:pPr indent="0" lvl="0" marL="0" marR="0" rtl="0" algn="l">
              <a:lnSpc>
                <a:spcPct val="115000"/>
              </a:lnSpc>
              <a:spcBef>
                <a:spcPts val="1200"/>
              </a:spcBef>
              <a:spcAft>
                <a:spcPts val="120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74521c8576_0_63"/>
          <p:cNvSpPr txBox="1"/>
          <p:nvPr>
            <p:ph type="ctrTitle"/>
          </p:nvPr>
        </p:nvSpPr>
        <p:spPr>
          <a:xfrm>
            <a:off x="0" y="131450"/>
            <a:ext cx="6216900" cy="7830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800"/>
              </a:spcBef>
              <a:spcAft>
                <a:spcPts val="0"/>
              </a:spcAft>
              <a:buSzPts val="1100"/>
              <a:buNone/>
            </a:pPr>
            <a:r>
              <a:rPr b="1" lang="en-IN"/>
              <a:t> </a:t>
            </a:r>
            <a:endParaRPr b="1"/>
          </a:p>
          <a:p>
            <a:pPr indent="0" lvl="0" marL="0" rtl="0" algn="l">
              <a:lnSpc>
                <a:spcPct val="115000"/>
              </a:lnSpc>
              <a:spcBef>
                <a:spcPts val="1800"/>
              </a:spcBef>
              <a:spcAft>
                <a:spcPts val="0"/>
              </a:spcAft>
              <a:buSzPts val="1100"/>
              <a:buNone/>
            </a:pPr>
            <a:r>
              <a:rPr b="1" lang="en-IN"/>
              <a:t>Types of Databases</a:t>
            </a:r>
            <a:endParaRPr b="1"/>
          </a:p>
          <a:p>
            <a:pPr indent="0" lvl="0" marL="0" rtl="0" algn="l">
              <a:lnSpc>
                <a:spcPct val="115000"/>
              </a:lnSpc>
              <a:spcBef>
                <a:spcPts val="1800"/>
              </a:spcBef>
              <a:spcAft>
                <a:spcPts val="400"/>
              </a:spcAft>
              <a:buSzPts val="1100"/>
              <a:buNone/>
            </a:pPr>
            <a:r>
              <a:t/>
            </a:r>
            <a:endParaRPr b="1"/>
          </a:p>
        </p:txBody>
      </p:sp>
      <p:sp>
        <p:nvSpPr>
          <p:cNvPr id="127" name="Google Shape;127;g374521c8576_0_63"/>
          <p:cNvSpPr txBox="1"/>
          <p:nvPr/>
        </p:nvSpPr>
        <p:spPr>
          <a:xfrm>
            <a:off x="231500" y="1133100"/>
            <a:ext cx="8568300" cy="5304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t/>
            </a:r>
            <a:endParaRPr sz="24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sz="24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IN" sz="2400">
                <a:solidFill>
                  <a:schemeClr val="dk1"/>
                </a:solidFill>
                <a:latin typeface="Calibri"/>
                <a:ea typeface="Calibri"/>
                <a:cs typeface="Calibri"/>
                <a:sym typeface="Calibri"/>
              </a:rPr>
              <a:t>NoSQL Databases</a:t>
            </a:r>
            <a:endParaRPr b="1" sz="24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IN" sz="2400">
                <a:solidFill>
                  <a:schemeClr val="dk1"/>
                </a:solidFill>
                <a:latin typeface="Calibri"/>
                <a:ea typeface="Calibri"/>
                <a:cs typeface="Calibri"/>
                <a:sym typeface="Calibri"/>
              </a:rPr>
              <a:t>"NoSQL" stands for "Not Only SQL". These databases are designed to handle unstructured or semi-structured data, such as text, images, videos, or sensor data. They don’t rely on the traditional table format. Instead, they store data in formats like:</a:t>
            </a:r>
            <a:endParaRPr sz="24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IN" sz="2400">
                <a:solidFill>
                  <a:schemeClr val="dk1"/>
                </a:solidFill>
                <a:latin typeface="Calibri"/>
                <a:ea typeface="Calibri"/>
                <a:cs typeface="Calibri"/>
                <a:sym typeface="Calibri"/>
              </a:rPr>
              <a:t>Document-based (e.g., MongoDB),</a:t>
            </a:r>
            <a:endParaRPr b="1" sz="24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IN" sz="2400">
                <a:solidFill>
                  <a:schemeClr val="dk1"/>
                </a:solidFill>
                <a:latin typeface="Calibri"/>
                <a:ea typeface="Calibri"/>
                <a:cs typeface="Calibri"/>
                <a:sym typeface="Calibri"/>
              </a:rPr>
              <a:t>Key-value pairs (e.g., Redis),</a:t>
            </a:r>
            <a:endParaRPr b="1" sz="24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IN" sz="2400">
                <a:solidFill>
                  <a:schemeClr val="dk1"/>
                </a:solidFill>
                <a:latin typeface="Calibri"/>
                <a:ea typeface="Calibri"/>
                <a:cs typeface="Calibri"/>
                <a:sym typeface="Calibri"/>
              </a:rPr>
              <a:t>Wide-column (e.g., Cassandra),</a:t>
            </a:r>
            <a:endParaRPr b="1" sz="24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IN" sz="2400">
                <a:solidFill>
                  <a:schemeClr val="dk1"/>
                </a:solidFill>
                <a:latin typeface="Calibri"/>
                <a:ea typeface="Calibri"/>
                <a:cs typeface="Calibri"/>
                <a:sym typeface="Calibri"/>
              </a:rPr>
              <a:t>Graphs (e.g., Neo4j).</a:t>
            </a:r>
            <a:endParaRPr b="1" sz="24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t/>
            </a:r>
            <a:endParaRPr b="1"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120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74521c8576_0_69"/>
          <p:cNvSpPr txBox="1"/>
          <p:nvPr>
            <p:ph type="ctrTitle"/>
          </p:nvPr>
        </p:nvSpPr>
        <p:spPr>
          <a:xfrm>
            <a:off x="0" y="131450"/>
            <a:ext cx="6216900" cy="7830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800"/>
              </a:spcBef>
              <a:spcAft>
                <a:spcPts val="0"/>
              </a:spcAft>
              <a:buSzPts val="1100"/>
              <a:buNone/>
            </a:pPr>
            <a:r>
              <a:rPr b="1" lang="en-IN"/>
              <a:t> </a:t>
            </a:r>
            <a:endParaRPr b="1"/>
          </a:p>
          <a:p>
            <a:pPr indent="0" lvl="0" marL="0" rtl="0" algn="l">
              <a:lnSpc>
                <a:spcPct val="115000"/>
              </a:lnSpc>
              <a:spcBef>
                <a:spcPts val="1800"/>
              </a:spcBef>
              <a:spcAft>
                <a:spcPts val="0"/>
              </a:spcAft>
              <a:buSzPts val="1100"/>
              <a:buNone/>
            </a:pPr>
            <a:r>
              <a:rPr b="1" lang="en-IN"/>
              <a:t>Types of Databases</a:t>
            </a:r>
            <a:endParaRPr b="1"/>
          </a:p>
          <a:p>
            <a:pPr indent="0" lvl="0" marL="0" rtl="0" algn="l">
              <a:lnSpc>
                <a:spcPct val="115000"/>
              </a:lnSpc>
              <a:spcBef>
                <a:spcPts val="1800"/>
              </a:spcBef>
              <a:spcAft>
                <a:spcPts val="400"/>
              </a:spcAft>
              <a:buSzPts val="1100"/>
              <a:buNone/>
            </a:pPr>
            <a:r>
              <a:t/>
            </a:r>
            <a:endParaRPr b="1"/>
          </a:p>
        </p:txBody>
      </p:sp>
      <p:sp>
        <p:nvSpPr>
          <p:cNvPr id="134" name="Google Shape;134;g374521c8576_0_69"/>
          <p:cNvSpPr txBox="1"/>
          <p:nvPr/>
        </p:nvSpPr>
        <p:spPr>
          <a:xfrm>
            <a:off x="231500" y="1133100"/>
            <a:ext cx="8568300" cy="5304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0"/>
              </a:spcAft>
              <a:buNone/>
            </a:pPr>
            <a:r>
              <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lang="en-IN" sz="2400">
                <a:solidFill>
                  <a:schemeClr val="dk1"/>
                </a:solidFill>
                <a:latin typeface="Calibri"/>
                <a:ea typeface="Calibri"/>
                <a:cs typeface="Calibri"/>
                <a:sym typeface="Calibri"/>
              </a:rPr>
              <a:t> </a:t>
            </a:r>
            <a:r>
              <a:rPr b="1" lang="en-IN" sz="2400">
                <a:solidFill>
                  <a:schemeClr val="dk1"/>
                </a:solidFill>
                <a:latin typeface="Calibri"/>
                <a:ea typeface="Calibri"/>
                <a:cs typeface="Calibri"/>
                <a:sym typeface="Calibri"/>
              </a:rPr>
              <a:t>Cloud Databases</a:t>
            </a:r>
            <a:endParaRPr b="1"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lang="en-IN" sz="2400">
                <a:solidFill>
                  <a:schemeClr val="dk1"/>
                </a:solidFill>
                <a:latin typeface="Calibri"/>
                <a:ea typeface="Calibri"/>
                <a:cs typeface="Calibri"/>
                <a:sym typeface="Calibri"/>
              </a:rPr>
              <a:t>These databases run on cloud platforms instead of local servers. They offer on-demand scalability, reduced maintenance, and high availability. You pay for what you use and can access them from anywhere.</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b="1" lang="en-IN" sz="2400">
                <a:solidFill>
                  <a:schemeClr val="dk1"/>
                </a:solidFill>
                <a:latin typeface="Calibri"/>
                <a:ea typeface="Calibri"/>
                <a:cs typeface="Calibri"/>
                <a:sym typeface="Calibri"/>
              </a:rPr>
              <a:t>Examples: Amazon RDS, Google Cloud SQL, Azure SQL Database.</a:t>
            </a:r>
            <a:endParaRPr b="1"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b="1" lang="en-IN" sz="2400">
                <a:solidFill>
                  <a:schemeClr val="dk1"/>
                </a:solidFill>
                <a:latin typeface="Calibri"/>
                <a:ea typeface="Calibri"/>
                <a:cs typeface="Calibri"/>
                <a:sym typeface="Calibri"/>
              </a:rPr>
              <a:t>Why Use It: Automatic backups, easy to scale, and no need for in-house hardware.</a:t>
            </a:r>
            <a:endParaRPr b="1"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120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74521c8576_0_75"/>
          <p:cNvSpPr txBox="1"/>
          <p:nvPr>
            <p:ph type="ctrTitle"/>
          </p:nvPr>
        </p:nvSpPr>
        <p:spPr>
          <a:xfrm>
            <a:off x="0" y="131450"/>
            <a:ext cx="6216900" cy="7830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800"/>
              </a:spcBef>
              <a:spcAft>
                <a:spcPts val="0"/>
              </a:spcAft>
              <a:buSzPts val="1100"/>
              <a:buNone/>
            </a:pPr>
            <a:r>
              <a:rPr b="1" lang="en-IN"/>
              <a:t> </a:t>
            </a:r>
            <a:endParaRPr b="1"/>
          </a:p>
          <a:p>
            <a:pPr indent="0" lvl="0" marL="0" rtl="0" algn="l">
              <a:lnSpc>
                <a:spcPct val="115000"/>
              </a:lnSpc>
              <a:spcBef>
                <a:spcPts val="1800"/>
              </a:spcBef>
              <a:spcAft>
                <a:spcPts val="0"/>
              </a:spcAft>
              <a:buSzPts val="1100"/>
              <a:buNone/>
            </a:pPr>
            <a:r>
              <a:rPr b="1" lang="en-IN"/>
              <a:t>Types of Databases</a:t>
            </a:r>
            <a:endParaRPr b="1"/>
          </a:p>
          <a:p>
            <a:pPr indent="0" lvl="0" marL="0" rtl="0" algn="l">
              <a:lnSpc>
                <a:spcPct val="115000"/>
              </a:lnSpc>
              <a:spcBef>
                <a:spcPts val="1800"/>
              </a:spcBef>
              <a:spcAft>
                <a:spcPts val="400"/>
              </a:spcAft>
              <a:buSzPts val="1100"/>
              <a:buNone/>
            </a:pPr>
            <a:r>
              <a:t/>
            </a:r>
            <a:endParaRPr b="1"/>
          </a:p>
        </p:txBody>
      </p:sp>
      <p:sp>
        <p:nvSpPr>
          <p:cNvPr id="141" name="Google Shape;141;g374521c8576_0_75"/>
          <p:cNvSpPr txBox="1"/>
          <p:nvPr/>
        </p:nvSpPr>
        <p:spPr>
          <a:xfrm>
            <a:off x="231500" y="1133100"/>
            <a:ext cx="8568300" cy="5304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0"/>
              </a:spcAft>
              <a:buNone/>
            </a:pPr>
            <a:r>
              <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lang="en-IN"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t/>
            </a:r>
            <a:endParaRPr b="1"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b="1" lang="en-IN" sz="2400">
                <a:solidFill>
                  <a:schemeClr val="dk1"/>
                </a:solidFill>
                <a:latin typeface="Calibri"/>
                <a:ea typeface="Calibri"/>
                <a:cs typeface="Calibri"/>
                <a:sym typeface="Calibri"/>
              </a:rPr>
              <a:t>Graph Databases</a:t>
            </a:r>
            <a:endParaRPr b="1"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lang="en-IN" sz="2400">
                <a:solidFill>
                  <a:schemeClr val="dk1"/>
                </a:solidFill>
                <a:latin typeface="Calibri"/>
                <a:ea typeface="Calibri"/>
                <a:cs typeface="Calibri"/>
                <a:sym typeface="Calibri"/>
              </a:rPr>
              <a:t>These databases focus on how data relates to other data. They use a structure of nodes (data points) and edges (relationships) to represent and store data.</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b="1" lang="en-IN" sz="2400">
                <a:solidFill>
                  <a:schemeClr val="dk1"/>
                </a:solidFill>
                <a:latin typeface="Calibri"/>
                <a:ea typeface="Calibri"/>
                <a:cs typeface="Calibri"/>
                <a:sym typeface="Calibri"/>
              </a:rPr>
              <a:t>Examples: Neo4j, Amazon Neptune.</a:t>
            </a:r>
            <a:endParaRPr b="1"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b="1" lang="en-IN" sz="2400">
                <a:solidFill>
                  <a:schemeClr val="dk1"/>
                </a:solidFill>
                <a:latin typeface="Calibri"/>
                <a:ea typeface="Calibri"/>
                <a:cs typeface="Calibri"/>
                <a:sym typeface="Calibri"/>
              </a:rPr>
              <a:t>Why Use It: Great at managing relationships, faster for queries involving connected data.</a:t>
            </a:r>
            <a:endParaRPr b="1"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t/>
            </a:r>
            <a:endParaRPr b="1"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120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374521c8576_0_56"/>
          <p:cNvSpPr txBox="1"/>
          <p:nvPr>
            <p:ph type="ctrTitle"/>
          </p:nvPr>
        </p:nvSpPr>
        <p:spPr>
          <a:xfrm>
            <a:off x="0" y="131450"/>
            <a:ext cx="6216900" cy="7830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800"/>
              </a:spcBef>
              <a:spcAft>
                <a:spcPts val="0"/>
              </a:spcAft>
              <a:buSzPts val="1100"/>
              <a:buNone/>
            </a:pPr>
            <a:r>
              <a:rPr b="1" lang="en-IN"/>
              <a:t> </a:t>
            </a:r>
            <a:endParaRPr b="1"/>
          </a:p>
          <a:p>
            <a:pPr indent="0" lvl="0" marL="0" rtl="0" algn="l">
              <a:lnSpc>
                <a:spcPct val="115000"/>
              </a:lnSpc>
              <a:spcBef>
                <a:spcPts val="1800"/>
              </a:spcBef>
              <a:spcAft>
                <a:spcPts val="0"/>
              </a:spcAft>
              <a:buSzPts val="1100"/>
              <a:buNone/>
            </a:pPr>
            <a:r>
              <a:rPr b="1" lang="en-IN"/>
              <a:t>Types of Databases</a:t>
            </a:r>
            <a:endParaRPr b="1"/>
          </a:p>
          <a:p>
            <a:pPr indent="0" lvl="0" marL="0" rtl="0" algn="l">
              <a:lnSpc>
                <a:spcPct val="115000"/>
              </a:lnSpc>
              <a:spcBef>
                <a:spcPts val="1800"/>
              </a:spcBef>
              <a:spcAft>
                <a:spcPts val="400"/>
              </a:spcAft>
              <a:buSzPts val="1100"/>
              <a:buNone/>
            </a:pPr>
            <a:r>
              <a:t/>
            </a:r>
            <a:endParaRPr b="1"/>
          </a:p>
        </p:txBody>
      </p:sp>
      <p:sp>
        <p:nvSpPr>
          <p:cNvPr id="148" name="Google Shape;148;g374521c8576_0_56"/>
          <p:cNvSpPr txBox="1"/>
          <p:nvPr/>
        </p:nvSpPr>
        <p:spPr>
          <a:xfrm>
            <a:off x="231500" y="1133100"/>
            <a:ext cx="8568300" cy="5304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0"/>
              </a:spcAft>
              <a:buNone/>
            </a:pPr>
            <a:r>
              <a:rPr b="1" lang="en-IN" sz="2400">
                <a:solidFill>
                  <a:schemeClr val="dk1"/>
                </a:solidFill>
                <a:latin typeface="Calibri"/>
                <a:ea typeface="Calibri"/>
                <a:cs typeface="Calibri"/>
                <a:sym typeface="Calibri"/>
              </a:rPr>
              <a:t>Distributed Databases</a:t>
            </a:r>
            <a:endParaRPr b="1"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lang="en-IN" sz="2400">
                <a:solidFill>
                  <a:schemeClr val="dk1"/>
                </a:solidFill>
                <a:latin typeface="Calibri"/>
                <a:ea typeface="Calibri"/>
                <a:cs typeface="Calibri"/>
                <a:sym typeface="Calibri"/>
              </a:rPr>
              <a:t>A distributed database stores data across multiple locations—which can be on different computers, data centers, or even continents. Despite being spread out, it works as a single database system to the user.</a:t>
            </a:r>
            <a:endParaRPr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b="1" lang="en-IN" sz="2400">
                <a:solidFill>
                  <a:schemeClr val="dk1"/>
                </a:solidFill>
                <a:latin typeface="Calibri"/>
                <a:ea typeface="Calibri"/>
                <a:cs typeface="Calibri"/>
                <a:sym typeface="Calibri"/>
              </a:rPr>
              <a:t>Examples: Apache Cassandra, Google Spanner.</a:t>
            </a:r>
            <a:endParaRPr b="1" sz="2400">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None/>
            </a:pPr>
            <a:r>
              <a:rPr b="1" lang="en-IN" sz="2400">
                <a:solidFill>
                  <a:schemeClr val="dk1"/>
                </a:solidFill>
                <a:latin typeface="Calibri"/>
                <a:ea typeface="Calibri"/>
                <a:cs typeface="Calibri"/>
                <a:sym typeface="Calibri"/>
              </a:rPr>
              <a:t>Why Use It: Improves speed and availability, ensures fault tolerance, and reduces the risk of system failure.</a:t>
            </a:r>
            <a:endParaRPr b="1" sz="2400">
              <a:solidFill>
                <a:schemeClr val="dk1"/>
              </a:solidFill>
              <a:latin typeface="Calibri"/>
              <a:ea typeface="Calibri"/>
              <a:cs typeface="Calibri"/>
              <a:sym typeface="Calibri"/>
            </a:endParaRPr>
          </a:p>
          <a:p>
            <a:pPr indent="0" lvl="0" marL="0" marR="0" rtl="0" algn="l">
              <a:lnSpc>
                <a:spcPct val="115000"/>
              </a:lnSpc>
              <a:spcBef>
                <a:spcPts val="1200"/>
              </a:spcBef>
              <a:spcAft>
                <a:spcPts val="1200"/>
              </a:spcAft>
              <a:buNone/>
            </a:pPr>
            <a:r>
              <a:t/>
            </a:r>
            <a:endParaRPr b="1" sz="24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74521c8576_0_81"/>
          <p:cNvSpPr txBox="1"/>
          <p:nvPr>
            <p:ph type="ctrTitle"/>
          </p:nvPr>
        </p:nvSpPr>
        <p:spPr>
          <a:xfrm>
            <a:off x="0" y="131450"/>
            <a:ext cx="6216900" cy="7830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800"/>
              </a:spcBef>
              <a:spcAft>
                <a:spcPts val="0"/>
              </a:spcAft>
              <a:buSzPts val="1100"/>
              <a:buNone/>
            </a:pPr>
            <a:r>
              <a:rPr b="1" lang="en-IN"/>
              <a:t> </a:t>
            </a:r>
            <a:endParaRPr b="1"/>
          </a:p>
          <a:p>
            <a:pPr indent="0" lvl="0" marL="0" rtl="0" algn="l">
              <a:lnSpc>
                <a:spcPct val="115000"/>
              </a:lnSpc>
              <a:spcBef>
                <a:spcPts val="1800"/>
              </a:spcBef>
              <a:spcAft>
                <a:spcPts val="0"/>
              </a:spcAft>
              <a:buSzPts val="1100"/>
              <a:buNone/>
            </a:pPr>
            <a:r>
              <a:rPr b="1" lang="en-IN"/>
              <a:t>Types of Databases</a:t>
            </a:r>
            <a:endParaRPr b="1"/>
          </a:p>
          <a:p>
            <a:pPr indent="0" lvl="0" marL="0" rtl="0" algn="l">
              <a:lnSpc>
                <a:spcPct val="115000"/>
              </a:lnSpc>
              <a:spcBef>
                <a:spcPts val="1800"/>
              </a:spcBef>
              <a:spcAft>
                <a:spcPts val="400"/>
              </a:spcAft>
              <a:buSzPts val="1100"/>
              <a:buNone/>
            </a:pPr>
            <a:r>
              <a:t/>
            </a:r>
            <a:endParaRPr b="1"/>
          </a:p>
        </p:txBody>
      </p:sp>
      <p:sp>
        <p:nvSpPr>
          <p:cNvPr id="155" name="Google Shape;155;g374521c8576_0_81"/>
          <p:cNvSpPr txBox="1"/>
          <p:nvPr/>
        </p:nvSpPr>
        <p:spPr>
          <a:xfrm>
            <a:off x="231500" y="1133100"/>
            <a:ext cx="8568300" cy="5304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None/>
            </a:pPr>
            <a:r>
              <a:t/>
            </a:r>
            <a:endParaRPr b="1" sz="2400">
              <a:solidFill>
                <a:schemeClr val="dk1"/>
              </a:solidFill>
              <a:latin typeface="Calibri"/>
              <a:ea typeface="Calibri"/>
              <a:cs typeface="Calibri"/>
              <a:sym typeface="Calibri"/>
            </a:endParaRPr>
          </a:p>
        </p:txBody>
      </p:sp>
      <p:pic>
        <p:nvPicPr>
          <p:cNvPr id="156" name="Google Shape;156;g374521c8576_0_81"/>
          <p:cNvPicPr preferRelativeResize="0"/>
          <p:nvPr/>
        </p:nvPicPr>
        <p:blipFill>
          <a:blip r:embed="rId3">
            <a:alphaModFix/>
          </a:blip>
          <a:stretch>
            <a:fillRect/>
          </a:stretch>
        </p:blipFill>
        <p:spPr>
          <a:xfrm>
            <a:off x="0" y="914450"/>
            <a:ext cx="9144000" cy="58074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9"/>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7200"/>
              <a:buNone/>
            </a:pPr>
            <a:r>
              <a:t/>
            </a:r>
            <a:endParaRPr b="1" sz="7200">
              <a:latin typeface="Times New Roman"/>
              <a:ea typeface="Times New Roman"/>
              <a:cs typeface="Times New Roman"/>
              <a:sym typeface="Times New Roman"/>
            </a:endParaRPr>
          </a:p>
          <a:p>
            <a:pPr indent="0" lvl="0" marL="0" rtl="0" algn="ctr">
              <a:lnSpc>
                <a:spcPct val="100000"/>
              </a:lnSpc>
              <a:spcBef>
                <a:spcPts val="1080"/>
              </a:spcBef>
              <a:spcAft>
                <a:spcPts val="0"/>
              </a:spcAft>
              <a:buClr>
                <a:schemeClr val="dk1"/>
              </a:buClr>
              <a:buSzPts val="5400"/>
              <a:buNone/>
            </a:pPr>
            <a:r>
              <a:rPr b="1" lang="en-IN" sz="5400">
                <a:latin typeface="Times New Roman"/>
                <a:ea typeface="Times New Roman"/>
                <a:cs typeface="Times New Roman"/>
                <a:sym typeface="Times New Roman"/>
              </a:rPr>
              <a:t>THANK YOU</a:t>
            </a:r>
            <a:endParaRPr/>
          </a:p>
        </p:txBody>
      </p:sp>
      <p:sp>
        <p:nvSpPr>
          <p:cNvPr id="162" name="Google Shape;162;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2010-04-09T07:36:15Z</dcterms:created>
  <dc:creator>ABC</dc:creator>
</cp:coreProperties>
</file>