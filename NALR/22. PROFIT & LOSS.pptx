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8"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7" r:id="rId41"/>
    <p:sldId id="308" r:id="rId42"/>
    <p:sldId id="309" r:id="rId43"/>
    <p:sldId id="310" r:id="rId44"/>
    <p:sldId id="313" r:id="rId45"/>
    <p:sldId id="314" r:id="rId46"/>
    <p:sldId id="317" r:id="rId47"/>
    <p:sldId id="318" r:id="rId48"/>
    <p:sldId id="319" r:id="rId49"/>
    <p:sldId id="320" r:id="rId50"/>
    <p:sldId id="321" r:id="rId51"/>
    <p:sldId id="322" r:id="rId52"/>
    <p:sldId id="325" r:id="rId53"/>
    <p:sldId id="326" r:id="rId54"/>
    <p:sldId id="327" r:id="rId55"/>
    <p:sldId id="328" r:id="rId56"/>
    <p:sldId id="329" r:id="rId57"/>
    <p:sldId id="330" r:id="rId58"/>
    <p:sldId id="331" r:id="rId59"/>
    <p:sldId id="332" r:id="rId60"/>
    <p:sldId id="333" r:id="rId61"/>
    <p:sldId id="334" r:id="rId62"/>
    <p:sldId id="335" r:id="rId63"/>
    <p:sldId id="336" r:id="rId64"/>
    <p:sldId id="337" r:id="rId65"/>
    <p:sldId id="338" r:id="rId66"/>
    <p:sldId id="339" r:id="rId67"/>
    <p:sldId id="340" r:id="rId68"/>
    <p:sldId id="341" r:id="rId69"/>
    <p:sldId id="342" r:id="rId70"/>
    <p:sldId id="343" r:id="rId71"/>
    <p:sldId id="344" r:id="rId72"/>
    <p:sldId id="349" r:id="rId73"/>
    <p:sldId id="350" r:id="rId74"/>
    <p:sldId id="351" r:id="rId75"/>
    <p:sldId id="352" r:id="rId76"/>
    <p:sldId id="354" r:id="rId77"/>
  </p:sldIdLst>
  <p:sldSz cx="12192000" cy="6858000"/>
  <p:notesSz cx="6858000" cy="9144000"/>
  <p:embeddedFontLst>
    <p:embeddedFont>
      <p:font typeface="Arial Black" panose="020B0A04020102020204" pitchFamily="34" charset="0"/>
      <p:regular r:id="rId79"/>
      <p:bold r:id="rId80"/>
      <p:italic r:id="rId81"/>
    </p:embeddedFont>
    <p:embeddedFont>
      <p:font typeface="Roboto" panose="02000000000000000000" pitchFamily="2"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2" roundtripDataSignature="AMtx7mhXfczRvx/svPnob+Rb6mubeazk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04" autoAdjust="0"/>
    <p:restoredTop sz="94660"/>
  </p:normalViewPr>
  <p:slideViewPr>
    <p:cSldViewPr snapToGrid="0">
      <p:cViewPr varScale="1">
        <p:scale>
          <a:sx n="78" d="100"/>
          <a:sy n="78" d="100"/>
        </p:scale>
        <p:origin x="859"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microsoft.com/office/2016/11/relationships/changesInfo" Target="changesInfos/changesInfo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6.fntdata"/><Relationship Id="rId112" Type="http://customschemas.google.com/relationships/presentationmetadata" Target="meta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1.fntdata"/><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font" Target="fonts/font4.fntdata"/><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kumar" userId="e98c6c8ac4fa17dc" providerId="LiveId" clId="{1D912288-C10F-441D-A701-BE8BB8986ED5}"/>
    <pc:docChg chg="custSel modSld">
      <pc:chgData name="mukesh kumar" userId="e98c6c8ac4fa17dc" providerId="LiveId" clId="{1D912288-C10F-441D-A701-BE8BB8986ED5}" dt="2024-02-20T06:31:37.123" v="13" actId="21"/>
      <pc:docMkLst>
        <pc:docMk/>
      </pc:docMkLst>
      <pc:sldChg chg="modSp mod">
        <pc:chgData name="mukesh kumar" userId="e98c6c8ac4fa17dc" providerId="LiveId" clId="{1D912288-C10F-441D-A701-BE8BB8986ED5}" dt="2024-02-20T06:18:04.327" v="1" actId="207"/>
        <pc:sldMkLst>
          <pc:docMk/>
          <pc:sldMk cId="0" sldId="300"/>
        </pc:sldMkLst>
        <pc:spChg chg="mod">
          <ac:chgData name="mukesh kumar" userId="e98c6c8ac4fa17dc" providerId="LiveId" clId="{1D912288-C10F-441D-A701-BE8BB8986ED5}" dt="2024-02-20T06:18:04.327" v="1" actId="207"/>
          <ac:spMkLst>
            <pc:docMk/>
            <pc:sldMk cId="0" sldId="300"/>
            <ac:spMk id="362" creationId="{00000000-0000-0000-0000-000000000000}"/>
          </ac:spMkLst>
        </pc:spChg>
      </pc:sldChg>
      <pc:sldChg chg="modSp mod">
        <pc:chgData name="mukesh kumar" userId="e98c6c8ac4fa17dc" providerId="LiveId" clId="{1D912288-C10F-441D-A701-BE8BB8986ED5}" dt="2024-02-20T06:20:05.978" v="10" actId="20577"/>
        <pc:sldMkLst>
          <pc:docMk/>
          <pc:sldMk cId="0" sldId="303"/>
        </pc:sldMkLst>
        <pc:spChg chg="mod">
          <ac:chgData name="mukesh kumar" userId="e98c6c8ac4fa17dc" providerId="LiveId" clId="{1D912288-C10F-441D-A701-BE8BB8986ED5}" dt="2024-02-20T06:20:05.978" v="10" actId="20577"/>
          <ac:spMkLst>
            <pc:docMk/>
            <pc:sldMk cId="0" sldId="303"/>
            <ac:spMk id="380" creationId="{00000000-0000-0000-0000-000000000000}"/>
          </ac:spMkLst>
        </pc:spChg>
      </pc:sldChg>
      <pc:sldChg chg="modSp mod">
        <pc:chgData name="mukesh kumar" userId="e98c6c8ac4fa17dc" providerId="LiveId" clId="{1D912288-C10F-441D-A701-BE8BB8986ED5}" dt="2024-02-20T06:19:58.760" v="6" actId="20577"/>
        <pc:sldMkLst>
          <pc:docMk/>
          <pc:sldMk cId="0" sldId="304"/>
        </pc:sldMkLst>
        <pc:spChg chg="mod">
          <ac:chgData name="mukesh kumar" userId="e98c6c8ac4fa17dc" providerId="LiveId" clId="{1D912288-C10F-441D-A701-BE8BB8986ED5}" dt="2024-02-20T06:19:58.760" v="6" actId="20577"/>
          <ac:spMkLst>
            <pc:docMk/>
            <pc:sldMk cId="0" sldId="304"/>
            <ac:spMk id="386" creationId="{00000000-0000-0000-0000-000000000000}"/>
          </ac:spMkLst>
        </pc:spChg>
      </pc:sldChg>
      <pc:sldChg chg="delSp mod">
        <pc:chgData name="mukesh kumar" userId="e98c6c8ac4fa17dc" providerId="LiveId" clId="{1D912288-C10F-441D-A701-BE8BB8986ED5}" dt="2024-02-20T06:31:37.123" v="13" actId="21"/>
        <pc:sldMkLst>
          <pc:docMk/>
          <pc:sldMk cId="0" sldId="344"/>
        </pc:sldMkLst>
        <pc:grpChg chg="del">
          <ac:chgData name="mukesh kumar" userId="e98c6c8ac4fa17dc" providerId="LiveId" clId="{1D912288-C10F-441D-A701-BE8BB8986ED5}" dt="2024-02-20T06:31:37.123" v="13" actId="21"/>
          <ac:grpSpMkLst>
            <pc:docMk/>
            <pc:sldMk cId="0" sldId="344"/>
            <ac:grpSpMk id="8" creationId="{0A9FC45D-7525-C45B-B70A-60EB4308E2C5}"/>
          </ac:grpSpMkLst>
        </pc:grpChg>
        <pc:grpChg chg="del">
          <ac:chgData name="mukesh kumar" userId="e98c6c8ac4fa17dc" providerId="LiveId" clId="{1D912288-C10F-441D-A701-BE8BB8986ED5}" dt="2024-02-20T06:31:31.721" v="12" actId="21"/>
          <ac:grpSpMkLst>
            <pc:docMk/>
            <pc:sldMk cId="0" sldId="344"/>
            <ac:grpSpMk id="13" creationId="{40CA9178-38FB-F59C-07F1-EF7BCB23C0E1}"/>
          </ac:grpSpMkLst>
        </pc:grpChg>
        <pc:inkChg chg="del">
          <ac:chgData name="mukesh kumar" userId="e98c6c8ac4fa17dc" providerId="LiveId" clId="{1D912288-C10F-441D-A701-BE8BB8986ED5}" dt="2024-02-20T06:31:29.138" v="11" actId="21"/>
          <ac:inkMkLst>
            <pc:docMk/>
            <pc:sldMk cId="0" sldId="344"/>
            <ac:inkMk id="10" creationId="{FF74C3C5-9671-0016-9DEC-E27B9E4795F3}"/>
          </ac:inkMkLst>
        </pc:inkChg>
      </pc:sldChg>
    </pc:docChg>
  </pc:docChgLst>
  <pc:docChgLst>
    <pc:chgData name="mukesh kumar" userId="e98c6c8ac4fa17dc" providerId="LiveId" clId="{F574DDDC-9BF0-48E0-9838-D910AB0DAF98}"/>
    <pc:docChg chg="modSld">
      <pc:chgData name="mukesh kumar" userId="e98c6c8ac4fa17dc" providerId="LiveId" clId="{F574DDDC-9BF0-48E0-9838-D910AB0DAF98}" dt="2023-10-11T09:06:53.450" v="26" actId="207"/>
      <pc:docMkLst>
        <pc:docMk/>
      </pc:docMkLst>
      <pc:sldChg chg="modSp mod">
        <pc:chgData name="mukesh kumar" userId="e98c6c8ac4fa17dc" providerId="LiveId" clId="{F574DDDC-9BF0-48E0-9838-D910AB0DAF98}" dt="2023-10-11T05:19:49.656" v="0" actId="20577"/>
        <pc:sldMkLst>
          <pc:docMk/>
          <pc:sldMk cId="0" sldId="339"/>
        </pc:sldMkLst>
        <pc:spChg chg="mod">
          <ac:chgData name="mukesh kumar" userId="e98c6c8ac4fa17dc" providerId="LiveId" clId="{F574DDDC-9BF0-48E0-9838-D910AB0DAF98}" dt="2023-10-11T05:19:49.656" v="0" actId="20577"/>
          <ac:spMkLst>
            <pc:docMk/>
            <pc:sldMk cId="0" sldId="339"/>
            <ac:spMk id="596" creationId="{00000000-0000-0000-0000-000000000000}"/>
          </ac:spMkLst>
        </pc:spChg>
      </pc:sldChg>
      <pc:sldChg chg="addSp delSp modSp mod">
        <pc:chgData name="mukesh kumar" userId="e98c6c8ac4fa17dc" providerId="LiveId" clId="{F574DDDC-9BF0-48E0-9838-D910AB0DAF98}" dt="2023-10-11T09:03:01.285" v="24"/>
        <pc:sldMkLst>
          <pc:docMk/>
          <pc:sldMk cId="0" sldId="344"/>
        </pc:sldMkLst>
        <pc:grpChg chg="mod">
          <ac:chgData name="mukesh kumar" userId="e98c6c8ac4fa17dc" providerId="LiveId" clId="{F574DDDC-9BF0-48E0-9838-D910AB0DAF98}" dt="2023-10-11T09:02:55.612" v="19"/>
          <ac:grpSpMkLst>
            <pc:docMk/>
            <pc:sldMk cId="0" sldId="344"/>
            <ac:grpSpMk id="8" creationId="{0A9FC45D-7525-C45B-B70A-60EB4308E2C5}"/>
          </ac:grpSpMkLst>
        </pc:grpChg>
        <pc:grpChg chg="del mod">
          <ac:chgData name="mukesh kumar" userId="e98c6c8ac4fa17dc" providerId="LiveId" clId="{F574DDDC-9BF0-48E0-9838-D910AB0DAF98}" dt="2023-10-11T09:03:01.285" v="24"/>
          <ac:grpSpMkLst>
            <pc:docMk/>
            <pc:sldMk cId="0" sldId="344"/>
            <ac:grpSpMk id="11" creationId="{55B337C7-7195-BBF7-4046-A4A1E2B828CC}"/>
          </ac:grpSpMkLst>
        </pc:grpChg>
        <pc:grpChg chg="mod">
          <ac:chgData name="mukesh kumar" userId="e98c6c8ac4fa17dc" providerId="LiveId" clId="{F574DDDC-9BF0-48E0-9838-D910AB0DAF98}" dt="2023-10-11T09:03:01.285" v="24"/>
          <ac:grpSpMkLst>
            <pc:docMk/>
            <pc:sldMk cId="0" sldId="344"/>
            <ac:grpSpMk id="13" creationId="{40CA9178-38FB-F59C-07F1-EF7BCB23C0E1}"/>
          </ac:grpSpMkLst>
        </pc:grpChg>
        <pc:inkChg chg="add mod">
          <ac:chgData name="mukesh kumar" userId="e98c6c8ac4fa17dc" providerId="LiveId" clId="{F574DDDC-9BF0-48E0-9838-D910AB0DAF98}" dt="2023-10-11T09:02:55.612" v="19"/>
          <ac:inkMkLst>
            <pc:docMk/>
            <pc:sldMk cId="0" sldId="344"/>
            <ac:inkMk id="2" creationId="{9E713B22-257D-596B-4041-6B7B4D5DD395}"/>
          </ac:inkMkLst>
        </pc:inkChg>
        <pc:inkChg chg="add mod">
          <ac:chgData name="mukesh kumar" userId="e98c6c8ac4fa17dc" providerId="LiveId" clId="{F574DDDC-9BF0-48E0-9838-D910AB0DAF98}" dt="2023-10-11T09:02:55.612" v="19"/>
          <ac:inkMkLst>
            <pc:docMk/>
            <pc:sldMk cId="0" sldId="344"/>
            <ac:inkMk id="3" creationId="{1AF8ECBB-9D98-2D47-2BF5-DE5A2B398357}"/>
          </ac:inkMkLst>
        </pc:inkChg>
        <pc:inkChg chg="add mod">
          <ac:chgData name="mukesh kumar" userId="e98c6c8ac4fa17dc" providerId="LiveId" clId="{F574DDDC-9BF0-48E0-9838-D910AB0DAF98}" dt="2023-10-11T09:02:55.612" v="19"/>
          <ac:inkMkLst>
            <pc:docMk/>
            <pc:sldMk cId="0" sldId="344"/>
            <ac:inkMk id="4" creationId="{9F389745-866E-7ACF-607E-51799B811AE8}"/>
          </ac:inkMkLst>
        </pc:inkChg>
        <pc:inkChg chg="add mod">
          <ac:chgData name="mukesh kumar" userId="e98c6c8ac4fa17dc" providerId="LiveId" clId="{F574DDDC-9BF0-48E0-9838-D910AB0DAF98}" dt="2023-10-11T09:02:55.612" v="19"/>
          <ac:inkMkLst>
            <pc:docMk/>
            <pc:sldMk cId="0" sldId="344"/>
            <ac:inkMk id="5" creationId="{3900600A-0ABA-3EB6-C380-2D9DC76FA2C6}"/>
          </ac:inkMkLst>
        </pc:inkChg>
        <pc:inkChg chg="add mod">
          <ac:chgData name="mukesh kumar" userId="e98c6c8ac4fa17dc" providerId="LiveId" clId="{F574DDDC-9BF0-48E0-9838-D910AB0DAF98}" dt="2023-10-11T09:02:55.612" v="19"/>
          <ac:inkMkLst>
            <pc:docMk/>
            <pc:sldMk cId="0" sldId="344"/>
            <ac:inkMk id="6" creationId="{B0DE39FC-7E99-166E-157A-55782D8BD6B3}"/>
          </ac:inkMkLst>
        </pc:inkChg>
        <pc:inkChg chg="add mod">
          <ac:chgData name="mukesh kumar" userId="e98c6c8ac4fa17dc" providerId="LiveId" clId="{F574DDDC-9BF0-48E0-9838-D910AB0DAF98}" dt="2023-10-11T09:03:01.285" v="24"/>
          <ac:inkMkLst>
            <pc:docMk/>
            <pc:sldMk cId="0" sldId="344"/>
            <ac:inkMk id="7" creationId="{10719216-1F71-D0C0-AEC3-F41393A84909}"/>
          </ac:inkMkLst>
        </pc:inkChg>
        <pc:inkChg chg="add mod">
          <ac:chgData name="mukesh kumar" userId="e98c6c8ac4fa17dc" providerId="LiveId" clId="{F574DDDC-9BF0-48E0-9838-D910AB0DAF98}" dt="2023-10-11T09:03:01.285" v="24"/>
          <ac:inkMkLst>
            <pc:docMk/>
            <pc:sldMk cId="0" sldId="344"/>
            <ac:inkMk id="9" creationId="{0BB2C3DE-511A-49DA-E715-8D05EB9E2E3D}"/>
          </ac:inkMkLst>
        </pc:inkChg>
        <pc:inkChg chg="add">
          <ac:chgData name="mukesh kumar" userId="e98c6c8ac4fa17dc" providerId="LiveId" clId="{F574DDDC-9BF0-48E0-9838-D910AB0DAF98}" dt="2023-10-11T09:02:59.087" v="21" actId="9405"/>
          <ac:inkMkLst>
            <pc:docMk/>
            <pc:sldMk cId="0" sldId="344"/>
            <ac:inkMk id="10" creationId="{FF74C3C5-9671-0016-9DEC-E27B9E4795F3}"/>
          </ac:inkMkLst>
        </pc:inkChg>
        <pc:inkChg chg="add mod">
          <ac:chgData name="mukesh kumar" userId="e98c6c8ac4fa17dc" providerId="LiveId" clId="{F574DDDC-9BF0-48E0-9838-D910AB0DAF98}" dt="2023-10-11T09:03:01.285" v="24"/>
          <ac:inkMkLst>
            <pc:docMk/>
            <pc:sldMk cId="0" sldId="344"/>
            <ac:inkMk id="12" creationId="{FE19421A-10CD-A35D-A671-5BF17DFDB5AF}"/>
          </ac:inkMkLst>
        </pc:inkChg>
      </pc:sldChg>
      <pc:sldChg chg="modSp mod">
        <pc:chgData name="mukesh kumar" userId="e98c6c8ac4fa17dc" providerId="LiveId" clId="{F574DDDC-9BF0-48E0-9838-D910AB0DAF98}" dt="2023-10-11T05:31:15.684" v="12" actId="20577"/>
        <pc:sldMkLst>
          <pc:docMk/>
          <pc:sldMk cId="0" sldId="349"/>
        </pc:sldMkLst>
        <pc:spChg chg="mod">
          <ac:chgData name="mukesh kumar" userId="e98c6c8ac4fa17dc" providerId="LiveId" clId="{F574DDDC-9BF0-48E0-9838-D910AB0DAF98}" dt="2023-10-11T05:31:15.684" v="12" actId="20577"/>
          <ac:spMkLst>
            <pc:docMk/>
            <pc:sldMk cId="0" sldId="349"/>
            <ac:spMk id="656" creationId="{00000000-0000-0000-0000-000000000000}"/>
          </ac:spMkLst>
        </pc:spChg>
      </pc:sldChg>
      <pc:sldChg chg="modSp mod">
        <pc:chgData name="mukesh kumar" userId="e98c6c8ac4fa17dc" providerId="LiveId" clId="{F574DDDC-9BF0-48E0-9838-D910AB0DAF98}" dt="2023-10-11T09:06:53.450" v="26" actId="207"/>
        <pc:sldMkLst>
          <pc:docMk/>
          <pc:sldMk cId="0" sldId="350"/>
        </pc:sldMkLst>
        <pc:spChg chg="mod">
          <ac:chgData name="mukesh kumar" userId="e98c6c8ac4fa17dc" providerId="LiveId" clId="{F574DDDC-9BF0-48E0-9838-D910AB0DAF98}" dt="2023-10-11T09:06:53.450" v="26" actId="207"/>
          <ac:spMkLst>
            <pc:docMk/>
            <pc:sldMk cId="0" sldId="350"/>
            <ac:spMk id="662" creationId="{00000000-0000-0000-0000-000000000000}"/>
          </ac:spMkLst>
        </pc:spChg>
      </pc:sldChg>
      <pc:sldChg chg="modSp mod">
        <pc:chgData name="mukesh kumar" userId="e98c6c8ac4fa17dc" providerId="LiveId" clId="{F574DDDC-9BF0-48E0-9838-D910AB0DAF98}" dt="2023-10-11T05:29:55.240" v="2" actId="207"/>
        <pc:sldMkLst>
          <pc:docMk/>
          <pc:sldMk cId="0" sldId="352"/>
        </pc:sldMkLst>
        <pc:spChg chg="mod">
          <ac:chgData name="mukesh kumar" userId="e98c6c8ac4fa17dc" providerId="LiveId" clId="{F574DDDC-9BF0-48E0-9838-D910AB0DAF98}" dt="2023-10-11T05:29:55.240" v="2" actId="207"/>
          <ac:spMkLst>
            <pc:docMk/>
            <pc:sldMk cId="0" sldId="352"/>
            <ac:spMk id="674" creationId="{00000000-0000-0000-0000-000000000000}"/>
          </ac:spMkLst>
        </pc:spChg>
      </pc:sldChg>
    </pc:docChg>
  </pc:docChgLst>
  <pc:docChgLst>
    <pc:chgData name="mukesh kumar" userId="e98c6c8ac4fa17dc" providerId="LiveId" clId="{EA7571E6-1441-4B95-8189-DEB0991B8DF5}"/>
    <pc:docChg chg="custSel modSld modMainMaster">
      <pc:chgData name="mukesh kumar" userId="e98c6c8ac4fa17dc" providerId="LiveId" clId="{EA7571E6-1441-4B95-8189-DEB0991B8DF5}" dt="2024-02-21T05:37:50.307" v="169" actId="1076"/>
      <pc:docMkLst>
        <pc:docMk/>
      </pc:docMkLst>
      <pc:sldChg chg="addSp modSp mod setBg">
        <pc:chgData name="mukesh kumar" userId="e98c6c8ac4fa17dc" providerId="LiveId" clId="{EA7571E6-1441-4B95-8189-DEB0991B8DF5}" dt="2024-02-21T05:37:50.307" v="169" actId="1076"/>
        <pc:sldMkLst>
          <pc:docMk/>
          <pc:sldMk cId="0" sldId="256"/>
        </pc:sldMkLst>
        <pc:spChg chg="add mod">
          <ac:chgData name="mukesh kumar" userId="e98c6c8ac4fa17dc" providerId="LiveId" clId="{EA7571E6-1441-4B95-8189-DEB0991B8DF5}" dt="2024-02-21T05:37:50.307" v="169" actId="1076"/>
          <ac:spMkLst>
            <pc:docMk/>
            <pc:sldMk cId="0" sldId="256"/>
            <ac:spMk id="2" creationId="{FF080B63-5F64-064D-A31A-7757E8693348}"/>
          </ac:spMkLst>
        </pc:spChg>
        <pc:spChg chg="mod">
          <ac:chgData name="mukesh kumar" userId="e98c6c8ac4fa17dc" providerId="LiveId" clId="{EA7571E6-1441-4B95-8189-DEB0991B8DF5}" dt="2024-02-21T05:32:51.486" v="137"/>
          <ac:spMkLst>
            <pc:docMk/>
            <pc:sldMk cId="0" sldId="256"/>
            <ac:spMk id="97" creationId="{00000000-0000-0000-0000-000000000000}"/>
          </ac:spMkLst>
        </pc:spChg>
        <pc:picChg chg="add mod">
          <ac:chgData name="mukesh kumar" userId="e98c6c8ac4fa17dc" providerId="LiveId" clId="{EA7571E6-1441-4B95-8189-DEB0991B8DF5}" dt="2024-02-21T05:30:52.182" v="134" actId="931"/>
          <ac:picMkLst>
            <pc:docMk/>
            <pc:sldMk cId="0" sldId="256"/>
            <ac:picMk id="3" creationId="{D8096A2C-8CF1-F62D-610A-E5DE57C79FBD}"/>
          </ac:picMkLst>
        </pc:picChg>
      </pc:sldChg>
      <pc:sldChg chg="modSp mod chgLayout">
        <pc:chgData name="mukesh kumar" userId="e98c6c8ac4fa17dc" providerId="LiveId" clId="{EA7571E6-1441-4B95-8189-DEB0991B8DF5}" dt="2024-02-21T05:32:51.486" v="137"/>
        <pc:sldMkLst>
          <pc:docMk/>
          <pc:sldMk cId="0" sldId="257"/>
        </pc:sldMkLst>
        <pc:spChg chg="mod ord">
          <ac:chgData name="mukesh kumar" userId="e98c6c8ac4fa17dc" providerId="LiveId" clId="{EA7571E6-1441-4B95-8189-DEB0991B8DF5}" dt="2024-02-21T05:32:51.486" v="137"/>
          <ac:spMkLst>
            <pc:docMk/>
            <pc:sldMk cId="0" sldId="257"/>
            <ac:spMk id="103" creationId="{00000000-0000-0000-0000-000000000000}"/>
          </ac:spMkLst>
        </pc:spChg>
        <pc:spChg chg="mod ord">
          <ac:chgData name="mukesh kumar" userId="e98c6c8ac4fa17dc" providerId="LiveId" clId="{EA7571E6-1441-4B95-8189-DEB0991B8DF5}" dt="2024-02-21T05:31:42.384" v="136" actId="700"/>
          <ac:spMkLst>
            <pc:docMk/>
            <pc:sldMk cId="0" sldId="257"/>
            <ac:spMk id="104" creationId="{00000000-0000-0000-0000-000000000000}"/>
          </ac:spMkLst>
        </pc:spChg>
      </pc:sldChg>
      <pc:sldChg chg="modSp mod chgLayout">
        <pc:chgData name="mukesh kumar" userId="e98c6c8ac4fa17dc" providerId="LiveId" clId="{EA7571E6-1441-4B95-8189-DEB0991B8DF5}" dt="2024-02-21T05:32:51.486" v="137"/>
        <pc:sldMkLst>
          <pc:docMk/>
          <pc:sldMk cId="0" sldId="258"/>
        </pc:sldMkLst>
        <pc:spChg chg="mod ord">
          <ac:chgData name="mukesh kumar" userId="e98c6c8ac4fa17dc" providerId="LiveId" clId="{EA7571E6-1441-4B95-8189-DEB0991B8DF5}" dt="2024-02-21T05:32:51.486" v="137"/>
          <ac:spMkLst>
            <pc:docMk/>
            <pc:sldMk cId="0" sldId="258"/>
            <ac:spMk id="109" creationId="{00000000-0000-0000-0000-000000000000}"/>
          </ac:spMkLst>
        </pc:spChg>
        <pc:spChg chg="mod ord">
          <ac:chgData name="mukesh kumar" userId="e98c6c8ac4fa17dc" providerId="LiveId" clId="{EA7571E6-1441-4B95-8189-DEB0991B8DF5}" dt="2024-02-21T05:31:42.384" v="136" actId="700"/>
          <ac:spMkLst>
            <pc:docMk/>
            <pc:sldMk cId="0" sldId="258"/>
            <ac:spMk id="110" creationId="{00000000-0000-0000-0000-000000000000}"/>
          </ac:spMkLst>
        </pc:spChg>
      </pc:sldChg>
      <pc:sldChg chg="modSp mod chgLayout">
        <pc:chgData name="mukesh kumar" userId="e98c6c8ac4fa17dc" providerId="LiveId" clId="{EA7571E6-1441-4B95-8189-DEB0991B8DF5}" dt="2024-02-21T05:32:51.486" v="137"/>
        <pc:sldMkLst>
          <pc:docMk/>
          <pc:sldMk cId="0" sldId="259"/>
        </pc:sldMkLst>
        <pc:spChg chg="mod ord">
          <ac:chgData name="mukesh kumar" userId="e98c6c8ac4fa17dc" providerId="LiveId" clId="{EA7571E6-1441-4B95-8189-DEB0991B8DF5}" dt="2024-02-21T05:32:51.486" v="137"/>
          <ac:spMkLst>
            <pc:docMk/>
            <pc:sldMk cId="0" sldId="259"/>
            <ac:spMk id="115" creationId="{00000000-0000-0000-0000-000000000000}"/>
          </ac:spMkLst>
        </pc:spChg>
        <pc:spChg chg="mod ord">
          <ac:chgData name="mukesh kumar" userId="e98c6c8ac4fa17dc" providerId="LiveId" clId="{EA7571E6-1441-4B95-8189-DEB0991B8DF5}" dt="2024-02-21T05:31:42.384" v="136" actId="700"/>
          <ac:spMkLst>
            <pc:docMk/>
            <pc:sldMk cId="0" sldId="259"/>
            <ac:spMk id="11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60"/>
        </pc:sldMkLst>
        <pc:spChg chg="mod ord">
          <ac:chgData name="mukesh kumar" userId="e98c6c8ac4fa17dc" providerId="LiveId" clId="{EA7571E6-1441-4B95-8189-DEB0991B8DF5}" dt="2024-02-21T05:32:51.486" v="137"/>
          <ac:spMkLst>
            <pc:docMk/>
            <pc:sldMk cId="0" sldId="260"/>
            <ac:spMk id="121" creationId="{00000000-0000-0000-0000-000000000000}"/>
          </ac:spMkLst>
        </pc:spChg>
        <pc:spChg chg="mod ord">
          <ac:chgData name="mukesh kumar" userId="e98c6c8ac4fa17dc" providerId="LiveId" clId="{EA7571E6-1441-4B95-8189-DEB0991B8DF5}" dt="2024-02-21T05:31:42.384" v="136" actId="700"/>
          <ac:spMkLst>
            <pc:docMk/>
            <pc:sldMk cId="0" sldId="260"/>
            <ac:spMk id="12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61"/>
        </pc:sldMkLst>
        <pc:spChg chg="mod ord">
          <ac:chgData name="mukesh kumar" userId="e98c6c8ac4fa17dc" providerId="LiveId" clId="{EA7571E6-1441-4B95-8189-DEB0991B8DF5}" dt="2024-02-21T05:32:51.486" v="137"/>
          <ac:spMkLst>
            <pc:docMk/>
            <pc:sldMk cId="0" sldId="261"/>
            <ac:spMk id="127" creationId="{00000000-0000-0000-0000-000000000000}"/>
          </ac:spMkLst>
        </pc:spChg>
        <pc:spChg chg="mod ord">
          <ac:chgData name="mukesh kumar" userId="e98c6c8ac4fa17dc" providerId="LiveId" clId="{EA7571E6-1441-4B95-8189-DEB0991B8DF5}" dt="2024-02-21T05:31:42.384" v="136" actId="700"/>
          <ac:spMkLst>
            <pc:docMk/>
            <pc:sldMk cId="0" sldId="261"/>
            <ac:spMk id="128" creationId="{00000000-0000-0000-0000-000000000000}"/>
          </ac:spMkLst>
        </pc:spChg>
      </pc:sldChg>
      <pc:sldChg chg="modSp mod chgLayout">
        <pc:chgData name="mukesh kumar" userId="e98c6c8ac4fa17dc" providerId="LiveId" clId="{EA7571E6-1441-4B95-8189-DEB0991B8DF5}" dt="2024-02-21T05:32:51.486" v="137"/>
        <pc:sldMkLst>
          <pc:docMk/>
          <pc:sldMk cId="0" sldId="262"/>
        </pc:sldMkLst>
        <pc:spChg chg="mod ord">
          <ac:chgData name="mukesh kumar" userId="e98c6c8ac4fa17dc" providerId="LiveId" clId="{EA7571E6-1441-4B95-8189-DEB0991B8DF5}" dt="2024-02-21T05:32:51.486" v="137"/>
          <ac:spMkLst>
            <pc:docMk/>
            <pc:sldMk cId="0" sldId="262"/>
            <ac:spMk id="133" creationId="{00000000-0000-0000-0000-000000000000}"/>
          </ac:spMkLst>
        </pc:spChg>
        <pc:spChg chg="mod ord">
          <ac:chgData name="mukesh kumar" userId="e98c6c8ac4fa17dc" providerId="LiveId" clId="{EA7571E6-1441-4B95-8189-DEB0991B8DF5}" dt="2024-02-21T05:31:42.384" v="136" actId="700"/>
          <ac:spMkLst>
            <pc:docMk/>
            <pc:sldMk cId="0" sldId="262"/>
            <ac:spMk id="134"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63"/>
        </pc:sldMkLst>
        <pc:spChg chg="mod ord">
          <ac:chgData name="mukesh kumar" userId="e98c6c8ac4fa17dc" providerId="LiveId" clId="{EA7571E6-1441-4B95-8189-DEB0991B8DF5}" dt="2024-02-21T05:32:51.486" v="137"/>
          <ac:spMkLst>
            <pc:docMk/>
            <pc:sldMk cId="0" sldId="263"/>
            <ac:spMk id="139" creationId="{00000000-0000-0000-0000-000000000000}"/>
          </ac:spMkLst>
        </pc:spChg>
        <pc:spChg chg="mod ord">
          <ac:chgData name="mukesh kumar" userId="e98c6c8ac4fa17dc" providerId="LiveId" clId="{EA7571E6-1441-4B95-8189-DEB0991B8DF5}" dt="2024-02-21T05:31:42.384" v="136" actId="700"/>
          <ac:spMkLst>
            <pc:docMk/>
            <pc:sldMk cId="0" sldId="263"/>
            <ac:spMk id="140" creationId="{00000000-0000-0000-0000-000000000000}"/>
          </ac:spMkLst>
        </pc:spChg>
      </pc:sldChg>
      <pc:sldChg chg="modSp mod chgLayout">
        <pc:chgData name="mukesh kumar" userId="e98c6c8ac4fa17dc" providerId="LiveId" clId="{EA7571E6-1441-4B95-8189-DEB0991B8DF5}" dt="2024-02-21T05:32:51.486" v="137"/>
        <pc:sldMkLst>
          <pc:docMk/>
          <pc:sldMk cId="0" sldId="264"/>
        </pc:sldMkLst>
        <pc:spChg chg="mod ord">
          <ac:chgData name="mukesh kumar" userId="e98c6c8ac4fa17dc" providerId="LiveId" clId="{EA7571E6-1441-4B95-8189-DEB0991B8DF5}" dt="2024-02-21T05:32:51.486" v="137"/>
          <ac:spMkLst>
            <pc:docMk/>
            <pc:sldMk cId="0" sldId="264"/>
            <ac:spMk id="145" creationId="{00000000-0000-0000-0000-000000000000}"/>
          </ac:spMkLst>
        </pc:spChg>
        <pc:spChg chg="mod ord">
          <ac:chgData name="mukesh kumar" userId="e98c6c8ac4fa17dc" providerId="LiveId" clId="{EA7571E6-1441-4B95-8189-DEB0991B8DF5}" dt="2024-02-21T05:31:42.384" v="136" actId="700"/>
          <ac:spMkLst>
            <pc:docMk/>
            <pc:sldMk cId="0" sldId="264"/>
            <ac:spMk id="14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65"/>
        </pc:sldMkLst>
        <pc:spChg chg="mod ord">
          <ac:chgData name="mukesh kumar" userId="e98c6c8ac4fa17dc" providerId="LiveId" clId="{EA7571E6-1441-4B95-8189-DEB0991B8DF5}" dt="2024-02-21T05:32:51.486" v="137"/>
          <ac:spMkLst>
            <pc:docMk/>
            <pc:sldMk cId="0" sldId="265"/>
            <ac:spMk id="151" creationId="{00000000-0000-0000-0000-000000000000}"/>
          </ac:spMkLst>
        </pc:spChg>
        <pc:spChg chg="mod ord">
          <ac:chgData name="mukesh kumar" userId="e98c6c8ac4fa17dc" providerId="LiveId" clId="{EA7571E6-1441-4B95-8189-DEB0991B8DF5}" dt="2024-02-21T05:31:42.384" v="136" actId="700"/>
          <ac:spMkLst>
            <pc:docMk/>
            <pc:sldMk cId="0" sldId="265"/>
            <ac:spMk id="152" creationId="{00000000-0000-0000-0000-000000000000}"/>
          </ac:spMkLst>
        </pc:spChg>
      </pc:sldChg>
      <pc:sldChg chg="modSp mod chgLayout">
        <pc:chgData name="mukesh kumar" userId="e98c6c8ac4fa17dc" providerId="LiveId" clId="{EA7571E6-1441-4B95-8189-DEB0991B8DF5}" dt="2024-02-21T05:32:51.486" v="137"/>
        <pc:sldMkLst>
          <pc:docMk/>
          <pc:sldMk cId="0" sldId="266"/>
        </pc:sldMkLst>
        <pc:spChg chg="mod ord">
          <ac:chgData name="mukesh kumar" userId="e98c6c8ac4fa17dc" providerId="LiveId" clId="{EA7571E6-1441-4B95-8189-DEB0991B8DF5}" dt="2024-02-21T05:32:51.486" v="137"/>
          <ac:spMkLst>
            <pc:docMk/>
            <pc:sldMk cId="0" sldId="266"/>
            <ac:spMk id="157" creationId="{00000000-0000-0000-0000-000000000000}"/>
          </ac:spMkLst>
        </pc:spChg>
        <pc:spChg chg="mod ord">
          <ac:chgData name="mukesh kumar" userId="e98c6c8ac4fa17dc" providerId="LiveId" clId="{EA7571E6-1441-4B95-8189-DEB0991B8DF5}" dt="2024-02-21T05:31:42.384" v="136" actId="700"/>
          <ac:spMkLst>
            <pc:docMk/>
            <pc:sldMk cId="0" sldId="266"/>
            <ac:spMk id="15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67"/>
        </pc:sldMkLst>
        <pc:spChg chg="mod ord">
          <ac:chgData name="mukesh kumar" userId="e98c6c8ac4fa17dc" providerId="LiveId" clId="{EA7571E6-1441-4B95-8189-DEB0991B8DF5}" dt="2024-02-21T05:32:51.486" v="137"/>
          <ac:spMkLst>
            <pc:docMk/>
            <pc:sldMk cId="0" sldId="267"/>
            <ac:spMk id="163" creationId="{00000000-0000-0000-0000-000000000000}"/>
          </ac:spMkLst>
        </pc:spChg>
        <pc:spChg chg="mod ord">
          <ac:chgData name="mukesh kumar" userId="e98c6c8ac4fa17dc" providerId="LiveId" clId="{EA7571E6-1441-4B95-8189-DEB0991B8DF5}" dt="2024-02-21T05:31:42.384" v="136" actId="700"/>
          <ac:spMkLst>
            <pc:docMk/>
            <pc:sldMk cId="0" sldId="267"/>
            <ac:spMk id="164" creationId="{00000000-0000-0000-0000-000000000000}"/>
          </ac:spMkLst>
        </pc:spChg>
      </pc:sldChg>
      <pc:sldChg chg="modSp mod chgLayout">
        <pc:chgData name="mukesh kumar" userId="e98c6c8ac4fa17dc" providerId="LiveId" clId="{EA7571E6-1441-4B95-8189-DEB0991B8DF5}" dt="2024-02-21T05:32:51.486" v="137"/>
        <pc:sldMkLst>
          <pc:docMk/>
          <pc:sldMk cId="0" sldId="268"/>
        </pc:sldMkLst>
        <pc:spChg chg="mod ord">
          <ac:chgData name="mukesh kumar" userId="e98c6c8ac4fa17dc" providerId="LiveId" clId="{EA7571E6-1441-4B95-8189-DEB0991B8DF5}" dt="2024-02-21T05:32:51.486" v="137"/>
          <ac:spMkLst>
            <pc:docMk/>
            <pc:sldMk cId="0" sldId="268"/>
            <ac:spMk id="169" creationId="{00000000-0000-0000-0000-000000000000}"/>
          </ac:spMkLst>
        </pc:spChg>
        <pc:spChg chg="mod ord">
          <ac:chgData name="mukesh kumar" userId="e98c6c8ac4fa17dc" providerId="LiveId" clId="{EA7571E6-1441-4B95-8189-DEB0991B8DF5}" dt="2024-02-21T05:31:42.384" v="136" actId="700"/>
          <ac:spMkLst>
            <pc:docMk/>
            <pc:sldMk cId="0" sldId="268"/>
            <ac:spMk id="170"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69"/>
        </pc:sldMkLst>
        <pc:spChg chg="mod ord">
          <ac:chgData name="mukesh kumar" userId="e98c6c8ac4fa17dc" providerId="LiveId" clId="{EA7571E6-1441-4B95-8189-DEB0991B8DF5}" dt="2024-02-21T05:32:51.486" v="137"/>
          <ac:spMkLst>
            <pc:docMk/>
            <pc:sldMk cId="0" sldId="269"/>
            <ac:spMk id="175" creationId="{00000000-0000-0000-0000-000000000000}"/>
          </ac:spMkLst>
        </pc:spChg>
        <pc:spChg chg="mod ord">
          <ac:chgData name="mukesh kumar" userId="e98c6c8ac4fa17dc" providerId="LiveId" clId="{EA7571E6-1441-4B95-8189-DEB0991B8DF5}" dt="2024-02-21T05:31:42.384" v="136" actId="700"/>
          <ac:spMkLst>
            <pc:docMk/>
            <pc:sldMk cId="0" sldId="269"/>
            <ac:spMk id="176" creationId="{00000000-0000-0000-0000-000000000000}"/>
          </ac:spMkLst>
        </pc:spChg>
      </pc:sldChg>
      <pc:sldChg chg="modSp mod chgLayout">
        <pc:chgData name="mukesh kumar" userId="e98c6c8ac4fa17dc" providerId="LiveId" clId="{EA7571E6-1441-4B95-8189-DEB0991B8DF5}" dt="2024-02-21T05:32:51.486" v="137"/>
        <pc:sldMkLst>
          <pc:docMk/>
          <pc:sldMk cId="0" sldId="270"/>
        </pc:sldMkLst>
        <pc:spChg chg="mod ord">
          <ac:chgData name="mukesh kumar" userId="e98c6c8ac4fa17dc" providerId="LiveId" clId="{EA7571E6-1441-4B95-8189-DEB0991B8DF5}" dt="2024-02-21T05:32:51.486" v="137"/>
          <ac:spMkLst>
            <pc:docMk/>
            <pc:sldMk cId="0" sldId="270"/>
            <ac:spMk id="181" creationId="{00000000-0000-0000-0000-000000000000}"/>
          </ac:spMkLst>
        </pc:spChg>
        <pc:spChg chg="mod ord">
          <ac:chgData name="mukesh kumar" userId="e98c6c8ac4fa17dc" providerId="LiveId" clId="{EA7571E6-1441-4B95-8189-DEB0991B8DF5}" dt="2024-02-21T05:31:42.384" v="136" actId="700"/>
          <ac:spMkLst>
            <pc:docMk/>
            <pc:sldMk cId="0" sldId="270"/>
            <ac:spMk id="18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71"/>
        </pc:sldMkLst>
        <pc:spChg chg="mod ord">
          <ac:chgData name="mukesh kumar" userId="e98c6c8ac4fa17dc" providerId="LiveId" clId="{EA7571E6-1441-4B95-8189-DEB0991B8DF5}" dt="2024-02-21T05:32:51.486" v="137"/>
          <ac:spMkLst>
            <pc:docMk/>
            <pc:sldMk cId="0" sldId="271"/>
            <ac:spMk id="187" creationId="{00000000-0000-0000-0000-000000000000}"/>
          </ac:spMkLst>
        </pc:spChg>
        <pc:spChg chg="mod ord">
          <ac:chgData name="mukesh kumar" userId="e98c6c8ac4fa17dc" providerId="LiveId" clId="{EA7571E6-1441-4B95-8189-DEB0991B8DF5}" dt="2024-02-21T05:31:42.384" v="136" actId="700"/>
          <ac:spMkLst>
            <pc:docMk/>
            <pc:sldMk cId="0" sldId="271"/>
            <ac:spMk id="188" creationId="{00000000-0000-0000-0000-000000000000}"/>
          </ac:spMkLst>
        </pc:spChg>
      </pc:sldChg>
      <pc:sldChg chg="modSp mod chgLayout">
        <pc:chgData name="mukesh kumar" userId="e98c6c8ac4fa17dc" providerId="LiveId" clId="{EA7571E6-1441-4B95-8189-DEB0991B8DF5}" dt="2024-02-21T05:32:51.486" v="137"/>
        <pc:sldMkLst>
          <pc:docMk/>
          <pc:sldMk cId="0" sldId="272"/>
        </pc:sldMkLst>
        <pc:spChg chg="mod ord">
          <ac:chgData name="mukesh kumar" userId="e98c6c8ac4fa17dc" providerId="LiveId" clId="{EA7571E6-1441-4B95-8189-DEB0991B8DF5}" dt="2024-02-21T05:32:51.486" v="137"/>
          <ac:spMkLst>
            <pc:docMk/>
            <pc:sldMk cId="0" sldId="272"/>
            <ac:spMk id="193" creationId="{00000000-0000-0000-0000-000000000000}"/>
          </ac:spMkLst>
        </pc:spChg>
        <pc:spChg chg="mod ord">
          <ac:chgData name="mukesh kumar" userId="e98c6c8ac4fa17dc" providerId="LiveId" clId="{EA7571E6-1441-4B95-8189-DEB0991B8DF5}" dt="2024-02-21T05:31:42.384" v="136" actId="700"/>
          <ac:spMkLst>
            <pc:docMk/>
            <pc:sldMk cId="0" sldId="272"/>
            <ac:spMk id="194"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73"/>
        </pc:sldMkLst>
        <pc:spChg chg="mod ord">
          <ac:chgData name="mukesh kumar" userId="e98c6c8ac4fa17dc" providerId="LiveId" clId="{EA7571E6-1441-4B95-8189-DEB0991B8DF5}" dt="2024-02-21T05:32:51.486" v="137"/>
          <ac:spMkLst>
            <pc:docMk/>
            <pc:sldMk cId="0" sldId="273"/>
            <ac:spMk id="199" creationId="{00000000-0000-0000-0000-000000000000}"/>
          </ac:spMkLst>
        </pc:spChg>
        <pc:spChg chg="mod ord">
          <ac:chgData name="mukesh kumar" userId="e98c6c8ac4fa17dc" providerId="LiveId" clId="{EA7571E6-1441-4B95-8189-DEB0991B8DF5}" dt="2024-02-21T05:31:42.384" v="136" actId="700"/>
          <ac:spMkLst>
            <pc:docMk/>
            <pc:sldMk cId="0" sldId="273"/>
            <ac:spMk id="200" creationId="{00000000-0000-0000-0000-000000000000}"/>
          </ac:spMkLst>
        </pc:spChg>
      </pc:sldChg>
      <pc:sldChg chg="modSp mod chgLayout">
        <pc:chgData name="mukesh kumar" userId="e98c6c8ac4fa17dc" providerId="LiveId" clId="{EA7571E6-1441-4B95-8189-DEB0991B8DF5}" dt="2024-02-21T05:32:51.486" v="137"/>
        <pc:sldMkLst>
          <pc:docMk/>
          <pc:sldMk cId="0" sldId="274"/>
        </pc:sldMkLst>
        <pc:spChg chg="mod ord">
          <ac:chgData name="mukesh kumar" userId="e98c6c8ac4fa17dc" providerId="LiveId" clId="{EA7571E6-1441-4B95-8189-DEB0991B8DF5}" dt="2024-02-21T05:32:51.486" v="137"/>
          <ac:spMkLst>
            <pc:docMk/>
            <pc:sldMk cId="0" sldId="274"/>
            <ac:spMk id="205" creationId="{00000000-0000-0000-0000-000000000000}"/>
          </ac:spMkLst>
        </pc:spChg>
        <pc:spChg chg="mod ord">
          <ac:chgData name="mukesh kumar" userId="e98c6c8ac4fa17dc" providerId="LiveId" clId="{EA7571E6-1441-4B95-8189-DEB0991B8DF5}" dt="2024-02-21T05:31:42.384" v="136" actId="700"/>
          <ac:spMkLst>
            <pc:docMk/>
            <pc:sldMk cId="0" sldId="274"/>
            <ac:spMk id="20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75"/>
        </pc:sldMkLst>
        <pc:spChg chg="mod ord">
          <ac:chgData name="mukesh kumar" userId="e98c6c8ac4fa17dc" providerId="LiveId" clId="{EA7571E6-1441-4B95-8189-DEB0991B8DF5}" dt="2024-02-21T05:32:51.486" v="137"/>
          <ac:spMkLst>
            <pc:docMk/>
            <pc:sldMk cId="0" sldId="275"/>
            <ac:spMk id="211" creationId="{00000000-0000-0000-0000-000000000000}"/>
          </ac:spMkLst>
        </pc:spChg>
        <pc:spChg chg="mod ord">
          <ac:chgData name="mukesh kumar" userId="e98c6c8ac4fa17dc" providerId="LiveId" clId="{EA7571E6-1441-4B95-8189-DEB0991B8DF5}" dt="2024-02-21T05:31:42.384" v="136" actId="700"/>
          <ac:spMkLst>
            <pc:docMk/>
            <pc:sldMk cId="0" sldId="275"/>
            <ac:spMk id="212" creationId="{00000000-0000-0000-0000-000000000000}"/>
          </ac:spMkLst>
        </pc:spChg>
      </pc:sldChg>
      <pc:sldChg chg="modSp mod chgLayout">
        <pc:chgData name="mukesh kumar" userId="e98c6c8ac4fa17dc" providerId="LiveId" clId="{EA7571E6-1441-4B95-8189-DEB0991B8DF5}" dt="2024-02-21T05:32:51.486" v="137"/>
        <pc:sldMkLst>
          <pc:docMk/>
          <pc:sldMk cId="0" sldId="276"/>
        </pc:sldMkLst>
        <pc:spChg chg="mod ord">
          <ac:chgData name="mukesh kumar" userId="e98c6c8ac4fa17dc" providerId="LiveId" clId="{EA7571E6-1441-4B95-8189-DEB0991B8DF5}" dt="2024-02-21T05:32:51.486" v="137"/>
          <ac:spMkLst>
            <pc:docMk/>
            <pc:sldMk cId="0" sldId="276"/>
            <ac:spMk id="217" creationId="{00000000-0000-0000-0000-000000000000}"/>
          </ac:spMkLst>
        </pc:spChg>
        <pc:spChg chg="mod ord">
          <ac:chgData name="mukesh kumar" userId="e98c6c8ac4fa17dc" providerId="LiveId" clId="{EA7571E6-1441-4B95-8189-DEB0991B8DF5}" dt="2024-02-21T05:31:42.384" v="136" actId="700"/>
          <ac:spMkLst>
            <pc:docMk/>
            <pc:sldMk cId="0" sldId="276"/>
            <ac:spMk id="21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77"/>
        </pc:sldMkLst>
        <pc:spChg chg="mod ord">
          <ac:chgData name="mukesh kumar" userId="e98c6c8ac4fa17dc" providerId="LiveId" clId="{EA7571E6-1441-4B95-8189-DEB0991B8DF5}" dt="2024-02-21T05:32:51.486" v="137"/>
          <ac:spMkLst>
            <pc:docMk/>
            <pc:sldMk cId="0" sldId="277"/>
            <ac:spMk id="223" creationId="{00000000-0000-0000-0000-000000000000}"/>
          </ac:spMkLst>
        </pc:spChg>
        <pc:spChg chg="mod ord">
          <ac:chgData name="mukesh kumar" userId="e98c6c8ac4fa17dc" providerId="LiveId" clId="{EA7571E6-1441-4B95-8189-DEB0991B8DF5}" dt="2024-02-21T05:31:42.384" v="136" actId="700"/>
          <ac:spMkLst>
            <pc:docMk/>
            <pc:sldMk cId="0" sldId="277"/>
            <ac:spMk id="224" creationId="{00000000-0000-0000-0000-000000000000}"/>
          </ac:spMkLst>
        </pc:spChg>
      </pc:sldChg>
      <pc:sldChg chg="modSp mod chgLayout">
        <pc:chgData name="mukesh kumar" userId="e98c6c8ac4fa17dc" providerId="LiveId" clId="{EA7571E6-1441-4B95-8189-DEB0991B8DF5}" dt="2024-02-21T05:32:51.486" v="137"/>
        <pc:sldMkLst>
          <pc:docMk/>
          <pc:sldMk cId="0" sldId="278"/>
        </pc:sldMkLst>
        <pc:spChg chg="mod ord">
          <ac:chgData name="mukesh kumar" userId="e98c6c8ac4fa17dc" providerId="LiveId" clId="{EA7571E6-1441-4B95-8189-DEB0991B8DF5}" dt="2024-02-21T05:32:51.486" v="137"/>
          <ac:spMkLst>
            <pc:docMk/>
            <pc:sldMk cId="0" sldId="278"/>
            <ac:spMk id="229" creationId="{00000000-0000-0000-0000-000000000000}"/>
          </ac:spMkLst>
        </pc:spChg>
        <pc:spChg chg="mod ord">
          <ac:chgData name="mukesh kumar" userId="e98c6c8ac4fa17dc" providerId="LiveId" clId="{EA7571E6-1441-4B95-8189-DEB0991B8DF5}" dt="2024-02-21T05:31:42.384" v="136" actId="700"/>
          <ac:spMkLst>
            <pc:docMk/>
            <pc:sldMk cId="0" sldId="278"/>
            <ac:spMk id="230"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79"/>
        </pc:sldMkLst>
        <pc:spChg chg="mod ord">
          <ac:chgData name="mukesh kumar" userId="e98c6c8ac4fa17dc" providerId="LiveId" clId="{EA7571E6-1441-4B95-8189-DEB0991B8DF5}" dt="2024-02-21T05:32:51.486" v="137"/>
          <ac:spMkLst>
            <pc:docMk/>
            <pc:sldMk cId="0" sldId="279"/>
            <ac:spMk id="235" creationId="{00000000-0000-0000-0000-000000000000}"/>
          </ac:spMkLst>
        </pc:spChg>
        <pc:spChg chg="mod ord">
          <ac:chgData name="mukesh kumar" userId="e98c6c8ac4fa17dc" providerId="LiveId" clId="{EA7571E6-1441-4B95-8189-DEB0991B8DF5}" dt="2024-02-21T05:31:42.384" v="136" actId="700"/>
          <ac:spMkLst>
            <pc:docMk/>
            <pc:sldMk cId="0" sldId="279"/>
            <ac:spMk id="236" creationId="{00000000-0000-0000-0000-000000000000}"/>
          </ac:spMkLst>
        </pc:spChg>
      </pc:sldChg>
      <pc:sldChg chg="modSp mod chgLayout">
        <pc:chgData name="mukesh kumar" userId="e98c6c8ac4fa17dc" providerId="LiveId" clId="{EA7571E6-1441-4B95-8189-DEB0991B8DF5}" dt="2024-02-21T05:32:51.486" v="137"/>
        <pc:sldMkLst>
          <pc:docMk/>
          <pc:sldMk cId="0" sldId="280"/>
        </pc:sldMkLst>
        <pc:spChg chg="mod ord">
          <ac:chgData name="mukesh kumar" userId="e98c6c8ac4fa17dc" providerId="LiveId" clId="{EA7571E6-1441-4B95-8189-DEB0991B8DF5}" dt="2024-02-21T05:32:51.486" v="137"/>
          <ac:spMkLst>
            <pc:docMk/>
            <pc:sldMk cId="0" sldId="280"/>
            <ac:spMk id="241" creationId="{00000000-0000-0000-0000-000000000000}"/>
          </ac:spMkLst>
        </pc:spChg>
        <pc:spChg chg="mod ord">
          <ac:chgData name="mukesh kumar" userId="e98c6c8ac4fa17dc" providerId="LiveId" clId="{EA7571E6-1441-4B95-8189-DEB0991B8DF5}" dt="2024-02-21T05:31:42.384" v="136" actId="700"/>
          <ac:spMkLst>
            <pc:docMk/>
            <pc:sldMk cId="0" sldId="280"/>
            <ac:spMk id="24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81"/>
        </pc:sldMkLst>
        <pc:spChg chg="mod ord">
          <ac:chgData name="mukesh kumar" userId="e98c6c8ac4fa17dc" providerId="LiveId" clId="{EA7571E6-1441-4B95-8189-DEB0991B8DF5}" dt="2024-02-21T05:32:51.486" v="137"/>
          <ac:spMkLst>
            <pc:docMk/>
            <pc:sldMk cId="0" sldId="281"/>
            <ac:spMk id="247" creationId="{00000000-0000-0000-0000-000000000000}"/>
          </ac:spMkLst>
        </pc:spChg>
        <pc:spChg chg="mod ord">
          <ac:chgData name="mukesh kumar" userId="e98c6c8ac4fa17dc" providerId="LiveId" clId="{EA7571E6-1441-4B95-8189-DEB0991B8DF5}" dt="2024-02-21T05:31:42.384" v="136" actId="700"/>
          <ac:spMkLst>
            <pc:docMk/>
            <pc:sldMk cId="0" sldId="281"/>
            <ac:spMk id="248" creationId="{00000000-0000-0000-0000-000000000000}"/>
          </ac:spMkLst>
        </pc:spChg>
      </pc:sldChg>
      <pc:sldChg chg="modSp mod chgLayout">
        <pc:chgData name="mukesh kumar" userId="e98c6c8ac4fa17dc" providerId="LiveId" clId="{EA7571E6-1441-4B95-8189-DEB0991B8DF5}" dt="2024-02-21T05:32:51.486" v="137"/>
        <pc:sldMkLst>
          <pc:docMk/>
          <pc:sldMk cId="0" sldId="282"/>
        </pc:sldMkLst>
        <pc:spChg chg="mod ord">
          <ac:chgData name="mukesh kumar" userId="e98c6c8ac4fa17dc" providerId="LiveId" clId="{EA7571E6-1441-4B95-8189-DEB0991B8DF5}" dt="2024-02-21T05:32:51.486" v="137"/>
          <ac:spMkLst>
            <pc:docMk/>
            <pc:sldMk cId="0" sldId="282"/>
            <ac:spMk id="253" creationId="{00000000-0000-0000-0000-000000000000}"/>
          </ac:spMkLst>
        </pc:spChg>
        <pc:spChg chg="mod ord">
          <ac:chgData name="mukesh kumar" userId="e98c6c8ac4fa17dc" providerId="LiveId" clId="{EA7571E6-1441-4B95-8189-DEB0991B8DF5}" dt="2024-02-21T05:31:42.384" v="136" actId="700"/>
          <ac:spMkLst>
            <pc:docMk/>
            <pc:sldMk cId="0" sldId="282"/>
            <ac:spMk id="254"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83"/>
        </pc:sldMkLst>
        <pc:spChg chg="mod ord">
          <ac:chgData name="mukesh kumar" userId="e98c6c8ac4fa17dc" providerId="LiveId" clId="{EA7571E6-1441-4B95-8189-DEB0991B8DF5}" dt="2024-02-21T05:32:51.486" v="137"/>
          <ac:spMkLst>
            <pc:docMk/>
            <pc:sldMk cId="0" sldId="283"/>
            <ac:spMk id="259" creationId="{00000000-0000-0000-0000-000000000000}"/>
          </ac:spMkLst>
        </pc:spChg>
        <pc:spChg chg="mod ord">
          <ac:chgData name="mukesh kumar" userId="e98c6c8ac4fa17dc" providerId="LiveId" clId="{EA7571E6-1441-4B95-8189-DEB0991B8DF5}" dt="2024-02-21T05:31:42.384" v="136" actId="700"/>
          <ac:spMkLst>
            <pc:docMk/>
            <pc:sldMk cId="0" sldId="283"/>
            <ac:spMk id="260" creationId="{00000000-0000-0000-0000-000000000000}"/>
          </ac:spMkLst>
        </pc:spChg>
      </pc:sldChg>
      <pc:sldChg chg="modSp mod chgLayout">
        <pc:chgData name="mukesh kumar" userId="e98c6c8ac4fa17dc" providerId="LiveId" clId="{EA7571E6-1441-4B95-8189-DEB0991B8DF5}" dt="2024-02-21T05:32:51.486" v="137"/>
        <pc:sldMkLst>
          <pc:docMk/>
          <pc:sldMk cId="0" sldId="284"/>
        </pc:sldMkLst>
        <pc:spChg chg="mod ord">
          <ac:chgData name="mukesh kumar" userId="e98c6c8ac4fa17dc" providerId="LiveId" clId="{EA7571E6-1441-4B95-8189-DEB0991B8DF5}" dt="2024-02-21T05:32:51.486" v="137"/>
          <ac:spMkLst>
            <pc:docMk/>
            <pc:sldMk cId="0" sldId="284"/>
            <ac:spMk id="265" creationId="{00000000-0000-0000-0000-000000000000}"/>
          </ac:spMkLst>
        </pc:spChg>
        <pc:spChg chg="mod ord">
          <ac:chgData name="mukesh kumar" userId="e98c6c8ac4fa17dc" providerId="LiveId" clId="{EA7571E6-1441-4B95-8189-DEB0991B8DF5}" dt="2024-02-21T05:31:42.384" v="136" actId="700"/>
          <ac:spMkLst>
            <pc:docMk/>
            <pc:sldMk cId="0" sldId="284"/>
            <ac:spMk id="26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85"/>
        </pc:sldMkLst>
        <pc:spChg chg="mod ord">
          <ac:chgData name="mukesh kumar" userId="e98c6c8ac4fa17dc" providerId="LiveId" clId="{EA7571E6-1441-4B95-8189-DEB0991B8DF5}" dt="2024-02-21T05:32:51.486" v="137"/>
          <ac:spMkLst>
            <pc:docMk/>
            <pc:sldMk cId="0" sldId="285"/>
            <ac:spMk id="271" creationId="{00000000-0000-0000-0000-000000000000}"/>
          </ac:spMkLst>
        </pc:spChg>
        <pc:spChg chg="mod ord">
          <ac:chgData name="mukesh kumar" userId="e98c6c8ac4fa17dc" providerId="LiveId" clId="{EA7571E6-1441-4B95-8189-DEB0991B8DF5}" dt="2024-02-21T05:31:42.384" v="136" actId="700"/>
          <ac:spMkLst>
            <pc:docMk/>
            <pc:sldMk cId="0" sldId="285"/>
            <ac:spMk id="272" creationId="{00000000-0000-0000-0000-000000000000}"/>
          </ac:spMkLst>
        </pc:spChg>
      </pc:sldChg>
      <pc:sldChg chg="modSp mod chgLayout">
        <pc:chgData name="mukesh kumar" userId="e98c6c8ac4fa17dc" providerId="LiveId" clId="{EA7571E6-1441-4B95-8189-DEB0991B8DF5}" dt="2024-02-21T05:32:51.486" v="137"/>
        <pc:sldMkLst>
          <pc:docMk/>
          <pc:sldMk cId="0" sldId="286"/>
        </pc:sldMkLst>
        <pc:spChg chg="mod ord">
          <ac:chgData name="mukesh kumar" userId="e98c6c8ac4fa17dc" providerId="LiveId" clId="{EA7571E6-1441-4B95-8189-DEB0991B8DF5}" dt="2024-02-21T05:32:51.486" v="137"/>
          <ac:spMkLst>
            <pc:docMk/>
            <pc:sldMk cId="0" sldId="286"/>
            <ac:spMk id="277" creationId="{00000000-0000-0000-0000-000000000000}"/>
          </ac:spMkLst>
        </pc:spChg>
        <pc:spChg chg="mod ord">
          <ac:chgData name="mukesh kumar" userId="e98c6c8ac4fa17dc" providerId="LiveId" clId="{EA7571E6-1441-4B95-8189-DEB0991B8DF5}" dt="2024-02-21T05:31:42.384" v="136" actId="700"/>
          <ac:spMkLst>
            <pc:docMk/>
            <pc:sldMk cId="0" sldId="286"/>
            <ac:spMk id="27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87"/>
        </pc:sldMkLst>
        <pc:spChg chg="mod ord">
          <ac:chgData name="mukesh kumar" userId="e98c6c8ac4fa17dc" providerId="LiveId" clId="{EA7571E6-1441-4B95-8189-DEB0991B8DF5}" dt="2024-02-21T05:32:51.486" v="137"/>
          <ac:spMkLst>
            <pc:docMk/>
            <pc:sldMk cId="0" sldId="287"/>
            <ac:spMk id="283" creationId="{00000000-0000-0000-0000-000000000000}"/>
          </ac:spMkLst>
        </pc:spChg>
        <pc:spChg chg="mod ord">
          <ac:chgData name="mukesh kumar" userId="e98c6c8ac4fa17dc" providerId="LiveId" clId="{EA7571E6-1441-4B95-8189-DEB0991B8DF5}" dt="2024-02-21T05:31:42.384" v="136" actId="700"/>
          <ac:spMkLst>
            <pc:docMk/>
            <pc:sldMk cId="0" sldId="287"/>
            <ac:spMk id="284" creationId="{00000000-0000-0000-0000-000000000000}"/>
          </ac:spMkLst>
        </pc:spChg>
      </pc:sldChg>
      <pc:sldChg chg="modSp mod chgLayout">
        <pc:chgData name="mukesh kumar" userId="e98c6c8ac4fa17dc" providerId="LiveId" clId="{EA7571E6-1441-4B95-8189-DEB0991B8DF5}" dt="2024-02-21T05:32:51.486" v="137"/>
        <pc:sldMkLst>
          <pc:docMk/>
          <pc:sldMk cId="0" sldId="288"/>
        </pc:sldMkLst>
        <pc:spChg chg="mod ord">
          <ac:chgData name="mukesh kumar" userId="e98c6c8ac4fa17dc" providerId="LiveId" clId="{EA7571E6-1441-4B95-8189-DEB0991B8DF5}" dt="2024-02-21T05:32:51.486" v="137"/>
          <ac:spMkLst>
            <pc:docMk/>
            <pc:sldMk cId="0" sldId="288"/>
            <ac:spMk id="289" creationId="{00000000-0000-0000-0000-000000000000}"/>
          </ac:spMkLst>
        </pc:spChg>
        <pc:spChg chg="mod ord">
          <ac:chgData name="mukesh kumar" userId="e98c6c8ac4fa17dc" providerId="LiveId" clId="{EA7571E6-1441-4B95-8189-DEB0991B8DF5}" dt="2024-02-21T05:31:42.384" v="136" actId="700"/>
          <ac:spMkLst>
            <pc:docMk/>
            <pc:sldMk cId="0" sldId="288"/>
            <ac:spMk id="290"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89"/>
        </pc:sldMkLst>
        <pc:spChg chg="mod ord">
          <ac:chgData name="mukesh kumar" userId="e98c6c8ac4fa17dc" providerId="LiveId" clId="{EA7571E6-1441-4B95-8189-DEB0991B8DF5}" dt="2024-02-21T05:32:51.486" v="137"/>
          <ac:spMkLst>
            <pc:docMk/>
            <pc:sldMk cId="0" sldId="289"/>
            <ac:spMk id="295" creationId="{00000000-0000-0000-0000-000000000000}"/>
          </ac:spMkLst>
        </pc:spChg>
        <pc:spChg chg="mod ord">
          <ac:chgData name="mukesh kumar" userId="e98c6c8ac4fa17dc" providerId="LiveId" clId="{EA7571E6-1441-4B95-8189-DEB0991B8DF5}" dt="2024-02-21T05:31:42.384" v="136" actId="700"/>
          <ac:spMkLst>
            <pc:docMk/>
            <pc:sldMk cId="0" sldId="289"/>
            <ac:spMk id="296" creationId="{00000000-0000-0000-0000-000000000000}"/>
          </ac:spMkLst>
        </pc:spChg>
      </pc:sldChg>
      <pc:sldChg chg="modSp mod chgLayout">
        <pc:chgData name="mukesh kumar" userId="e98c6c8ac4fa17dc" providerId="LiveId" clId="{EA7571E6-1441-4B95-8189-DEB0991B8DF5}" dt="2024-02-21T05:32:51.486" v="137"/>
        <pc:sldMkLst>
          <pc:docMk/>
          <pc:sldMk cId="0" sldId="290"/>
        </pc:sldMkLst>
        <pc:spChg chg="mod ord">
          <ac:chgData name="mukesh kumar" userId="e98c6c8ac4fa17dc" providerId="LiveId" clId="{EA7571E6-1441-4B95-8189-DEB0991B8DF5}" dt="2024-02-21T05:32:51.486" v="137"/>
          <ac:spMkLst>
            <pc:docMk/>
            <pc:sldMk cId="0" sldId="290"/>
            <ac:spMk id="301" creationId="{00000000-0000-0000-0000-000000000000}"/>
          </ac:spMkLst>
        </pc:spChg>
        <pc:spChg chg="mod ord">
          <ac:chgData name="mukesh kumar" userId="e98c6c8ac4fa17dc" providerId="LiveId" clId="{EA7571E6-1441-4B95-8189-DEB0991B8DF5}" dt="2024-02-21T05:31:42.384" v="136" actId="700"/>
          <ac:spMkLst>
            <pc:docMk/>
            <pc:sldMk cId="0" sldId="290"/>
            <ac:spMk id="30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91"/>
        </pc:sldMkLst>
        <pc:spChg chg="mod ord">
          <ac:chgData name="mukesh kumar" userId="e98c6c8ac4fa17dc" providerId="LiveId" clId="{EA7571E6-1441-4B95-8189-DEB0991B8DF5}" dt="2024-02-21T05:32:51.486" v="137"/>
          <ac:spMkLst>
            <pc:docMk/>
            <pc:sldMk cId="0" sldId="291"/>
            <ac:spMk id="307" creationId="{00000000-0000-0000-0000-000000000000}"/>
          </ac:spMkLst>
        </pc:spChg>
        <pc:spChg chg="mod ord">
          <ac:chgData name="mukesh kumar" userId="e98c6c8ac4fa17dc" providerId="LiveId" clId="{EA7571E6-1441-4B95-8189-DEB0991B8DF5}" dt="2024-02-21T05:31:42.384" v="136" actId="700"/>
          <ac:spMkLst>
            <pc:docMk/>
            <pc:sldMk cId="0" sldId="291"/>
            <ac:spMk id="308" creationId="{00000000-0000-0000-0000-000000000000}"/>
          </ac:spMkLst>
        </pc:spChg>
      </pc:sldChg>
      <pc:sldChg chg="modSp mod chgLayout">
        <pc:chgData name="mukesh kumar" userId="e98c6c8ac4fa17dc" providerId="LiveId" clId="{EA7571E6-1441-4B95-8189-DEB0991B8DF5}" dt="2024-02-21T05:32:51.486" v="137"/>
        <pc:sldMkLst>
          <pc:docMk/>
          <pc:sldMk cId="0" sldId="292"/>
        </pc:sldMkLst>
        <pc:spChg chg="mod ord">
          <ac:chgData name="mukesh kumar" userId="e98c6c8ac4fa17dc" providerId="LiveId" clId="{EA7571E6-1441-4B95-8189-DEB0991B8DF5}" dt="2024-02-21T05:32:51.486" v="137"/>
          <ac:spMkLst>
            <pc:docMk/>
            <pc:sldMk cId="0" sldId="292"/>
            <ac:spMk id="313" creationId="{00000000-0000-0000-0000-000000000000}"/>
          </ac:spMkLst>
        </pc:spChg>
        <pc:spChg chg="mod ord">
          <ac:chgData name="mukesh kumar" userId="e98c6c8ac4fa17dc" providerId="LiveId" clId="{EA7571E6-1441-4B95-8189-DEB0991B8DF5}" dt="2024-02-21T05:31:42.384" v="136" actId="700"/>
          <ac:spMkLst>
            <pc:docMk/>
            <pc:sldMk cId="0" sldId="292"/>
            <ac:spMk id="314"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93"/>
        </pc:sldMkLst>
        <pc:spChg chg="mod ord">
          <ac:chgData name="mukesh kumar" userId="e98c6c8ac4fa17dc" providerId="LiveId" clId="{EA7571E6-1441-4B95-8189-DEB0991B8DF5}" dt="2024-02-21T05:32:51.486" v="137"/>
          <ac:spMkLst>
            <pc:docMk/>
            <pc:sldMk cId="0" sldId="293"/>
            <ac:spMk id="319" creationId="{00000000-0000-0000-0000-000000000000}"/>
          </ac:spMkLst>
        </pc:spChg>
        <pc:spChg chg="mod ord">
          <ac:chgData name="mukesh kumar" userId="e98c6c8ac4fa17dc" providerId="LiveId" clId="{EA7571E6-1441-4B95-8189-DEB0991B8DF5}" dt="2024-02-21T05:31:42.384" v="136" actId="700"/>
          <ac:spMkLst>
            <pc:docMk/>
            <pc:sldMk cId="0" sldId="293"/>
            <ac:spMk id="320" creationId="{00000000-0000-0000-0000-000000000000}"/>
          </ac:spMkLst>
        </pc:spChg>
      </pc:sldChg>
      <pc:sldChg chg="modSp mod chgLayout">
        <pc:chgData name="mukesh kumar" userId="e98c6c8ac4fa17dc" providerId="LiveId" clId="{EA7571E6-1441-4B95-8189-DEB0991B8DF5}" dt="2024-02-21T05:32:51.486" v="137"/>
        <pc:sldMkLst>
          <pc:docMk/>
          <pc:sldMk cId="0" sldId="294"/>
        </pc:sldMkLst>
        <pc:spChg chg="mod ord">
          <ac:chgData name="mukesh kumar" userId="e98c6c8ac4fa17dc" providerId="LiveId" clId="{EA7571E6-1441-4B95-8189-DEB0991B8DF5}" dt="2024-02-21T05:32:51.486" v="137"/>
          <ac:spMkLst>
            <pc:docMk/>
            <pc:sldMk cId="0" sldId="294"/>
            <ac:spMk id="325" creationId="{00000000-0000-0000-0000-000000000000}"/>
          </ac:spMkLst>
        </pc:spChg>
        <pc:spChg chg="mod ord">
          <ac:chgData name="mukesh kumar" userId="e98c6c8ac4fa17dc" providerId="LiveId" clId="{EA7571E6-1441-4B95-8189-DEB0991B8DF5}" dt="2024-02-21T05:31:42.384" v="136" actId="700"/>
          <ac:spMkLst>
            <pc:docMk/>
            <pc:sldMk cId="0" sldId="294"/>
            <ac:spMk id="32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95"/>
        </pc:sldMkLst>
        <pc:spChg chg="mod ord">
          <ac:chgData name="mukesh kumar" userId="e98c6c8ac4fa17dc" providerId="LiveId" clId="{EA7571E6-1441-4B95-8189-DEB0991B8DF5}" dt="2024-02-21T05:32:51.486" v="137"/>
          <ac:spMkLst>
            <pc:docMk/>
            <pc:sldMk cId="0" sldId="295"/>
            <ac:spMk id="331" creationId="{00000000-0000-0000-0000-000000000000}"/>
          </ac:spMkLst>
        </pc:spChg>
        <pc:spChg chg="mod ord">
          <ac:chgData name="mukesh kumar" userId="e98c6c8ac4fa17dc" providerId="LiveId" clId="{EA7571E6-1441-4B95-8189-DEB0991B8DF5}" dt="2024-02-21T05:31:42.384" v="136" actId="700"/>
          <ac:spMkLst>
            <pc:docMk/>
            <pc:sldMk cId="0" sldId="295"/>
            <ac:spMk id="332" creationId="{00000000-0000-0000-0000-000000000000}"/>
          </ac:spMkLst>
        </pc:spChg>
      </pc:sldChg>
      <pc:sldChg chg="modSp mod chgLayout">
        <pc:chgData name="mukesh kumar" userId="e98c6c8ac4fa17dc" providerId="LiveId" clId="{EA7571E6-1441-4B95-8189-DEB0991B8DF5}" dt="2024-02-21T05:32:51.486" v="137"/>
        <pc:sldMkLst>
          <pc:docMk/>
          <pc:sldMk cId="0" sldId="296"/>
        </pc:sldMkLst>
        <pc:spChg chg="mod ord">
          <ac:chgData name="mukesh kumar" userId="e98c6c8ac4fa17dc" providerId="LiveId" clId="{EA7571E6-1441-4B95-8189-DEB0991B8DF5}" dt="2024-02-21T05:32:51.486" v="137"/>
          <ac:spMkLst>
            <pc:docMk/>
            <pc:sldMk cId="0" sldId="296"/>
            <ac:spMk id="337" creationId="{00000000-0000-0000-0000-000000000000}"/>
          </ac:spMkLst>
        </pc:spChg>
        <pc:spChg chg="mod ord">
          <ac:chgData name="mukesh kumar" userId="e98c6c8ac4fa17dc" providerId="LiveId" clId="{EA7571E6-1441-4B95-8189-DEB0991B8DF5}" dt="2024-02-21T05:31:42.384" v="136" actId="700"/>
          <ac:spMkLst>
            <pc:docMk/>
            <pc:sldMk cId="0" sldId="296"/>
            <ac:spMk id="33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97"/>
        </pc:sldMkLst>
        <pc:spChg chg="mod ord">
          <ac:chgData name="mukesh kumar" userId="e98c6c8ac4fa17dc" providerId="LiveId" clId="{EA7571E6-1441-4B95-8189-DEB0991B8DF5}" dt="2024-02-21T05:32:51.486" v="137"/>
          <ac:spMkLst>
            <pc:docMk/>
            <pc:sldMk cId="0" sldId="297"/>
            <ac:spMk id="343" creationId="{00000000-0000-0000-0000-000000000000}"/>
          </ac:spMkLst>
        </pc:spChg>
        <pc:spChg chg="mod ord">
          <ac:chgData name="mukesh kumar" userId="e98c6c8ac4fa17dc" providerId="LiveId" clId="{EA7571E6-1441-4B95-8189-DEB0991B8DF5}" dt="2024-02-21T05:31:42.384" v="136" actId="700"/>
          <ac:spMkLst>
            <pc:docMk/>
            <pc:sldMk cId="0" sldId="297"/>
            <ac:spMk id="344" creationId="{00000000-0000-0000-0000-000000000000}"/>
          </ac:spMkLst>
        </pc:spChg>
      </pc:sldChg>
      <pc:sldChg chg="modSp mod chgLayout">
        <pc:chgData name="mukesh kumar" userId="e98c6c8ac4fa17dc" providerId="LiveId" clId="{EA7571E6-1441-4B95-8189-DEB0991B8DF5}" dt="2024-02-21T05:32:51.486" v="137"/>
        <pc:sldMkLst>
          <pc:docMk/>
          <pc:sldMk cId="0" sldId="298"/>
        </pc:sldMkLst>
        <pc:spChg chg="mod ord">
          <ac:chgData name="mukesh kumar" userId="e98c6c8ac4fa17dc" providerId="LiveId" clId="{EA7571E6-1441-4B95-8189-DEB0991B8DF5}" dt="2024-02-21T05:32:51.486" v="137"/>
          <ac:spMkLst>
            <pc:docMk/>
            <pc:sldMk cId="0" sldId="298"/>
            <ac:spMk id="349" creationId="{00000000-0000-0000-0000-000000000000}"/>
          </ac:spMkLst>
        </pc:spChg>
        <pc:spChg chg="mod ord">
          <ac:chgData name="mukesh kumar" userId="e98c6c8ac4fa17dc" providerId="LiveId" clId="{EA7571E6-1441-4B95-8189-DEB0991B8DF5}" dt="2024-02-21T05:31:42.384" v="136" actId="700"/>
          <ac:spMkLst>
            <pc:docMk/>
            <pc:sldMk cId="0" sldId="298"/>
            <ac:spMk id="350" creationId="{00000000-0000-0000-0000-000000000000}"/>
          </ac:spMkLst>
        </pc:spChg>
      </pc:sldChg>
      <pc:sldChg chg="modSp mod chgLayout modNotes">
        <pc:chgData name="mukesh kumar" userId="e98c6c8ac4fa17dc" providerId="LiveId" clId="{EA7571E6-1441-4B95-8189-DEB0991B8DF5}" dt="2024-02-21T05:32:51.486" v="137"/>
        <pc:sldMkLst>
          <pc:docMk/>
          <pc:sldMk cId="0" sldId="299"/>
        </pc:sldMkLst>
        <pc:spChg chg="mod ord">
          <ac:chgData name="mukesh kumar" userId="e98c6c8ac4fa17dc" providerId="LiveId" clId="{EA7571E6-1441-4B95-8189-DEB0991B8DF5}" dt="2024-02-21T05:32:51.486" v="137"/>
          <ac:spMkLst>
            <pc:docMk/>
            <pc:sldMk cId="0" sldId="299"/>
            <ac:spMk id="355" creationId="{00000000-0000-0000-0000-000000000000}"/>
          </ac:spMkLst>
        </pc:spChg>
        <pc:spChg chg="mod ord">
          <ac:chgData name="mukesh kumar" userId="e98c6c8ac4fa17dc" providerId="LiveId" clId="{EA7571E6-1441-4B95-8189-DEB0991B8DF5}" dt="2024-02-21T05:31:42.384" v="136" actId="700"/>
          <ac:spMkLst>
            <pc:docMk/>
            <pc:sldMk cId="0" sldId="299"/>
            <ac:spMk id="356" creationId="{00000000-0000-0000-0000-000000000000}"/>
          </ac:spMkLst>
        </pc:spChg>
      </pc:sldChg>
      <pc:sldChg chg="modSp mod chgLayout">
        <pc:chgData name="mukesh kumar" userId="e98c6c8ac4fa17dc" providerId="LiveId" clId="{EA7571E6-1441-4B95-8189-DEB0991B8DF5}" dt="2024-02-21T05:32:51.486" v="137"/>
        <pc:sldMkLst>
          <pc:docMk/>
          <pc:sldMk cId="0" sldId="300"/>
        </pc:sldMkLst>
        <pc:spChg chg="mod ord">
          <ac:chgData name="mukesh kumar" userId="e98c6c8ac4fa17dc" providerId="LiveId" clId="{EA7571E6-1441-4B95-8189-DEB0991B8DF5}" dt="2024-02-21T05:32:51.486" v="137"/>
          <ac:spMkLst>
            <pc:docMk/>
            <pc:sldMk cId="0" sldId="300"/>
            <ac:spMk id="361" creationId="{00000000-0000-0000-0000-000000000000}"/>
          </ac:spMkLst>
        </pc:spChg>
        <pc:spChg chg="mod ord">
          <ac:chgData name="mukesh kumar" userId="e98c6c8ac4fa17dc" providerId="LiveId" clId="{EA7571E6-1441-4B95-8189-DEB0991B8DF5}" dt="2024-02-21T05:31:42.384" v="136" actId="700"/>
          <ac:spMkLst>
            <pc:docMk/>
            <pc:sldMk cId="0" sldId="300"/>
            <ac:spMk id="36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01"/>
        </pc:sldMkLst>
        <pc:spChg chg="mod ord">
          <ac:chgData name="mukesh kumar" userId="e98c6c8ac4fa17dc" providerId="LiveId" clId="{EA7571E6-1441-4B95-8189-DEB0991B8DF5}" dt="2024-02-21T05:32:51.486" v="137"/>
          <ac:spMkLst>
            <pc:docMk/>
            <pc:sldMk cId="0" sldId="301"/>
            <ac:spMk id="367" creationId="{00000000-0000-0000-0000-000000000000}"/>
          </ac:spMkLst>
        </pc:spChg>
        <pc:spChg chg="mod ord">
          <ac:chgData name="mukesh kumar" userId="e98c6c8ac4fa17dc" providerId="LiveId" clId="{EA7571E6-1441-4B95-8189-DEB0991B8DF5}" dt="2024-02-21T05:31:42.384" v="136" actId="700"/>
          <ac:spMkLst>
            <pc:docMk/>
            <pc:sldMk cId="0" sldId="301"/>
            <ac:spMk id="368" creationId="{00000000-0000-0000-0000-000000000000}"/>
          </ac:spMkLst>
        </pc:spChg>
      </pc:sldChg>
      <pc:sldChg chg="modSp mod chgLayout">
        <pc:chgData name="mukesh kumar" userId="e98c6c8ac4fa17dc" providerId="LiveId" clId="{EA7571E6-1441-4B95-8189-DEB0991B8DF5}" dt="2024-02-21T05:32:51.486" v="137"/>
        <pc:sldMkLst>
          <pc:docMk/>
          <pc:sldMk cId="0" sldId="302"/>
        </pc:sldMkLst>
        <pc:spChg chg="mod ord">
          <ac:chgData name="mukesh kumar" userId="e98c6c8ac4fa17dc" providerId="LiveId" clId="{EA7571E6-1441-4B95-8189-DEB0991B8DF5}" dt="2024-02-21T05:32:51.486" v="137"/>
          <ac:spMkLst>
            <pc:docMk/>
            <pc:sldMk cId="0" sldId="302"/>
            <ac:spMk id="373" creationId="{00000000-0000-0000-0000-000000000000}"/>
          </ac:spMkLst>
        </pc:spChg>
        <pc:spChg chg="mod ord">
          <ac:chgData name="mukesh kumar" userId="e98c6c8ac4fa17dc" providerId="LiveId" clId="{EA7571E6-1441-4B95-8189-DEB0991B8DF5}" dt="2024-02-21T05:31:42.384" v="136" actId="700"/>
          <ac:spMkLst>
            <pc:docMk/>
            <pc:sldMk cId="0" sldId="302"/>
            <ac:spMk id="374" creationId="{00000000-0000-0000-0000-000000000000}"/>
          </ac:spMkLst>
        </pc:spChg>
      </pc:sldChg>
      <pc:sldChg chg="modSp mod chgLayout">
        <pc:chgData name="mukesh kumar" userId="e98c6c8ac4fa17dc" providerId="LiveId" clId="{EA7571E6-1441-4B95-8189-DEB0991B8DF5}" dt="2024-02-21T05:32:51.486" v="137"/>
        <pc:sldMkLst>
          <pc:docMk/>
          <pc:sldMk cId="0" sldId="303"/>
        </pc:sldMkLst>
        <pc:spChg chg="mod ord">
          <ac:chgData name="mukesh kumar" userId="e98c6c8ac4fa17dc" providerId="LiveId" clId="{EA7571E6-1441-4B95-8189-DEB0991B8DF5}" dt="2024-02-21T05:32:51.486" v="137"/>
          <ac:spMkLst>
            <pc:docMk/>
            <pc:sldMk cId="0" sldId="303"/>
            <ac:spMk id="379" creationId="{00000000-0000-0000-0000-000000000000}"/>
          </ac:spMkLst>
        </pc:spChg>
        <pc:spChg chg="mod ord">
          <ac:chgData name="mukesh kumar" userId="e98c6c8ac4fa17dc" providerId="LiveId" clId="{EA7571E6-1441-4B95-8189-DEB0991B8DF5}" dt="2024-02-21T05:31:42.384" v="136" actId="700"/>
          <ac:spMkLst>
            <pc:docMk/>
            <pc:sldMk cId="0" sldId="303"/>
            <ac:spMk id="380" creationId="{00000000-0000-0000-0000-000000000000}"/>
          </ac:spMkLst>
        </pc:spChg>
      </pc:sldChg>
      <pc:sldChg chg="modSp mod chgLayout">
        <pc:chgData name="mukesh kumar" userId="e98c6c8ac4fa17dc" providerId="LiveId" clId="{EA7571E6-1441-4B95-8189-DEB0991B8DF5}" dt="2024-02-21T05:32:51.486" v="137"/>
        <pc:sldMkLst>
          <pc:docMk/>
          <pc:sldMk cId="0" sldId="304"/>
        </pc:sldMkLst>
        <pc:spChg chg="mod ord">
          <ac:chgData name="mukesh kumar" userId="e98c6c8ac4fa17dc" providerId="LiveId" clId="{EA7571E6-1441-4B95-8189-DEB0991B8DF5}" dt="2024-02-21T05:32:51.486" v="137"/>
          <ac:spMkLst>
            <pc:docMk/>
            <pc:sldMk cId="0" sldId="304"/>
            <ac:spMk id="385" creationId="{00000000-0000-0000-0000-000000000000}"/>
          </ac:spMkLst>
        </pc:spChg>
        <pc:spChg chg="mod ord">
          <ac:chgData name="mukesh kumar" userId="e98c6c8ac4fa17dc" providerId="LiveId" clId="{EA7571E6-1441-4B95-8189-DEB0991B8DF5}" dt="2024-02-21T05:31:42.384" v="136" actId="700"/>
          <ac:spMkLst>
            <pc:docMk/>
            <pc:sldMk cId="0" sldId="304"/>
            <ac:spMk id="38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05"/>
        </pc:sldMkLst>
        <pc:spChg chg="mod ord">
          <ac:chgData name="mukesh kumar" userId="e98c6c8ac4fa17dc" providerId="LiveId" clId="{EA7571E6-1441-4B95-8189-DEB0991B8DF5}" dt="2024-02-21T05:32:51.486" v="137"/>
          <ac:spMkLst>
            <pc:docMk/>
            <pc:sldMk cId="0" sldId="305"/>
            <ac:spMk id="391" creationId="{00000000-0000-0000-0000-000000000000}"/>
          </ac:spMkLst>
        </pc:spChg>
        <pc:spChg chg="mod ord">
          <ac:chgData name="mukesh kumar" userId="e98c6c8ac4fa17dc" providerId="LiveId" clId="{EA7571E6-1441-4B95-8189-DEB0991B8DF5}" dt="2024-02-21T05:31:42.384" v="136" actId="700"/>
          <ac:spMkLst>
            <pc:docMk/>
            <pc:sldMk cId="0" sldId="305"/>
            <ac:spMk id="392" creationId="{00000000-0000-0000-0000-000000000000}"/>
          </ac:spMkLst>
        </pc:spChg>
      </pc:sldChg>
      <pc:sldChg chg="modSp mod chgLayout">
        <pc:chgData name="mukesh kumar" userId="e98c6c8ac4fa17dc" providerId="LiveId" clId="{EA7571E6-1441-4B95-8189-DEB0991B8DF5}" dt="2024-02-21T05:32:51.486" v="137"/>
        <pc:sldMkLst>
          <pc:docMk/>
          <pc:sldMk cId="0" sldId="306"/>
        </pc:sldMkLst>
        <pc:spChg chg="mod ord">
          <ac:chgData name="mukesh kumar" userId="e98c6c8ac4fa17dc" providerId="LiveId" clId="{EA7571E6-1441-4B95-8189-DEB0991B8DF5}" dt="2024-02-21T05:32:51.486" v="137"/>
          <ac:spMkLst>
            <pc:docMk/>
            <pc:sldMk cId="0" sldId="306"/>
            <ac:spMk id="397" creationId="{00000000-0000-0000-0000-000000000000}"/>
          </ac:spMkLst>
        </pc:spChg>
        <pc:spChg chg="mod ord">
          <ac:chgData name="mukesh kumar" userId="e98c6c8ac4fa17dc" providerId="LiveId" clId="{EA7571E6-1441-4B95-8189-DEB0991B8DF5}" dt="2024-02-21T05:31:42.384" v="136" actId="700"/>
          <ac:spMkLst>
            <pc:docMk/>
            <pc:sldMk cId="0" sldId="306"/>
            <ac:spMk id="39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07"/>
        </pc:sldMkLst>
        <pc:spChg chg="mod ord">
          <ac:chgData name="mukesh kumar" userId="e98c6c8ac4fa17dc" providerId="LiveId" clId="{EA7571E6-1441-4B95-8189-DEB0991B8DF5}" dt="2024-02-21T05:32:51.486" v="137"/>
          <ac:spMkLst>
            <pc:docMk/>
            <pc:sldMk cId="0" sldId="307"/>
            <ac:spMk id="403" creationId="{00000000-0000-0000-0000-000000000000}"/>
          </ac:spMkLst>
        </pc:spChg>
        <pc:spChg chg="mod ord">
          <ac:chgData name="mukesh kumar" userId="e98c6c8ac4fa17dc" providerId="LiveId" clId="{EA7571E6-1441-4B95-8189-DEB0991B8DF5}" dt="2024-02-21T05:31:42.384" v="136" actId="700"/>
          <ac:spMkLst>
            <pc:docMk/>
            <pc:sldMk cId="0" sldId="307"/>
            <ac:spMk id="404" creationId="{00000000-0000-0000-0000-000000000000}"/>
          </ac:spMkLst>
        </pc:spChg>
      </pc:sldChg>
      <pc:sldChg chg="modSp mod chgLayout">
        <pc:chgData name="mukesh kumar" userId="e98c6c8ac4fa17dc" providerId="LiveId" clId="{EA7571E6-1441-4B95-8189-DEB0991B8DF5}" dt="2024-02-21T05:32:51.486" v="137"/>
        <pc:sldMkLst>
          <pc:docMk/>
          <pc:sldMk cId="0" sldId="308"/>
        </pc:sldMkLst>
        <pc:spChg chg="mod ord">
          <ac:chgData name="mukesh kumar" userId="e98c6c8ac4fa17dc" providerId="LiveId" clId="{EA7571E6-1441-4B95-8189-DEB0991B8DF5}" dt="2024-02-21T05:32:51.486" v="137"/>
          <ac:spMkLst>
            <pc:docMk/>
            <pc:sldMk cId="0" sldId="308"/>
            <ac:spMk id="409" creationId="{00000000-0000-0000-0000-000000000000}"/>
          </ac:spMkLst>
        </pc:spChg>
        <pc:spChg chg="mod ord">
          <ac:chgData name="mukesh kumar" userId="e98c6c8ac4fa17dc" providerId="LiveId" clId="{EA7571E6-1441-4B95-8189-DEB0991B8DF5}" dt="2024-02-21T05:31:42.384" v="136" actId="700"/>
          <ac:spMkLst>
            <pc:docMk/>
            <pc:sldMk cId="0" sldId="308"/>
            <ac:spMk id="410"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09"/>
        </pc:sldMkLst>
        <pc:spChg chg="mod ord">
          <ac:chgData name="mukesh kumar" userId="e98c6c8ac4fa17dc" providerId="LiveId" clId="{EA7571E6-1441-4B95-8189-DEB0991B8DF5}" dt="2024-02-21T05:32:51.486" v="137"/>
          <ac:spMkLst>
            <pc:docMk/>
            <pc:sldMk cId="0" sldId="309"/>
            <ac:spMk id="415" creationId="{00000000-0000-0000-0000-000000000000}"/>
          </ac:spMkLst>
        </pc:spChg>
        <pc:spChg chg="mod ord">
          <ac:chgData name="mukesh kumar" userId="e98c6c8ac4fa17dc" providerId="LiveId" clId="{EA7571E6-1441-4B95-8189-DEB0991B8DF5}" dt="2024-02-21T05:31:42.384" v="136" actId="700"/>
          <ac:spMkLst>
            <pc:docMk/>
            <pc:sldMk cId="0" sldId="309"/>
            <ac:spMk id="416" creationId="{00000000-0000-0000-0000-000000000000}"/>
          </ac:spMkLst>
        </pc:spChg>
      </pc:sldChg>
      <pc:sldChg chg="modSp mod chgLayout">
        <pc:chgData name="mukesh kumar" userId="e98c6c8ac4fa17dc" providerId="LiveId" clId="{EA7571E6-1441-4B95-8189-DEB0991B8DF5}" dt="2024-02-21T05:32:51.486" v="137"/>
        <pc:sldMkLst>
          <pc:docMk/>
          <pc:sldMk cId="0" sldId="310"/>
        </pc:sldMkLst>
        <pc:spChg chg="mod ord">
          <ac:chgData name="mukesh kumar" userId="e98c6c8ac4fa17dc" providerId="LiveId" clId="{EA7571E6-1441-4B95-8189-DEB0991B8DF5}" dt="2024-02-21T05:32:51.486" v="137"/>
          <ac:spMkLst>
            <pc:docMk/>
            <pc:sldMk cId="0" sldId="310"/>
            <ac:spMk id="421" creationId="{00000000-0000-0000-0000-000000000000}"/>
          </ac:spMkLst>
        </pc:spChg>
        <pc:spChg chg="mod ord">
          <ac:chgData name="mukesh kumar" userId="e98c6c8ac4fa17dc" providerId="LiveId" clId="{EA7571E6-1441-4B95-8189-DEB0991B8DF5}" dt="2024-02-21T05:31:42.384" v="136" actId="700"/>
          <ac:spMkLst>
            <pc:docMk/>
            <pc:sldMk cId="0" sldId="310"/>
            <ac:spMk id="42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11"/>
        </pc:sldMkLst>
        <pc:spChg chg="mod ord">
          <ac:chgData name="mukesh kumar" userId="e98c6c8ac4fa17dc" providerId="LiveId" clId="{EA7571E6-1441-4B95-8189-DEB0991B8DF5}" dt="2024-02-21T05:32:51.486" v="137"/>
          <ac:spMkLst>
            <pc:docMk/>
            <pc:sldMk cId="0" sldId="311"/>
            <ac:spMk id="427" creationId="{00000000-0000-0000-0000-000000000000}"/>
          </ac:spMkLst>
        </pc:spChg>
        <pc:spChg chg="mod ord">
          <ac:chgData name="mukesh kumar" userId="e98c6c8ac4fa17dc" providerId="LiveId" clId="{EA7571E6-1441-4B95-8189-DEB0991B8DF5}" dt="2024-02-21T05:31:42.384" v="136" actId="700"/>
          <ac:spMkLst>
            <pc:docMk/>
            <pc:sldMk cId="0" sldId="311"/>
            <ac:spMk id="428" creationId="{00000000-0000-0000-0000-000000000000}"/>
          </ac:spMkLst>
        </pc:spChg>
      </pc:sldChg>
      <pc:sldChg chg="modSp mod chgLayout">
        <pc:chgData name="mukesh kumar" userId="e98c6c8ac4fa17dc" providerId="LiveId" clId="{EA7571E6-1441-4B95-8189-DEB0991B8DF5}" dt="2024-02-21T05:32:51.486" v="137"/>
        <pc:sldMkLst>
          <pc:docMk/>
          <pc:sldMk cId="0" sldId="312"/>
        </pc:sldMkLst>
        <pc:spChg chg="mod ord">
          <ac:chgData name="mukesh kumar" userId="e98c6c8ac4fa17dc" providerId="LiveId" clId="{EA7571E6-1441-4B95-8189-DEB0991B8DF5}" dt="2024-02-21T05:32:51.486" v="137"/>
          <ac:spMkLst>
            <pc:docMk/>
            <pc:sldMk cId="0" sldId="312"/>
            <ac:spMk id="433" creationId="{00000000-0000-0000-0000-000000000000}"/>
          </ac:spMkLst>
        </pc:spChg>
        <pc:spChg chg="mod ord">
          <ac:chgData name="mukesh kumar" userId="e98c6c8ac4fa17dc" providerId="LiveId" clId="{EA7571E6-1441-4B95-8189-DEB0991B8DF5}" dt="2024-02-21T05:31:42.384" v="136" actId="700"/>
          <ac:spMkLst>
            <pc:docMk/>
            <pc:sldMk cId="0" sldId="312"/>
            <ac:spMk id="434"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13"/>
        </pc:sldMkLst>
        <pc:spChg chg="mod ord">
          <ac:chgData name="mukesh kumar" userId="e98c6c8ac4fa17dc" providerId="LiveId" clId="{EA7571E6-1441-4B95-8189-DEB0991B8DF5}" dt="2024-02-21T05:32:51.486" v="137"/>
          <ac:spMkLst>
            <pc:docMk/>
            <pc:sldMk cId="0" sldId="313"/>
            <ac:spMk id="439" creationId="{00000000-0000-0000-0000-000000000000}"/>
          </ac:spMkLst>
        </pc:spChg>
        <pc:spChg chg="mod ord">
          <ac:chgData name="mukesh kumar" userId="e98c6c8ac4fa17dc" providerId="LiveId" clId="{EA7571E6-1441-4B95-8189-DEB0991B8DF5}" dt="2024-02-21T05:31:42.384" v="136" actId="700"/>
          <ac:spMkLst>
            <pc:docMk/>
            <pc:sldMk cId="0" sldId="313"/>
            <ac:spMk id="440" creationId="{00000000-0000-0000-0000-000000000000}"/>
          </ac:spMkLst>
        </pc:spChg>
      </pc:sldChg>
      <pc:sldChg chg="modSp mod chgLayout">
        <pc:chgData name="mukesh kumar" userId="e98c6c8ac4fa17dc" providerId="LiveId" clId="{EA7571E6-1441-4B95-8189-DEB0991B8DF5}" dt="2024-02-21T05:32:51.486" v="137"/>
        <pc:sldMkLst>
          <pc:docMk/>
          <pc:sldMk cId="0" sldId="314"/>
        </pc:sldMkLst>
        <pc:spChg chg="mod ord">
          <ac:chgData name="mukesh kumar" userId="e98c6c8ac4fa17dc" providerId="LiveId" clId="{EA7571E6-1441-4B95-8189-DEB0991B8DF5}" dt="2024-02-21T05:32:51.486" v="137"/>
          <ac:spMkLst>
            <pc:docMk/>
            <pc:sldMk cId="0" sldId="314"/>
            <ac:spMk id="445" creationId="{00000000-0000-0000-0000-000000000000}"/>
          </ac:spMkLst>
        </pc:spChg>
        <pc:spChg chg="mod ord">
          <ac:chgData name="mukesh kumar" userId="e98c6c8ac4fa17dc" providerId="LiveId" clId="{EA7571E6-1441-4B95-8189-DEB0991B8DF5}" dt="2024-02-21T05:31:42.384" v="136" actId="700"/>
          <ac:spMkLst>
            <pc:docMk/>
            <pc:sldMk cId="0" sldId="314"/>
            <ac:spMk id="44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15"/>
        </pc:sldMkLst>
        <pc:spChg chg="mod ord">
          <ac:chgData name="mukesh kumar" userId="e98c6c8ac4fa17dc" providerId="LiveId" clId="{EA7571E6-1441-4B95-8189-DEB0991B8DF5}" dt="2024-02-21T05:32:51.486" v="137"/>
          <ac:spMkLst>
            <pc:docMk/>
            <pc:sldMk cId="0" sldId="315"/>
            <ac:spMk id="451" creationId="{00000000-0000-0000-0000-000000000000}"/>
          </ac:spMkLst>
        </pc:spChg>
        <pc:spChg chg="mod ord">
          <ac:chgData name="mukesh kumar" userId="e98c6c8ac4fa17dc" providerId="LiveId" clId="{EA7571E6-1441-4B95-8189-DEB0991B8DF5}" dt="2024-02-21T05:31:42.384" v="136" actId="700"/>
          <ac:spMkLst>
            <pc:docMk/>
            <pc:sldMk cId="0" sldId="315"/>
            <ac:spMk id="452" creationId="{00000000-0000-0000-0000-000000000000}"/>
          </ac:spMkLst>
        </pc:spChg>
      </pc:sldChg>
      <pc:sldChg chg="modSp mod chgLayout">
        <pc:chgData name="mukesh kumar" userId="e98c6c8ac4fa17dc" providerId="LiveId" clId="{EA7571E6-1441-4B95-8189-DEB0991B8DF5}" dt="2024-02-21T05:32:51.486" v="137"/>
        <pc:sldMkLst>
          <pc:docMk/>
          <pc:sldMk cId="0" sldId="316"/>
        </pc:sldMkLst>
        <pc:spChg chg="mod ord">
          <ac:chgData name="mukesh kumar" userId="e98c6c8ac4fa17dc" providerId="LiveId" clId="{EA7571E6-1441-4B95-8189-DEB0991B8DF5}" dt="2024-02-21T05:32:51.486" v="137"/>
          <ac:spMkLst>
            <pc:docMk/>
            <pc:sldMk cId="0" sldId="316"/>
            <ac:spMk id="457" creationId="{00000000-0000-0000-0000-000000000000}"/>
          </ac:spMkLst>
        </pc:spChg>
        <pc:spChg chg="mod ord">
          <ac:chgData name="mukesh kumar" userId="e98c6c8ac4fa17dc" providerId="LiveId" clId="{EA7571E6-1441-4B95-8189-DEB0991B8DF5}" dt="2024-02-21T05:31:42.384" v="136" actId="700"/>
          <ac:spMkLst>
            <pc:docMk/>
            <pc:sldMk cId="0" sldId="316"/>
            <ac:spMk id="45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17"/>
        </pc:sldMkLst>
        <pc:spChg chg="mod ord">
          <ac:chgData name="mukesh kumar" userId="e98c6c8ac4fa17dc" providerId="LiveId" clId="{EA7571E6-1441-4B95-8189-DEB0991B8DF5}" dt="2024-02-21T05:32:51.486" v="137"/>
          <ac:spMkLst>
            <pc:docMk/>
            <pc:sldMk cId="0" sldId="317"/>
            <ac:spMk id="463" creationId="{00000000-0000-0000-0000-000000000000}"/>
          </ac:spMkLst>
        </pc:spChg>
        <pc:spChg chg="mod ord">
          <ac:chgData name="mukesh kumar" userId="e98c6c8ac4fa17dc" providerId="LiveId" clId="{EA7571E6-1441-4B95-8189-DEB0991B8DF5}" dt="2024-02-21T05:31:42.384" v="136" actId="700"/>
          <ac:spMkLst>
            <pc:docMk/>
            <pc:sldMk cId="0" sldId="317"/>
            <ac:spMk id="464" creationId="{00000000-0000-0000-0000-000000000000}"/>
          </ac:spMkLst>
        </pc:spChg>
      </pc:sldChg>
      <pc:sldChg chg="modSp mod chgLayout">
        <pc:chgData name="mukesh kumar" userId="e98c6c8ac4fa17dc" providerId="LiveId" clId="{EA7571E6-1441-4B95-8189-DEB0991B8DF5}" dt="2024-02-21T05:32:51.486" v="137"/>
        <pc:sldMkLst>
          <pc:docMk/>
          <pc:sldMk cId="0" sldId="318"/>
        </pc:sldMkLst>
        <pc:spChg chg="mod ord">
          <ac:chgData name="mukesh kumar" userId="e98c6c8ac4fa17dc" providerId="LiveId" clId="{EA7571E6-1441-4B95-8189-DEB0991B8DF5}" dt="2024-02-21T05:32:51.486" v="137"/>
          <ac:spMkLst>
            <pc:docMk/>
            <pc:sldMk cId="0" sldId="318"/>
            <ac:spMk id="469" creationId="{00000000-0000-0000-0000-000000000000}"/>
          </ac:spMkLst>
        </pc:spChg>
        <pc:spChg chg="mod ord">
          <ac:chgData name="mukesh kumar" userId="e98c6c8ac4fa17dc" providerId="LiveId" clId="{EA7571E6-1441-4B95-8189-DEB0991B8DF5}" dt="2024-02-21T05:31:42.384" v="136" actId="700"/>
          <ac:spMkLst>
            <pc:docMk/>
            <pc:sldMk cId="0" sldId="318"/>
            <ac:spMk id="470"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19"/>
        </pc:sldMkLst>
        <pc:spChg chg="mod ord">
          <ac:chgData name="mukesh kumar" userId="e98c6c8ac4fa17dc" providerId="LiveId" clId="{EA7571E6-1441-4B95-8189-DEB0991B8DF5}" dt="2024-02-21T05:32:51.486" v="137"/>
          <ac:spMkLst>
            <pc:docMk/>
            <pc:sldMk cId="0" sldId="319"/>
            <ac:spMk id="475" creationId="{00000000-0000-0000-0000-000000000000}"/>
          </ac:spMkLst>
        </pc:spChg>
        <pc:spChg chg="mod ord">
          <ac:chgData name="mukesh kumar" userId="e98c6c8ac4fa17dc" providerId="LiveId" clId="{EA7571E6-1441-4B95-8189-DEB0991B8DF5}" dt="2024-02-21T05:31:42.384" v="136" actId="700"/>
          <ac:spMkLst>
            <pc:docMk/>
            <pc:sldMk cId="0" sldId="319"/>
            <ac:spMk id="476" creationId="{00000000-0000-0000-0000-000000000000}"/>
          </ac:spMkLst>
        </pc:spChg>
      </pc:sldChg>
      <pc:sldChg chg="modSp mod chgLayout">
        <pc:chgData name="mukesh kumar" userId="e98c6c8ac4fa17dc" providerId="LiveId" clId="{EA7571E6-1441-4B95-8189-DEB0991B8DF5}" dt="2024-02-21T05:32:51.486" v="137"/>
        <pc:sldMkLst>
          <pc:docMk/>
          <pc:sldMk cId="0" sldId="320"/>
        </pc:sldMkLst>
        <pc:spChg chg="mod ord">
          <ac:chgData name="mukesh kumar" userId="e98c6c8ac4fa17dc" providerId="LiveId" clId="{EA7571E6-1441-4B95-8189-DEB0991B8DF5}" dt="2024-02-21T05:32:51.486" v="137"/>
          <ac:spMkLst>
            <pc:docMk/>
            <pc:sldMk cId="0" sldId="320"/>
            <ac:spMk id="481" creationId="{00000000-0000-0000-0000-000000000000}"/>
          </ac:spMkLst>
        </pc:spChg>
        <pc:spChg chg="mod ord">
          <ac:chgData name="mukesh kumar" userId="e98c6c8ac4fa17dc" providerId="LiveId" clId="{EA7571E6-1441-4B95-8189-DEB0991B8DF5}" dt="2024-02-21T05:31:42.384" v="136" actId="700"/>
          <ac:spMkLst>
            <pc:docMk/>
            <pc:sldMk cId="0" sldId="320"/>
            <ac:spMk id="48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21"/>
        </pc:sldMkLst>
        <pc:spChg chg="mod ord">
          <ac:chgData name="mukesh kumar" userId="e98c6c8ac4fa17dc" providerId="LiveId" clId="{EA7571E6-1441-4B95-8189-DEB0991B8DF5}" dt="2024-02-21T05:32:51.486" v="137"/>
          <ac:spMkLst>
            <pc:docMk/>
            <pc:sldMk cId="0" sldId="321"/>
            <ac:spMk id="487" creationId="{00000000-0000-0000-0000-000000000000}"/>
          </ac:spMkLst>
        </pc:spChg>
        <pc:spChg chg="mod ord">
          <ac:chgData name="mukesh kumar" userId="e98c6c8ac4fa17dc" providerId="LiveId" clId="{EA7571E6-1441-4B95-8189-DEB0991B8DF5}" dt="2024-02-21T05:31:42.384" v="136" actId="700"/>
          <ac:spMkLst>
            <pc:docMk/>
            <pc:sldMk cId="0" sldId="321"/>
            <ac:spMk id="488" creationId="{00000000-0000-0000-0000-000000000000}"/>
          </ac:spMkLst>
        </pc:spChg>
      </pc:sldChg>
      <pc:sldChg chg="modSp mod chgLayout">
        <pc:chgData name="mukesh kumar" userId="e98c6c8ac4fa17dc" providerId="LiveId" clId="{EA7571E6-1441-4B95-8189-DEB0991B8DF5}" dt="2024-02-21T05:32:51.486" v="137"/>
        <pc:sldMkLst>
          <pc:docMk/>
          <pc:sldMk cId="0" sldId="322"/>
        </pc:sldMkLst>
        <pc:spChg chg="mod ord">
          <ac:chgData name="mukesh kumar" userId="e98c6c8ac4fa17dc" providerId="LiveId" clId="{EA7571E6-1441-4B95-8189-DEB0991B8DF5}" dt="2024-02-21T05:32:51.486" v="137"/>
          <ac:spMkLst>
            <pc:docMk/>
            <pc:sldMk cId="0" sldId="322"/>
            <ac:spMk id="493" creationId="{00000000-0000-0000-0000-000000000000}"/>
          </ac:spMkLst>
        </pc:spChg>
        <pc:spChg chg="mod ord">
          <ac:chgData name="mukesh kumar" userId="e98c6c8ac4fa17dc" providerId="LiveId" clId="{EA7571E6-1441-4B95-8189-DEB0991B8DF5}" dt="2024-02-21T05:31:42.384" v="136" actId="700"/>
          <ac:spMkLst>
            <pc:docMk/>
            <pc:sldMk cId="0" sldId="322"/>
            <ac:spMk id="494"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23"/>
        </pc:sldMkLst>
        <pc:spChg chg="mod ord">
          <ac:chgData name="mukesh kumar" userId="e98c6c8ac4fa17dc" providerId="LiveId" clId="{EA7571E6-1441-4B95-8189-DEB0991B8DF5}" dt="2024-02-21T05:32:51.486" v="137"/>
          <ac:spMkLst>
            <pc:docMk/>
            <pc:sldMk cId="0" sldId="323"/>
            <ac:spMk id="499" creationId="{00000000-0000-0000-0000-000000000000}"/>
          </ac:spMkLst>
        </pc:spChg>
        <pc:spChg chg="mod ord">
          <ac:chgData name="mukesh kumar" userId="e98c6c8ac4fa17dc" providerId="LiveId" clId="{EA7571E6-1441-4B95-8189-DEB0991B8DF5}" dt="2024-02-21T05:31:42.384" v="136" actId="700"/>
          <ac:spMkLst>
            <pc:docMk/>
            <pc:sldMk cId="0" sldId="323"/>
            <ac:spMk id="500" creationId="{00000000-0000-0000-0000-000000000000}"/>
          </ac:spMkLst>
        </pc:spChg>
      </pc:sldChg>
      <pc:sldChg chg="modSp mod chgLayout">
        <pc:chgData name="mukesh kumar" userId="e98c6c8ac4fa17dc" providerId="LiveId" clId="{EA7571E6-1441-4B95-8189-DEB0991B8DF5}" dt="2024-02-21T05:32:51.486" v="137"/>
        <pc:sldMkLst>
          <pc:docMk/>
          <pc:sldMk cId="0" sldId="324"/>
        </pc:sldMkLst>
        <pc:spChg chg="mod ord">
          <ac:chgData name="mukesh kumar" userId="e98c6c8ac4fa17dc" providerId="LiveId" clId="{EA7571E6-1441-4B95-8189-DEB0991B8DF5}" dt="2024-02-21T05:32:51.486" v="137"/>
          <ac:spMkLst>
            <pc:docMk/>
            <pc:sldMk cId="0" sldId="324"/>
            <ac:spMk id="505" creationId="{00000000-0000-0000-0000-000000000000}"/>
          </ac:spMkLst>
        </pc:spChg>
        <pc:spChg chg="mod ord">
          <ac:chgData name="mukesh kumar" userId="e98c6c8ac4fa17dc" providerId="LiveId" clId="{EA7571E6-1441-4B95-8189-DEB0991B8DF5}" dt="2024-02-21T05:31:42.384" v="136" actId="700"/>
          <ac:spMkLst>
            <pc:docMk/>
            <pc:sldMk cId="0" sldId="324"/>
            <ac:spMk id="50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25"/>
        </pc:sldMkLst>
        <pc:spChg chg="mod ord">
          <ac:chgData name="mukesh kumar" userId="e98c6c8ac4fa17dc" providerId="LiveId" clId="{EA7571E6-1441-4B95-8189-DEB0991B8DF5}" dt="2024-02-21T05:32:51.486" v="137"/>
          <ac:spMkLst>
            <pc:docMk/>
            <pc:sldMk cId="0" sldId="325"/>
            <ac:spMk id="511" creationId="{00000000-0000-0000-0000-000000000000}"/>
          </ac:spMkLst>
        </pc:spChg>
        <pc:spChg chg="mod ord">
          <ac:chgData name="mukesh kumar" userId="e98c6c8ac4fa17dc" providerId="LiveId" clId="{EA7571E6-1441-4B95-8189-DEB0991B8DF5}" dt="2024-02-21T05:31:42.384" v="136" actId="700"/>
          <ac:spMkLst>
            <pc:docMk/>
            <pc:sldMk cId="0" sldId="325"/>
            <ac:spMk id="512" creationId="{00000000-0000-0000-0000-000000000000}"/>
          </ac:spMkLst>
        </pc:spChg>
      </pc:sldChg>
      <pc:sldChg chg="modSp mod chgLayout">
        <pc:chgData name="mukesh kumar" userId="e98c6c8ac4fa17dc" providerId="LiveId" clId="{EA7571E6-1441-4B95-8189-DEB0991B8DF5}" dt="2024-02-21T05:32:51.486" v="137"/>
        <pc:sldMkLst>
          <pc:docMk/>
          <pc:sldMk cId="0" sldId="326"/>
        </pc:sldMkLst>
        <pc:spChg chg="mod ord">
          <ac:chgData name="mukesh kumar" userId="e98c6c8ac4fa17dc" providerId="LiveId" clId="{EA7571E6-1441-4B95-8189-DEB0991B8DF5}" dt="2024-02-21T05:32:51.486" v="137"/>
          <ac:spMkLst>
            <pc:docMk/>
            <pc:sldMk cId="0" sldId="326"/>
            <ac:spMk id="517" creationId="{00000000-0000-0000-0000-000000000000}"/>
          </ac:spMkLst>
        </pc:spChg>
        <pc:spChg chg="mod ord">
          <ac:chgData name="mukesh kumar" userId="e98c6c8ac4fa17dc" providerId="LiveId" clId="{EA7571E6-1441-4B95-8189-DEB0991B8DF5}" dt="2024-02-21T05:31:42.384" v="136" actId="700"/>
          <ac:spMkLst>
            <pc:docMk/>
            <pc:sldMk cId="0" sldId="326"/>
            <ac:spMk id="51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27"/>
        </pc:sldMkLst>
        <pc:spChg chg="mod ord">
          <ac:chgData name="mukesh kumar" userId="e98c6c8ac4fa17dc" providerId="LiveId" clId="{EA7571E6-1441-4B95-8189-DEB0991B8DF5}" dt="2024-02-21T05:32:51.486" v="137"/>
          <ac:spMkLst>
            <pc:docMk/>
            <pc:sldMk cId="0" sldId="327"/>
            <ac:spMk id="523" creationId="{00000000-0000-0000-0000-000000000000}"/>
          </ac:spMkLst>
        </pc:spChg>
        <pc:spChg chg="mod ord">
          <ac:chgData name="mukesh kumar" userId="e98c6c8ac4fa17dc" providerId="LiveId" clId="{EA7571E6-1441-4B95-8189-DEB0991B8DF5}" dt="2024-02-21T05:31:42.384" v="136" actId="700"/>
          <ac:spMkLst>
            <pc:docMk/>
            <pc:sldMk cId="0" sldId="327"/>
            <ac:spMk id="524" creationId="{00000000-0000-0000-0000-000000000000}"/>
          </ac:spMkLst>
        </pc:spChg>
      </pc:sldChg>
      <pc:sldChg chg="modSp mod chgLayout">
        <pc:chgData name="mukesh kumar" userId="e98c6c8ac4fa17dc" providerId="LiveId" clId="{EA7571E6-1441-4B95-8189-DEB0991B8DF5}" dt="2024-02-21T05:32:51.486" v="137"/>
        <pc:sldMkLst>
          <pc:docMk/>
          <pc:sldMk cId="0" sldId="328"/>
        </pc:sldMkLst>
        <pc:spChg chg="mod ord">
          <ac:chgData name="mukesh kumar" userId="e98c6c8ac4fa17dc" providerId="LiveId" clId="{EA7571E6-1441-4B95-8189-DEB0991B8DF5}" dt="2024-02-21T05:32:51.486" v="137"/>
          <ac:spMkLst>
            <pc:docMk/>
            <pc:sldMk cId="0" sldId="328"/>
            <ac:spMk id="529" creationId="{00000000-0000-0000-0000-000000000000}"/>
          </ac:spMkLst>
        </pc:spChg>
        <pc:spChg chg="mod ord">
          <ac:chgData name="mukesh kumar" userId="e98c6c8ac4fa17dc" providerId="LiveId" clId="{EA7571E6-1441-4B95-8189-DEB0991B8DF5}" dt="2024-02-21T05:31:42.384" v="136" actId="700"/>
          <ac:spMkLst>
            <pc:docMk/>
            <pc:sldMk cId="0" sldId="328"/>
            <ac:spMk id="530"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29"/>
        </pc:sldMkLst>
        <pc:spChg chg="mod ord">
          <ac:chgData name="mukesh kumar" userId="e98c6c8ac4fa17dc" providerId="LiveId" clId="{EA7571E6-1441-4B95-8189-DEB0991B8DF5}" dt="2024-02-21T05:32:51.486" v="137"/>
          <ac:spMkLst>
            <pc:docMk/>
            <pc:sldMk cId="0" sldId="329"/>
            <ac:spMk id="535" creationId="{00000000-0000-0000-0000-000000000000}"/>
          </ac:spMkLst>
        </pc:spChg>
        <pc:spChg chg="mod ord">
          <ac:chgData name="mukesh kumar" userId="e98c6c8ac4fa17dc" providerId="LiveId" clId="{EA7571E6-1441-4B95-8189-DEB0991B8DF5}" dt="2024-02-21T05:31:42.384" v="136" actId="700"/>
          <ac:spMkLst>
            <pc:docMk/>
            <pc:sldMk cId="0" sldId="329"/>
            <ac:spMk id="536" creationId="{00000000-0000-0000-0000-000000000000}"/>
          </ac:spMkLst>
        </pc:spChg>
      </pc:sldChg>
      <pc:sldChg chg="modSp mod chgLayout">
        <pc:chgData name="mukesh kumar" userId="e98c6c8ac4fa17dc" providerId="LiveId" clId="{EA7571E6-1441-4B95-8189-DEB0991B8DF5}" dt="2024-02-21T05:32:51.486" v="137"/>
        <pc:sldMkLst>
          <pc:docMk/>
          <pc:sldMk cId="0" sldId="330"/>
        </pc:sldMkLst>
        <pc:spChg chg="mod ord">
          <ac:chgData name="mukesh kumar" userId="e98c6c8ac4fa17dc" providerId="LiveId" clId="{EA7571E6-1441-4B95-8189-DEB0991B8DF5}" dt="2024-02-21T05:32:51.486" v="137"/>
          <ac:spMkLst>
            <pc:docMk/>
            <pc:sldMk cId="0" sldId="330"/>
            <ac:spMk id="541" creationId="{00000000-0000-0000-0000-000000000000}"/>
          </ac:spMkLst>
        </pc:spChg>
        <pc:spChg chg="mod ord">
          <ac:chgData name="mukesh kumar" userId="e98c6c8ac4fa17dc" providerId="LiveId" clId="{EA7571E6-1441-4B95-8189-DEB0991B8DF5}" dt="2024-02-21T05:31:42.384" v="136" actId="700"/>
          <ac:spMkLst>
            <pc:docMk/>
            <pc:sldMk cId="0" sldId="330"/>
            <ac:spMk id="54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31"/>
        </pc:sldMkLst>
        <pc:spChg chg="mod ord">
          <ac:chgData name="mukesh kumar" userId="e98c6c8ac4fa17dc" providerId="LiveId" clId="{EA7571E6-1441-4B95-8189-DEB0991B8DF5}" dt="2024-02-21T05:32:51.486" v="137"/>
          <ac:spMkLst>
            <pc:docMk/>
            <pc:sldMk cId="0" sldId="331"/>
            <ac:spMk id="547" creationId="{00000000-0000-0000-0000-000000000000}"/>
          </ac:spMkLst>
        </pc:spChg>
        <pc:spChg chg="mod ord">
          <ac:chgData name="mukesh kumar" userId="e98c6c8ac4fa17dc" providerId="LiveId" clId="{EA7571E6-1441-4B95-8189-DEB0991B8DF5}" dt="2024-02-21T05:31:42.384" v="136" actId="700"/>
          <ac:spMkLst>
            <pc:docMk/>
            <pc:sldMk cId="0" sldId="331"/>
            <ac:spMk id="548" creationId="{00000000-0000-0000-0000-000000000000}"/>
          </ac:spMkLst>
        </pc:spChg>
      </pc:sldChg>
      <pc:sldChg chg="modSp mod chgLayout">
        <pc:chgData name="mukesh kumar" userId="e98c6c8ac4fa17dc" providerId="LiveId" clId="{EA7571E6-1441-4B95-8189-DEB0991B8DF5}" dt="2024-02-21T05:32:51.486" v="137"/>
        <pc:sldMkLst>
          <pc:docMk/>
          <pc:sldMk cId="0" sldId="332"/>
        </pc:sldMkLst>
        <pc:spChg chg="mod ord">
          <ac:chgData name="mukesh kumar" userId="e98c6c8ac4fa17dc" providerId="LiveId" clId="{EA7571E6-1441-4B95-8189-DEB0991B8DF5}" dt="2024-02-21T05:32:51.486" v="137"/>
          <ac:spMkLst>
            <pc:docMk/>
            <pc:sldMk cId="0" sldId="332"/>
            <ac:spMk id="553" creationId="{00000000-0000-0000-0000-000000000000}"/>
          </ac:spMkLst>
        </pc:spChg>
        <pc:spChg chg="mod ord">
          <ac:chgData name="mukesh kumar" userId="e98c6c8ac4fa17dc" providerId="LiveId" clId="{EA7571E6-1441-4B95-8189-DEB0991B8DF5}" dt="2024-02-21T05:31:42.384" v="136" actId="700"/>
          <ac:spMkLst>
            <pc:docMk/>
            <pc:sldMk cId="0" sldId="332"/>
            <ac:spMk id="554"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33"/>
        </pc:sldMkLst>
        <pc:spChg chg="mod ord">
          <ac:chgData name="mukesh kumar" userId="e98c6c8ac4fa17dc" providerId="LiveId" clId="{EA7571E6-1441-4B95-8189-DEB0991B8DF5}" dt="2024-02-21T05:32:51.486" v="137"/>
          <ac:spMkLst>
            <pc:docMk/>
            <pc:sldMk cId="0" sldId="333"/>
            <ac:spMk id="559" creationId="{00000000-0000-0000-0000-000000000000}"/>
          </ac:spMkLst>
        </pc:spChg>
        <pc:spChg chg="mod ord">
          <ac:chgData name="mukesh kumar" userId="e98c6c8ac4fa17dc" providerId="LiveId" clId="{EA7571E6-1441-4B95-8189-DEB0991B8DF5}" dt="2024-02-21T05:31:42.384" v="136" actId="700"/>
          <ac:spMkLst>
            <pc:docMk/>
            <pc:sldMk cId="0" sldId="333"/>
            <ac:spMk id="560" creationId="{00000000-0000-0000-0000-000000000000}"/>
          </ac:spMkLst>
        </pc:spChg>
      </pc:sldChg>
      <pc:sldChg chg="modSp mod chgLayout">
        <pc:chgData name="mukesh kumar" userId="e98c6c8ac4fa17dc" providerId="LiveId" clId="{EA7571E6-1441-4B95-8189-DEB0991B8DF5}" dt="2024-02-21T05:32:51.486" v="137"/>
        <pc:sldMkLst>
          <pc:docMk/>
          <pc:sldMk cId="0" sldId="334"/>
        </pc:sldMkLst>
        <pc:spChg chg="mod ord">
          <ac:chgData name="mukesh kumar" userId="e98c6c8ac4fa17dc" providerId="LiveId" clId="{EA7571E6-1441-4B95-8189-DEB0991B8DF5}" dt="2024-02-21T05:32:51.486" v="137"/>
          <ac:spMkLst>
            <pc:docMk/>
            <pc:sldMk cId="0" sldId="334"/>
            <ac:spMk id="565" creationId="{00000000-0000-0000-0000-000000000000}"/>
          </ac:spMkLst>
        </pc:spChg>
        <pc:spChg chg="mod ord">
          <ac:chgData name="mukesh kumar" userId="e98c6c8ac4fa17dc" providerId="LiveId" clId="{EA7571E6-1441-4B95-8189-DEB0991B8DF5}" dt="2024-02-21T05:31:42.384" v="136" actId="700"/>
          <ac:spMkLst>
            <pc:docMk/>
            <pc:sldMk cId="0" sldId="334"/>
            <ac:spMk id="56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35"/>
        </pc:sldMkLst>
        <pc:spChg chg="mod ord">
          <ac:chgData name="mukesh kumar" userId="e98c6c8ac4fa17dc" providerId="LiveId" clId="{EA7571E6-1441-4B95-8189-DEB0991B8DF5}" dt="2024-02-21T05:32:51.486" v="137"/>
          <ac:spMkLst>
            <pc:docMk/>
            <pc:sldMk cId="0" sldId="335"/>
            <ac:spMk id="571" creationId="{00000000-0000-0000-0000-000000000000}"/>
          </ac:spMkLst>
        </pc:spChg>
        <pc:spChg chg="mod ord">
          <ac:chgData name="mukesh kumar" userId="e98c6c8ac4fa17dc" providerId="LiveId" clId="{EA7571E6-1441-4B95-8189-DEB0991B8DF5}" dt="2024-02-21T05:31:42.384" v="136" actId="700"/>
          <ac:spMkLst>
            <pc:docMk/>
            <pc:sldMk cId="0" sldId="335"/>
            <ac:spMk id="572" creationId="{00000000-0000-0000-0000-000000000000}"/>
          </ac:spMkLst>
        </pc:spChg>
      </pc:sldChg>
      <pc:sldChg chg="modSp mod chgLayout">
        <pc:chgData name="mukesh kumar" userId="e98c6c8ac4fa17dc" providerId="LiveId" clId="{EA7571E6-1441-4B95-8189-DEB0991B8DF5}" dt="2024-02-21T05:32:51.486" v="137"/>
        <pc:sldMkLst>
          <pc:docMk/>
          <pc:sldMk cId="0" sldId="336"/>
        </pc:sldMkLst>
        <pc:spChg chg="mod ord">
          <ac:chgData name="mukesh kumar" userId="e98c6c8ac4fa17dc" providerId="LiveId" clId="{EA7571E6-1441-4B95-8189-DEB0991B8DF5}" dt="2024-02-21T05:32:51.486" v="137"/>
          <ac:spMkLst>
            <pc:docMk/>
            <pc:sldMk cId="0" sldId="336"/>
            <ac:spMk id="577" creationId="{00000000-0000-0000-0000-000000000000}"/>
          </ac:spMkLst>
        </pc:spChg>
        <pc:spChg chg="mod ord">
          <ac:chgData name="mukesh kumar" userId="e98c6c8ac4fa17dc" providerId="LiveId" clId="{EA7571E6-1441-4B95-8189-DEB0991B8DF5}" dt="2024-02-21T05:31:42.384" v="136" actId="700"/>
          <ac:spMkLst>
            <pc:docMk/>
            <pc:sldMk cId="0" sldId="336"/>
            <ac:spMk id="57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37"/>
        </pc:sldMkLst>
        <pc:spChg chg="mod ord">
          <ac:chgData name="mukesh kumar" userId="e98c6c8ac4fa17dc" providerId="LiveId" clId="{EA7571E6-1441-4B95-8189-DEB0991B8DF5}" dt="2024-02-21T05:32:51.486" v="137"/>
          <ac:spMkLst>
            <pc:docMk/>
            <pc:sldMk cId="0" sldId="337"/>
            <ac:spMk id="583" creationId="{00000000-0000-0000-0000-000000000000}"/>
          </ac:spMkLst>
        </pc:spChg>
        <pc:spChg chg="mod ord">
          <ac:chgData name="mukesh kumar" userId="e98c6c8ac4fa17dc" providerId="LiveId" clId="{EA7571E6-1441-4B95-8189-DEB0991B8DF5}" dt="2024-02-21T05:31:42.384" v="136" actId="700"/>
          <ac:spMkLst>
            <pc:docMk/>
            <pc:sldMk cId="0" sldId="337"/>
            <ac:spMk id="584" creationId="{00000000-0000-0000-0000-000000000000}"/>
          </ac:spMkLst>
        </pc:spChg>
      </pc:sldChg>
      <pc:sldChg chg="modSp mod chgLayout">
        <pc:chgData name="mukesh kumar" userId="e98c6c8ac4fa17dc" providerId="LiveId" clId="{EA7571E6-1441-4B95-8189-DEB0991B8DF5}" dt="2024-02-21T05:32:51.486" v="137"/>
        <pc:sldMkLst>
          <pc:docMk/>
          <pc:sldMk cId="0" sldId="338"/>
        </pc:sldMkLst>
        <pc:spChg chg="mod ord">
          <ac:chgData name="mukesh kumar" userId="e98c6c8ac4fa17dc" providerId="LiveId" clId="{EA7571E6-1441-4B95-8189-DEB0991B8DF5}" dt="2024-02-21T05:32:51.486" v="137"/>
          <ac:spMkLst>
            <pc:docMk/>
            <pc:sldMk cId="0" sldId="338"/>
            <ac:spMk id="589" creationId="{00000000-0000-0000-0000-000000000000}"/>
          </ac:spMkLst>
        </pc:spChg>
        <pc:spChg chg="mod ord">
          <ac:chgData name="mukesh kumar" userId="e98c6c8ac4fa17dc" providerId="LiveId" clId="{EA7571E6-1441-4B95-8189-DEB0991B8DF5}" dt="2024-02-21T05:31:42.384" v="136" actId="700"/>
          <ac:spMkLst>
            <pc:docMk/>
            <pc:sldMk cId="0" sldId="338"/>
            <ac:spMk id="590" creationId="{00000000-0000-0000-0000-000000000000}"/>
          </ac:spMkLst>
        </pc:spChg>
      </pc:sldChg>
      <pc:sldChg chg="modSp mod chgLayout">
        <pc:chgData name="mukesh kumar" userId="e98c6c8ac4fa17dc" providerId="LiveId" clId="{EA7571E6-1441-4B95-8189-DEB0991B8DF5}" dt="2024-02-21T05:32:51.486" v="137"/>
        <pc:sldMkLst>
          <pc:docMk/>
          <pc:sldMk cId="0" sldId="339"/>
        </pc:sldMkLst>
        <pc:spChg chg="mod ord">
          <ac:chgData name="mukesh kumar" userId="e98c6c8ac4fa17dc" providerId="LiveId" clId="{EA7571E6-1441-4B95-8189-DEB0991B8DF5}" dt="2024-02-21T05:32:51.486" v="137"/>
          <ac:spMkLst>
            <pc:docMk/>
            <pc:sldMk cId="0" sldId="339"/>
            <ac:spMk id="595" creationId="{00000000-0000-0000-0000-000000000000}"/>
          </ac:spMkLst>
        </pc:spChg>
        <pc:spChg chg="mod ord">
          <ac:chgData name="mukesh kumar" userId="e98c6c8ac4fa17dc" providerId="LiveId" clId="{EA7571E6-1441-4B95-8189-DEB0991B8DF5}" dt="2024-02-21T05:31:42.384" v="136" actId="700"/>
          <ac:spMkLst>
            <pc:docMk/>
            <pc:sldMk cId="0" sldId="339"/>
            <ac:spMk id="596" creationId="{00000000-0000-0000-0000-000000000000}"/>
          </ac:spMkLst>
        </pc:spChg>
      </pc:sldChg>
      <pc:sldChg chg="modSp mod chgLayout">
        <pc:chgData name="mukesh kumar" userId="e98c6c8ac4fa17dc" providerId="LiveId" clId="{EA7571E6-1441-4B95-8189-DEB0991B8DF5}" dt="2024-02-21T05:32:51.486" v="137"/>
        <pc:sldMkLst>
          <pc:docMk/>
          <pc:sldMk cId="0" sldId="340"/>
        </pc:sldMkLst>
        <pc:spChg chg="mod ord">
          <ac:chgData name="mukesh kumar" userId="e98c6c8ac4fa17dc" providerId="LiveId" clId="{EA7571E6-1441-4B95-8189-DEB0991B8DF5}" dt="2024-02-21T05:32:51.486" v="137"/>
          <ac:spMkLst>
            <pc:docMk/>
            <pc:sldMk cId="0" sldId="340"/>
            <ac:spMk id="601" creationId="{00000000-0000-0000-0000-000000000000}"/>
          </ac:spMkLst>
        </pc:spChg>
        <pc:spChg chg="mod ord">
          <ac:chgData name="mukesh kumar" userId="e98c6c8ac4fa17dc" providerId="LiveId" clId="{EA7571E6-1441-4B95-8189-DEB0991B8DF5}" dt="2024-02-21T05:31:42.384" v="136" actId="700"/>
          <ac:spMkLst>
            <pc:docMk/>
            <pc:sldMk cId="0" sldId="340"/>
            <ac:spMk id="60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41"/>
        </pc:sldMkLst>
        <pc:spChg chg="mod ord">
          <ac:chgData name="mukesh kumar" userId="e98c6c8ac4fa17dc" providerId="LiveId" clId="{EA7571E6-1441-4B95-8189-DEB0991B8DF5}" dt="2024-02-21T05:32:51.486" v="137"/>
          <ac:spMkLst>
            <pc:docMk/>
            <pc:sldMk cId="0" sldId="341"/>
            <ac:spMk id="607" creationId="{00000000-0000-0000-0000-000000000000}"/>
          </ac:spMkLst>
        </pc:spChg>
        <pc:spChg chg="mod ord">
          <ac:chgData name="mukesh kumar" userId="e98c6c8ac4fa17dc" providerId="LiveId" clId="{EA7571E6-1441-4B95-8189-DEB0991B8DF5}" dt="2024-02-21T05:31:42.384" v="136" actId="700"/>
          <ac:spMkLst>
            <pc:docMk/>
            <pc:sldMk cId="0" sldId="341"/>
            <ac:spMk id="608" creationId="{00000000-0000-0000-0000-000000000000}"/>
          </ac:spMkLst>
        </pc:spChg>
      </pc:sldChg>
      <pc:sldChg chg="modSp mod chgLayout">
        <pc:chgData name="mukesh kumar" userId="e98c6c8ac4fa17dc" providerId="LiveId" clId="{EA7571E6-1441-4B95-8189-DEB0991B8DF5}" dt="2024-02-21T05:32:51.486" v="137"/>
        <pc:sldMkLst>
          <pc:docMk/>
          <pc:sldMk cId="0" sldId="342"/>
        </pc:sldMkLst>
        <pc:spChg chg="mod ord">
          <ac:chgData name="mukesh kumar" userId="e98c6c8ac4fa17dc" providerId="LiveId" clId="{EA7571E6-1441-4B95-8189-DEB0991B8DF5}" dt="2024-02-21T05:32:51.486" v="137"/>
          <ac:spMkLst>
            <pc:docMk/>
            <pc:sldMk cId="0" sldId="342"/>
            <ac:spMk id="613" creationId="{00000000-0000-0000-0000-000000000000}"/>
          </ac:spMkLst>
        </pc:spChg>
        <pc:spChg chg="mod ord">
          <ac:chgData name="mukesh kumar" userId="e98c6c8ac4fa17dc" providerId="LiveId" clId="{EA7571E6-1441-4B95-8189-DEB0991B8DF5}" dt="2024-02-21T05:31:42.384" v="136" actId="700"/>
          <ac:spMkLst>
            <pc:docMk/>
            <pc:sldMk cId="0" sldId="342"/>
            <ac:spMk id="614"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43"/>
        </pc:sldMkLst>
        <pc:spChg chg="mod ord">
          <ac:chgData name="mukesh kumar" userId="e98c6c8ac4fa17dc" providerId="LiveId" clId="{EA7571E6-1441-4B95-8189-DEB0991B8DF5}" dt="2024-02-21T05:32:51.486" v="137"/>
          <ac:spMkLst>
            <pc:docMk/>
            <pc:sldMk cId="0" sldId="343"/>
            <ac:spMk id="619" creationId="{00000000-0000-0000-0000-000000000000}"/>
          </ac:spMkLst>
        </pc:spChg>
        <pc:spChg chg="mod ord">
          <ac:chgData name="mukesh kumar" userId="e98c6c8ac4fa17dc" providerId="LiveId" clId="{EA7571E6-1441-4B95-8189-DEB0991B8DF5}" dt="2024-02-21T05:31:42.384" v="136" actId="700"/>
          <ac:spMkLst>
            <pc:docMk/>
            <pc:sldMk cId="0" sldId="343"/>
            <ac:spMk id="620" creationId="{00000000-0000-0000-0000-000000000000}"/>
          </ac:spMkLst>
        </pc:spChg>
      </pc:sldChg>
      <pc:sldChg chg="modSp mod chgLayout">
        <pc:chgData name="mukesh kumar" userId="e98c6c8ac4fa17dc" providerId="LiveId" clId="{EA7571E6-1441-4B95-8189-DEB0991B8DF5}" dt="2024-02-21T05:32:51.486" v="137"/>
        <pc:sldMkLst>
          <pc:docMk/>
          <pc:sldMk cId="0" sldId="344"/>
        </pc:sldMkLst>
        <pc:spChg chg="mod ord">
          <ac:chgData name="mukesh kumar" userId="e98c6c8ac4fa17dc" providerId="LiveId" clId="{EA7571E6-1441-4B95-8189-DEB0991B8DF5}" dt="2024-02-21T05:32:51.486" v="137"/>
          <ac:spMkLst>
            <pc:docMk/>
            <pc:sldMk cId="0" sldId="344"/>
            <ac:spMk id="625" creationId="{00000000-0000-0000-0000-000000000000}"/>
          </ac:spMkLst>
        </pc:spChg>
        <pc:spChg chg="mod ord">
          <ac:chgData name="mukesh kumar" userId="e98c6c8ac4fa17dc" providerId="LiveId" clId="{EA7571E6-1441-4B95-8189-DEB0991B8DF5}" dt="2024-02-21T05:31:42.384" v="136" actId="700"/>
          <ac:spMkLst>
            <pc:docMk/>
            <pc:sldMk cId="0" sldId="344"/>
            <ac:spMk id="626"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45"/>
        </pc:sldMkLst>
        <pc:spChg chg="mod ord">
          <ac:chgData name="mukesh kumar" userId="e98c6c8ac4fa17dc" providerId="LiveId" clId="{EA7571E6-1441-4B95-8189-DEB0991B8DF5}" dt="2024-02-21T05:32:51.486" v="137"/>
          <ac:spMkLst>
            <pc:docMk/>
            <pc:sldMk cId="0" sldId="345"/>
            <ac:spMk id="631" creationId="{00000000-0000-0000-0000-000000000000}"/>
          </ac:spMkLst>
        </pc:spChg>
        <pc:spChg chg="mod ord">
          <ac:chgData name="mukesh kumar" userId="e98c6c8ac4fa17dc" providerId="LiveId" clId="{EA7571E6-1441-4B95-8189-DEB0991B8DF5}" dt="2024-02-21T05:31:42.384" v="136" actId="700"/>
          <ac:spMkLst>
            <pc:docMk/>
            <pc:sldMk cId="0" sldId="345"/>
            <ac:spMk id="632" creationId="{00000000-0000-0000-0000-000000000000}"/>
          </ac:spMkLst>
        </pc:spChg>
      </pc:sldChg>
      <pc:sldChg chg="modSp mod chgLayout">
        <pc:chgData name="mukesh kumar" userId="e98c6c8ac4fa17dc" providerId="LiveId" clId="{EA7571E6-1441-4B95-8189-DEB0991B8DF5}" dt="2024-02-21T05:32:51.486" v="137"/>
        <pc:sldMkLst>
          <pc:docMk/>
          <pc:sldMk cId="0" sldId="346"/>
        </pc:sldMkLst>
        <pc:spChg chg="mod ord">
          <ac:chgData name="mukesh kumar" userId="e98c6c8ac4fa17dc" providerId="LiveId" clId="{EA7571E6-1441-4B95-8189-DEB0991B8DF5}" dt="2024-02-21T05:32:51.486" v="137"/>
          <ac:spMkLst>
            <pc:docMk/>
            <pc:sldMk cId="0" sldId="346"/>
            <ac:spMk id="637" creationId="{00000000-0000-0000-0000-000000000000}"/>
          </ac:spMkLst>
        </pc:spChg>
        <pc:spChg chg="mod ord">
          <ac:chgData name="mukesh kumar" userId="e98c6c8ac4fa17dc" providerId="LiveId" clId="{EA7571E6-1441-4B95-8189-DEB0991B8DF5}" dt="2024-02-21T05:31:42.384" v="136" actId="700"/>
          <ac:spMkLst>
            <pc:docMk/>
            <pc:sldMk cId="0" sldId="346"/>
            <ac:spMk id="638"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47"/>
        </pc:sldMkLst>
        <pc:spChg chg="mod ord">
          <ac:chgData name="mukesh kumar" userId="e98c6c8ac4fa17dc" providerId="LiveId" clId="{EA7571E6-1441-4B95-8189-DEB0991B8DF5}" dt="2024-02-21T05:32:51.486" v="137"/>
          <ac:spMkLst>
            <pc:docMk/>
            <pc:sldMk cId="0" sldId="347"/>
            <ac:spMk id="643" creationId="{00000000-0000-0000-0000-000000000000}"/>
          </ac:spMkLst>
        </pc:spChg>
        <pc:spChg chg="mod ord">
          <ac:chgData name="mukesh kumar" userId="e98c6c8ac4fa17dc" providerId="LiveId" clId="{EA7571E6-1441-4B95-8189-DEB0991B8DF5}" dt="2024-02-21T05:31:42.384" v="136" actId="700"/>
          <ac:spMkLst>
            <pc:docMk/>
            <pc:sldMk cId="0" sldId="347"/>
            <ac:spMk id="644" creationId="{00000000-0000-0000-0000-000000000000}"/>
          </ac:spMkLst>
        </pc:spChg>
      </pc:sldChg>
      <pc:sldChg chg="modSp mod chgLayout">
        <pc:chgData name="mukesh kumar" userId="e98c6c8ac4fa17dc" providerId="LiveId" clId="{EA7571E6-1441-4B95-8189-DEB0991B8DF5}" dt="2024-02-21T05:32:51.486" v="137"/>
        <pc:sldMkLst>
          <pc:docMk/>
          <pc:sldMk cId="0" sldId="348"/>
        </pc:sldMkLst>
        <pc:spChg chg="mod ord">
          <ac:chgData name="mukesh kumar" userId="e98c6c8ac4fa17dc" providerId="LiveId" clId="{EA7571E6-1441-4B95-8189-DEB0991B8DF5}" dt="2024-02-21T05:32:51.486" v="137"/>
          <ac:spMkLst>
            <pc:docMk/>
            <pc:sldMk cId="0" sldId="348"/>
            <ac:spMk id="649" creationId="{00000000-0000-0000-0000-000000000000}"/>
          </ac:spMkLst>
        </pc:spChg>
        <pc:spChg chg="mod ord">
          <ac:chgData name="mukesh kumar" userId="e98c6c8ac4fa17dc" providerId="LiveId" clId="{EA7571E6-1441-4B95-8189-DEB0991B8DF5}" dt="2024-02-21T05:31:42.384" v="136" actId="700"/>
          <ac:spMkLst>
            <pc:docMk/>
            <pc:sldMk cId="0" sldId="348"/>
            <ac:spMk id="650" creationId="{00000000-0000-0000-0000-000000000000}"/>
          </ac:spMkLst>
        </pc:spChg>
      </pc:sldChg>
      <pc:sldChg chg="modSp mod chgLayout">
        <pc:chgData name="mukesh kumar" userId="e98c6c8ac4fa17dc" providerId="LiveId" clId="{EA7571E6-1441-4B95-8189-DEB0991B8DF5}" dt="2024-02-21T05:32:51.486" v="137"/>
        <pc:sldMkLst>
          <pc:docMk/>
          <pc:sldMk cId="0" sldId="349"/>
        </pc:sldMkLst>
        <pc:spChg chg="mod ord">
          <ac:chgData name="mukesh kumar" userId="e98c6c8ac4fa17dc" providerId="LiveId" clId="{EA7571E6-1441-4B95-8189-DEB0991B8DF5}" dt="2024-02-21T05:32:51.486" v="137"/>
          <ac:spMkLst>
            <pc:docMk/>
            <pc:sldMk cId="0" sldId="349"/>
            <ac:spMk id="655" creationId="{00000000-0000-0000-0000-000000000000}"/>
          </ac:spMkLst>
        </pc:spChg>
        <pc:spChg chg="mod ord">
          <ac:chgData name="mukesh kumar" userId="e98c6c8ac4fa17dc" providerId="LiveId" clId="{EA7571E6-1441-4B95-8189-DEB0991B8DF5}" dt="2024-02-21T05:31:42.384" v="136" actId="700"/>
          <ac:spMkLst>
            <pc:docMk/>
            <pc:sldMk cId="0" sldId="349"/>
            <ac:spMk id="656" creationId="{00000000-0000-0000-0000-000000000000}"/>
          </ac:spMkLst>
        </pc:spChg>
      </pc:sldChg>
      <pc:sldChg chg="modSp mod chgLayout">
        <pc:chgData name="mukesh kumar" userId="e98c6c8ac4fa17dc" providerId="LiveId" clId="{EA7571E6-1441-4B95-8189-DEB0991B8DF5}" dt="2024-02-21T05:32:51.486" v="137"/>
        <pc:sldMkLst>
          <pc:docMk/>
          <pc:sldMk cId="0" sldId="350"/>
        </pc:sldMkLst>
        <pc:spChg chg="mod ord">
          <ac:chgData name="mukesh kumar" userId="e98c6c8ac4fa17dc" providerId="LiveId" clId="{EA7571E6-1441-4B95-8189-DEB0991B8DF5}" dt="2024-02-21T05:32:51.486" v="137"/>
          <ac:spMkLst>
            <pc:docMk/>
            <pc:sldMk cId="0" sldId="350"/>
            <ac:spMk id="661" creationId="{00000000-0000-0000-0000-000000000000}"/>
          </ac:spMkLst>
        </pc:spChg>
        <pc:spChg chg="mod ord">
          <ac:chgData name="mukesh kumar" userId="e98c6c8ac4fa17dc" providerId="LiveId" clId="{EA7571E6-1441-4B95-8189-DEB0991B8DF5}" dt="2024-02-21T05:31:42.384" v="136" actId="700"/>
          <ac:spMkLst>
            <pc:docMk/>
            <pc:sldMk cId="0" sldId="350"/>
            <ac:spMk id="662" creationId="{00000000-0000-0000-0000-000000000000}"/>
          </ac:spMkLst>
        </pc:spChg>
      </pc:sldChg>
      <pc:sldChg chg="modSp mod chgLayout modNotes">
        <pc:chgData name="mukesh kumar" userId="e98c6c8ac4fa17dc" providerId="LiveId" clId="{EA7571E6-1441-4B95-8189-DEB0991B8DF5}" dt="2024-02-21T05:32:51.486" v="137"/>
        <pc:sldMkLst>
          <pc:docMk/>
          <pc:sldMk cId="0" sldId="351"/>
        </pc:sldMkLst>
        <pc:spChg chg="mod ord">
          <ac:chgData name="mukesh kumar" userId="e98c6c8ac4fa17dc" providerId="LiveId" clId="{EA7571E6-1441-4B95-8189-DEB0991B8DF5}" dt="2024-02-21T05:32:51.486" v="137"/>
          <ac:spMkLst>
            <pc:docMk/>
            <pc:sldMk cId="0" sldId="351"/>
            <ac:spMk id="667" creationId="{00000000-0000-0000-0000-000000000000}"/>
          </ac:spMkLst>
        </pc:spChg>
        <pc:spChg chg="mod ord">
          <ac:chgData name="mukesh kumar" userId="e98c6c8ac4fa17dc" providerId="LiveId" clId="{EA7571E6-1441-4B95-8189-DEB0991B8DF5}" dt="2024-02-21T05:31:42.384" v="136" actId="700"/>
          <ac:spMkLst>
            <pc:docMk/>
            <pc:sldMk cId="0" sldId="351"/>
            <ac:spMk id="668" creationId="{00000000-0000-0000-0000-000000000000}"/>
          </ac:spMkLst>
        </pc:spChg>
      </pc:sldChg>
      <pc:sldChg chg="modSp mod chgLayout">
        <pc:chgData name="mukesh kumar" userId="e98c6c8ac4fa17dc" providerId="LiveId" clId="{EA7571E6-1441-4B95-8189-DEB0991B8DF5}" dt="2024-02-21T05:32:51.486" v="137"/>
        <pc:sldMkLst>
          <pc:docMk/>
          <pc:sldMk cId="0" sldId="352"/>
        </pc:sldMkLst>
        <pc:spChg chg="mod ord">
          <ac:chgData name="mukesh kumar" userId="e98c6c8ac4fa17dc" providerId="LiveId" clId="{EA7571E6-1441-4B95-8189-DEB0991B8DF5}" dt="2024-02-21T05:32:51.486" v="137"/>
          <ac:spMkLst>
            <pc:docMk/>
            <pc:sldMk cId="0" sldId="352"/>
            <ac:spMk id="673" creationId="{00000000-0000-0000-0000-000000000000}"/>
          </ac:spMkLst>
        </pc:spChg>
        <pc:spChg chg="mod ord">
          <ac:chgData name="mukesh kumar" userId="e98c6c8ac4fa17dc" providerId="LiveId" clId="{EA7571E6-1441-4B95-8189-DEB0991B8DF5}" dt="2024-02-21T05:31:42.384" v="136" actId="700"/>
          <ac:spMkLst>
            <pc:docMk/>
            <pc:sldMk cId="0" sldId="352"/>
            <ac:spMk id="674" creationId="{00000000-0000-0000-0000-000000000000}"/>
          </ac:spMkLst>
        </pc:spChg>
      </pc:sldChg>
      <pc:sldChg chg="mod modClrScheme chgLayout">
        <pc:chgData name="mukesh kumar" userId="e98c6c8ac4fa17dc" providerId="LiveId" clId="{EA7571E6-1441-4B95-8189-DEB0991B8DF5}" dt="2024-02-21T05:31:42.384" v="136" actId="700"/>
        <pc:sldMkLst>
          <pc:docMk/>
          <pc:sldMk cId="0" sldId="353"/>
        </pc:sldMkLst>
      </pc:sldChg>
      <pc:sldChg chg="mod modClrScheme chgLayout">
        <pc:chgData name="mukesh kumar" userId="e98c6c8ac4fa17dc" providerId="LiveId" clId="{EA7571E6-1441-4B95-8189-DEB0991B8DF5}" dt="2024-02-21T05:31:42.384" v="136" actId="700"/>
        <pc:sldMkLst>
          <pc:docMk/>
          <pc:sldMk cId="0" sldId="354"/>
        </pc:sldMkLst>
      </pc:sldChg>
      <pc:sldMasterChg chg="setBg modSldLayout">
        <pc:chgData name="mukesh kumar" userId="e98c6c8ac4fa17dc" providerId="LiveId" clId="{EA7571E6-1441-4B95-8189-DEB0991B8DF5}" dt="2024-02-21T05:28:16.089" v="36" actId="931"/>
        <pc:sldMasterMkLst>
          <pc:docMk/>
          <pc:sldMasterMk cId="0" sldId="2147483648"/>
        </pc:sldMasterMkLst>
        <pc:sldLayoutChg chg="addSp delSp modSp mod setBg">
          <pc:chgData name="mukesh kumar" userId="e98c6c8ac4fa17dc" providerId="LiveId" clId="{EA7571E6-1441-4B95-8189-DEB0991B8DF5}" dt="2024-02-21T05:28:16.089" v="36" actId="931"/>
          <pc:sldLayoutMkLst>
            <pc:docMk/>
            <pc:sldMasterMk cId="0" sldId="2147483648"/>
            <pc:sldLayoutMk cId="0" sldId="2147483649"/>
          </pc:sldLayoutMkLst>
          <pc:spChg chg="del">
            <ac:chgData name="mukesh kumar" userId="e98c6c8ac4fa17dc" providerId="LiveId" clId="{EA7571E6-1441-4B95-8189-DEB0991B8DF5}" dt="2024-02-21T05:27:59.785" v="35" actId="478"/>
            <ac:spMkLst>
              <pc:docMk/>
              <pc:sldMasterMk cId="0" sldId="2147483648"/>
              <pc:sldLayoutMk cId="0" sldId="2147483649"/>
              <ac:spMk id="12"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13"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14"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15"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16"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17"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18"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19"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20"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21" creationId="{00000000-0000-0000-0000-000000000000}"/>
            </ac:spMkLst>
          </pc:spChg>
          <pc:spChg chg="del">
            <ac:chgData name="mukesh kumar" userId="e98c6c8ac4fa17dc" providerId="LiveId" clId="{EA7571E6-1441-4B95-8189-DEB0991B8DF5}" dt="2024-02-21T05:27:59.785" v="35" actId="478"/>
            <ac:spMkLst>
              <pc:docMk/>
              <pc:sldMasterMk cId="0" sldId="2147483648"/>
              <pc:sldLayoutMk cId="0" sldId="2147483649"/>
              <ac:spMk id="22" creationId="{00000000-0000-0000-0000-000000000000}"/>
            </ac:spMkLst>
          </pc:spChg>
          <pc:picChg chg="add mod">
            <ac:chgData name="mukesh kumar" userId="e98c6c8ac4fa17dc" providerId="LiveId" clId="{EA7571E6-1441-4B95-8189-DEB0991B8DF5}" dt="2024-02-21T05:28:16.089" v="36" actId="931"/>
            <ac:picMkLst>
              <pc:docMk/>
              <pc:sldMasterMk cId="0" sldId="2147483648"/>
              <pc:sldLayoutMk cId="0" sldId="2147483649"/>
              <ac:picMk id="3" creationId="{21619857-4ABD-A879-B4F9-B3762849B6AC}"/>
            </ac:picMkLst>
          </pc:picChg>
        </pc:sldLayoutChg>
        <pc:sldLayoutChg chg="setBg">
          <pc:chgData name="mukesh kumar" userId="e98c6c8ac4fa17dc" providerId="LiveId" clId="{EA7571E6-1441-4B95-8189-DEB0991B8DF5}" dt="2024-02-21T05:27:50.743" v="34"/>
          <pc:sldLayoutMkLst>
            <pc:docMk/>
            <pc:sldMasterMk cId="0" sldId="2147483648"/>
            <pc:sldLayoutMk cId="0" sldId="2147483650"/>
          </pc:sldLayoutMkLst>
        </pc:sldLayoutChg>
        <pc:sldLayoutChg chg="setBg">
          <pc:chgData name="mukesh kumar" userId="e98c6c8ac4fa17dc" providerId="LiveId" clId="{EA7571E6-1441-4B95-8189-DEB0991B8DF5}" dt="2024-02-21T05:27:50.743" v="34"/>
          <pc:sldLayoutMkLst>
            <pc:docMk/>
            <pc:sldMasterMk cId="0" sldId="2147483648"/>
            <pc:sldLayoutMk cId="0" sldId="2147483651"/>
          </pc:sldLayoutMkLst>
        </pc:sldLayoutChg>
        <pc:sldLayoutChg chg="setBg">
          <pc:chgData name="mukesh kumar" userId="e98c6c8ac4fa17dc" providerId="LiveId" clId="{EA7571E6-1441-4B95-8189-DEB0991B8DF5}" dt="2024-02-21T05:27:50.743" v="34"/>
          <pc:sldLayoutMkLst>
            <pc:docMk/>
            <pc:sldMasterMk cId="0" sldId="2147483648"/>
            <pc:sldLayoutMk cId="0" sldId="2147483652"/>
          </pc:sldLayoutMkLst>
        </pc:sldLayoutChg>
        <pc:sldLayoutChg chg="setBg">
          <pc:chgData name="mukesh kumar" userId="e98c6c8ac4fa17dc" providerId="LiveId" clId="{EA7571E6-1441-4B95-8189-DEB0991B8DF5}" dt="2024-02-21T05:27:50.743" v="34"/>
          <pc:sldLayoutMkLst>
            <pc:docMk/>
            <pc:sldMasterMk cId="0" sldId="2147483648"/>
            <pc:sldLayoutMk cId="0" sldId="2147483653"/>
          </pc:sldLayoutMkLst>
        </pc:sldLayoutChg>
        <pc:sldLayoutChg chg="setBg">
          <pc:chgData name="mukesh kumar" userId="e98c6c8ac4fa17dc" providerId="LiveId" clId="{EA7571E6-1441-4B95-8189-DEB0991B8DF5}" dt="2024-02-21T05:27:50.743" v="34"/>
          <pc:sldLayoutMkLst>
            <pc:docMk/>
            <pc:sldMasterMk cId="0" sldId="2147483648"/>
            <pc:sldLayoutMk cId="0" sldId="2147483654"/>
          </pc:sldLayoutMkLst>
        </pc:sldLayoutChg>
        <pc:sldLayoutChg chg="setBg">
          <pc:chgData name="mukesh kumar" userId="e98c6c8ac4fa17dc" providerId="LiveId" clId="{EA7571E6-1441-4B95-8189-DEB0991B8DF5}" dt="2024-02-21T05:27:50.743" v="34"/>
          <pc:sldLayoutMkLst>
            <pc:docMk/>
            <pc:sldMasterMk cId="0" sldId="2147483648"/>
            <pc:sldLayoutMk cId="0" sldId="2147483655"/>
          </pc:sldLayoutMkLst>
        </pc:sldLayoutChg>
        <pc:sldLayoutChg chg="setBg">
          <pc:chgData name="mukesh kumar" userId="e98c6c8ac4fa17dc" providerId="LiveId" clId="{EA7571E6-1441-4B95-8189-DEB0991B8DF5}" dt="2024-02-21T05:27:50.743" v="34"/>
          <pc:sldLayoutMkLst>
            <pc:docMk/>
            <pc:sldMasterMk cId="0" sldId="2147483648"/>
            <pc:sldLayoutMk cId="0" sldId="2147483656"/>
          </pc:sldLayoutMkLst>
        </pc:sldLayoutChg>
        <pc:sldLayoutChg chg="setBg">
          <pc:chgData name="mukesh kumar" userId="e98c6c8ac4fa17dc" providerId="LiveId" clId="{EA7571E6-1441-4B95-8189-DEB0991B8DF5}" dt="2024-02-21T05:27:50.743" v="34"/>
          <pc:sldLayoutMkLst>
            <pc:docMk/>
            <pc:sldMasterMk cId="0" sldId="2147483648"/>
            <pc:sldLayoutMk cId="0" sldId="2147483657"/>
          </pc:sldLayoutMkLst>
        </pc:sldLayoutChg>
        <pc:sldLayoutChg chg="setBg">
          <pc:chgData name="mukesh kumar" userId="e98c6c8ac4fa17dc" providerId="LiveId" clId="{EA7571E6-1441-4B95-8189-DEB0991B8DF5}" dt="2024-02-21T05:27:50.743" v="34"/>
          <pc:sldLayoutMkLst>
            <pc:docMk/>
            <pc:sldMasterMk cId="0" sldId="2147483648"/>
            <pc:sldLayoutMk cId="0" sldId="2147483658"/>
          </pc:sldLayoutMkLst>
        </pc:sldLayoutChg>
        <pc:sldLayoutChg chg="setBg">
          <pc:chgData name="mukesh kumar" userId="e98c6c8ac4fa17dc" providerId="LiveId" clId="{EA7571E6-1441-4B95-8189-DEB0991B8DF5}" dt="2024-02-21T05:27:50.743" v="34"/>
          <pc:sldLayoutMkLst>
            <pc:docMk/>
            <pc:sldMasterMk cId="0" sldId="2147483648"/>
            <pc:sldLayoutMk cId="0" sldId="2147483659"/>
          </pc:sldLayoutMkLst>
        </pc:sldLayoutChg>
        <pc:sldLayoutChg chg="setBg">
          <pc:chgData name="mukesh kumar" userId="e98c6c8ac4fa17dc" providerId="LiveId" clId="{EA7571E6-1441-4B95-8189-DEB0991B8DF5}" dt="2024-02-21T05:27:50.743" v="34"/>
          <pc:sldLayoutMkLst>
            <pc:docMk/>
            <pc:sldMasterMk cId="0" sldId="2147483648"/>
            <pc:sldLayoutMk cId="0"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131260a9d6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g2131260a9d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131260a9d6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g2131260a9d6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131260a9d6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2131260a9d6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131260a9d6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2131260a9d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 name="Google Shape;167;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1" name="Google Shape;191;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9" name="Google Shape;20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5" name="Google Shape;215;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9" name="Google Shape;26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1" name="Google Shape;28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7" name="Google Shape;287;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3" name="Google Shape;29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5" name="Google Shape;30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1" name="Google Shape;311;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7" name="Google Shape;31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3" name="Google Shape;323;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5" name="Google Shape;335;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1" name="Google Shape;34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7" name="Google Shape;347;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3" name="Google Shape;35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9" name="Google Shape;359;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5" name="Google Shape;36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1" name="Google Shape;371;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1" name="Google Shape;40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7" name="Google Shape;407;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3" name="Google Shape;41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9" name="Google Shape;419;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7" name="Google Shape;43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3" name="Google Shape;443;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1" name="Google Shape;461;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7" name="Google Shape;467;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3" name="Google Shape;4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9" name="Google Shape;479;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5" name="Google Shape;48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1" name="Google Shape;491;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9" name="Google Shape;509;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5" name="Google Shape;515;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1" name="Google Shape;52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7" name="Google Shape;527;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3" name="Google Shape;53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9" name="Google Shape;539;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5" name="Google Shape;54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1" name="Google Shape;551;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7" name="Google Shape;557;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3" name="Google Shape;563;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9" name="Google Shape;569;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5" name="Google Shape;575;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1" name="Google Shape;58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7" name="Google Shape;587;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3" name="Google Shape;593;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9" name="Google Shape;599;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5" name="Google Shape;60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1" name="Google Shape;611;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7" name="Google Shape;61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3" name="Google Shape;623;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3" name="Google Shape;65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9" name="Google Shape;659;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1" name="Google Shape;671;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2" name="Google Shape;682;p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11"/>
        <p:cNvGrpSpPr/>
        <p:nvPr/>
      </p:nvGrpSpPr>
      <p:grpSpPr>
        <a:xfrm>
          <a:off x="0" y="0"/>
          <a:ext cx="0" cy="0"/>
          <a:chOff x="0" y="0"/>
          <a:chExt cx="0" cy="0"/>
        </a:xfrm>
      </p:grpSpPr>
      <p:pic>
        <p:nvPicPr>
          <p:cNvPr id="3" name="Picture 2">
            <a:extLst>
              <a:ext uri="{FF2B5EF4-FFF2-40B4-BE49-F238E27FC236}">
                <a16:creationId xmlns:a16="http://schemas.microsoft.com/office/drawing/2014/main" id="{21619857-4ABD-A879-B4F9-B3762849B6AC}"/>
              </a:ext>
            </a:extLst>
          </p:cNvPr>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5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3"/>
        <p:cNvGrpSpPr/>
        <p:nvPr/>
      </p:nvGrpSpPr>
      <p:grpSpPr>
        <a:xfrm>
          <a:off x="0" y="0"/>
          <a:ext cx="0" cy="0"/>
          <a:chOff x="0" y="0"/>
          <a:chExt cx="0" cy="0"/>
        </a:xfrm>
      </p:grpSpPr>
      <p:sp>
        <p:nvSpPr>
          <p:cNvPr id="34" name="Google Shape;34;p53"/>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3"/>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3"/>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3"/>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3"/>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53"/>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5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5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5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5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5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5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5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5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9"/>
          <p:cNvSpPr>
            <a:spLocks noGrp="1"/>
          </p:cNvSpPr>
          <p:nvPr>
            <p:ph type="pic" idx="2"/>
          </p:nvPr>
        </p:nvSpPr>
        <p:spPr>
          <a:xfrm>
            <a:off x="5183188" y="987425"/>
            <a:ext cx="6172200" cy="4873625"/>
          </a:xfrm>
          <a:prstGeom prst="rect">
            <a:avLst/>
          </a:prstGeom>
          <a:noFill/>
          <a:ln>
            <a:noFill/>
          </a:ln>
        </p:spPr>
      </p:sp>
      <p:sp>
        <p:nvSpPr>
          <p:cNvPr id="77" name="Google Shape;77;p5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6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6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0"/>
            <a:lum/>
          </a:blip>
          <a:srcRect/>
          <a:stretch>
            <a:fillRect/>
          </a:stretch>
        </a:blipFill>
        <a:effectLst/>
      </p:bgPr>
    </p:bg>
    <p:spTree>
      <p:nvGrpSpPr>
        <p:cNvPr id="1" name="Shape 5"/>
        <p:cNvGrpSpPr/>
        <p:nvPr/>
      </p:nvGrpSpPr>
      <p:grpSpPr>
        <a:xfrm>
          <a:off x="0" y="0"/>
          <a:ext cx="0" cy="0"/>
          <a:chOff x="0" y="0"/>
          <a:chExt cx="0" cy="0"/>
        </a:xfrm>
      </p:grpSpPr>
      <p:sp>
        <p:nvSpPr>
          <p:cNvPr id="6" name="Google Shape;6;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4294967295"/>
          </p:nvPr>
        </p:nvSpPr>
        <p:spPr>
          <a:xfrm>
            <a:off x="0" y="1100191"/>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399"/>
              <a:buNone/>
            </a:pPr>
            <a:endParaRPr sz="2833" b="1">
              <a:solidFill>
                <a:srgbClr val="FF0000"/>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rgbClr val="0C0C0C"/>
              </a:buClr>
              <a:buSzPts val="2399"/>
              <a:buNone/>
            </a:pPr>
            <a:endParaRPr sz="2833" b="1">
              <a:solidFill>
                <a:srgbClr val="FF0000"/>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rgbClr val="0C0C0C"/>
              </a:buClr>
              <a:buSzPts val="2399"/>
              <a:buNone/>
            </a:pPr>
            <a:endParaRPr sz="2833" b="1">
              <a:solidFill>
                <a:srgbClr val="FF0000"/>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rgbClr val="0C0C0C"/>
              </a:buClr>
              <a:buSzPts val="2399"/>
              <a:buNone/>
            </a:pPr>
            <a:endParaRPr sz="2833" b="1">
              <a:solidFill>
                <a:srgbClr val="FF0000"/>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rgbClr val="0C0C0C"/>
              </a:buClr>
              <a:buSzPts val="2399"/>
              <a:buNone/>
            </a:pPr>
            <a:endParaRPr sz="2833" b="1">
              <a:solidFill>
                <a:srgbClr val="FF0000"/>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rgbClr val="0C0C0C"/>
              </a:buClr>
              <a:buSzPts val="2399"/>
              <a:buNone/>
            </a:pPr>
            <a:endParaRPr sz="2833" b="1">
              <a:solidFill>
                <a:srgbClr val="FF0000"/>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rgbClr val="0C0C0C"/>
              </a:buClr>
              <a:buSzPts val="2399"/>
              <a:buNone/>
            </a:pPr>
            <a:r>
              <a:rPr lang="en-US" sz="2833" b="1">
                <a:solidFill>
                  <a:srgbClr val="FF0000"/>
                </a:solidFill>
                <a:highlight>
                  <a:srgbClr val="FFFFFF"/>
                </a:highlight>
                <a:latin typeface="Roboto"/>
                <a:ea typeface="Roboto"/>
                <a:cs typeface="Roboto"/>
                <a:sym typeface="Roboto"/>
              </a:rPr>
              <a:t>                                       </a:t>
            </a:r>
            <a:r>
              <a:rPr lang="en-US" sz="4000" b="1">
                <a:solidFill>
                  <a:srgbClr val="FF0000"/>
                </a:solidFill>
                <a:highlight>
                  <a:srgbClr val="FFFFFF"/>
                </a:highlight>
                <a:latin typeface="Roboto"/>
                <a:ea typeface="Roboto"/>
                <a:cs typeface="Roboto"/>
                <a:sym typeface="Roboto"/>
              </a:rPr>
              <a:t>PROFIT  &amp;  LOSS</a:t>
            </a:r>
            <a:endParaRPr sz="4000" b="1">
              <a:latin typeface="Arial Black"/>
              <a:ea typeface="Arial Black"/>
              <a:cs typeface="Arial Black"/>
              <a:sym typeface="Arial Black"/>
            </a:endParaRPr>
          </a:p>
        </p:txBody>
      </p:sp>
      <p:pic>
        <p:nvPicPr>
          <p:cNvPr id="3" name="Picture 2">
            <a:extLst>
              <a:ext uri="{FF2B5EF4-FFF2-40B4-BE49-F238E27FC236}">
                <a16:creationId xmlns:a16="http://schemas.microsoft.com/office/drawing/2014/main" id="{D8096A2C-8CF1-F62D-610A-E5DE57C79FBD}"/>
              </a:ext>
            </a:extLst>
          </p:cNvPr>
          <p:cNvPicPr>
            <a:picLocks noChangeAspect="1"/>
          </p:cNvPicPr>
          <p:nvPr/>
        </p:nvPicPr>
        <p:blipFill>
          <a:blip r:embed="rId3"/>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FF080B63-5F64-064D-A31A-7757E8693348}"/>
              </a:ext>
            </a:extLst>
          </p:cNvPr>
          <p:cNvSpPr txBox="1"/>
          <p:nvPr/>
        </p:nvSpPr>
        <p:spPr>
          <a:xfrm>
            <a:off x="2493818" y="2967335"/>
            <a:ext cx="7772400" cy="923330"/>
          </a:xfrm>
          <a:prstGeom prst="rect">
            <a:avLst/>
          </a:prstGeom>
          <a:noFill/>
        </p:spPr>
        <p:txBody>
          <a:bodyPr wrap="square" rtlCol="0">
            <a:spAutoFit/>
          </a:bodyPr>
          <a:lstStyle/>
          <a:p>
            <a:r>
              <a:rPr lang="en-US" sz="5400" b="1" dirty="0">
                <a:solidFill>
                  <a:srgbClr val="FF0000"/>
                </a:solidFill>
              </a:rPr>
              <a:t>PROFIT AND LOSS</a:t>
            </a:r>
            <a:endParaRPr lang="en-IN" sz="54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2"/>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4" name="Google Shape;104;p62"/>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C0C0C"/>
              </a:buClr>
              <a:buSzPct val="84690"/>
              <a:buNone/>
            </a:pPr>
            <a:r>
              <a:rPr lang="en-US" sz="2833" dirty="0">
                <a:solidFill>
                  <a:srgbClr val="FF0000"/>
                </a:solidFill>
                <a:highlight>
                  <a:srgbClr val="FFFFFF"/>
                </a:highlight>
                <a:latin typeface="Roboto"/>
                <a:ea typeface="Roboto"/>
                <a:cs typeface="Roboto"/>
                <a:sym typeface="Roboto"/>
              </a:rPr>
              <a:t>Profit(P) :</a:t>
            </a:r>
            <a:endParaRPr sz="2833" dirty="0">
              <a:solidFill>
                <a:srgbClr val="FF0000"/>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ct val="38816"/>
              <a:buFont typeface="Arial"/>
              <a:buNone/>
            </a:pPr>
            <a:endParaRPr sz="2833" dirty="0">
              <a:solidFill>
                <a:srgbClr val="333333"/>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ct val="38816"/>
              <a:buFont typeface="Arial"/>
              <a:buNone/>
            </a:pPr>
            <a:r>
              <a:rPr lang="en-US" sz="2833" dirty="0">
                <a:solidFill>
                  <a:srgbClr val="333333"/>
                </a:solidFill>
                <a:highlight>
                  <a:srgbClr val="FFFFFF"/>
                </a:highlight>
                <a:latin typeface="Roboto"/>
                <a:ea typeface="Roboto"/>
                <a:cs typeface="Roboto"/>
                <a:sym typeface="Roboto"/>
              </a:rPr>
              <a:t>The amount gained by selling a product for more than its cost price.</a:t>
            </a:r>
            <a:br>
              <a:rPr lang="en-US" sz="2833" dirty="0">
                <a:solidFill>
                  <a:srgbClr val="333333"/>
                </a:solidFill>
                <a:highlight>
                  <a:srgbClr val="FFFFFF"/>
                </a:highlight>
                <a:latin typeface="Roboto"/>
                <a:ea typeface="Roboto"/>
                <a:cs typeface="Roboto"/>
                <a:sym typeface="Roboto"/>
              </a:rPr>
            </a:br>
            <a:endParaRPr sz="2833" dirty="0">
              <a:solidFill>
                <a:srgbClr val="333333"/>
              </a:solidFill>
              <a:highlight>
                <a:srgbClr val="FFFFFF"/>
              </a:highlight>
              <a:latin typeface="Roboto"/>
              <a:ea typeface="Roboto"/>
              <a:cs typeface="Roboto"/>
              <a:sym typeface="Roboto"/>
            </a:endParaRPr>
          </a:p>
          <a:p>
            <a:pPr marL="0" lvl="0" indent="0" algn="l" rtl="0">
              <a:lnSpc>
                <a:spcPct val="110000"/>
              </a:lnSpc>
              <a:spcBef>
                <a:spcPts val="1500"/>
              </a:spcBef>
              <a:spcAft>
                <a:spcPts val="0"/>
              </a:spcAft>
              <a:buClr>
                <a:schemeClr val="dk1"/>
              </a:buClr>
              <a:buSzPct val="38816"/>
              <a:buFont typeface="Arial"/>
              <a:buNone/>
            </a:pPr>
            <a:r>
              <a:rPr lang="en-US" sz="2833" dirty="0">
                <a:solidFill>
                  <a:srgbClr val="FF0000"/>
                </a:solidFill>
                <a:highlight>
                  <a:srgbClr val="FFFFFF"/>
                </a:highlight>
                <a:latin typeface="Roboto"/>
                <a:ea typeface="Roboto"/>
                <a:cs typeface="Roboto"/>
                <a:sym typeface="Roboto"/>
              </a:rPr>
              <a:t>Loss(L) :</a:t>
            </a:r>
            <a:endParaRPr sz="2833" dirty="0">
              <a:solidFill>
                <a:srgbClr val="FF0000"/>
              </a:solidFill>
              <a:highlight>
                <a:srgbClr val="FFFFFF"/>
              </a:highlight>
              <a:latin typeface="Roboto"/>
              <a:ea typeface="Roboto"/>
              <a:cs typeface="Roboto"/>
              <a:sym typeface="Roboto"/>
            </a:endParaRPr>
          </a:p>
          <a:p>
            <a:pPr marL="0" lvl="0" indent="0" algn="l" rtl="0">
              <a:lnSpc>
                <a:spcPct val="115000"/>
              </a:lnSpc>
              <a:spcBef>
                <a:spcPts val="800"/>
              </a:spcBef>
              <a:spcAft>
                <a:spcPts val="0"/>
              </a:spcAft>
              <a:buClr>
                <a:schemeClr val="dk1"/>
              </a:buClr>
              <a:buSzPct val="38816"/>
              <a:buFont typeface="Arial"/>
              <a:buNone/>
            </a:pPr>
            <a:r>
              <a:rPr lang="en-US" sz="2833" dirty="0">
                <a:solidFill>
                  <a:srgbClr val="333333"/>
                </a:solidFill>
                <a:highlight>
                  <a:srgbClr val="FFFFFF"/>
                </a:highlight>
                <a:latin typeface="Roboto"/>
                <a:ea typeface="Roboto"/>
                <a:cs typeface="Roboto"/>
                <a:sym typeface="Roboto"/>
              </a:rPr>
              <a:t>The amount the seller incurs after selling the product less than its cost price is mentioned as a loss.</a:t>
            </a:r>
            <a:br>
              <a:rPr lang="en-US" sz="2833" dirty="0">
                <a:solidFill>
                  <a:srgbClr val="333333"/>
                </a:solidFill>
                <a:highlight>
                  <a:srgbClr val="FFFFFF"/>
                </a:highlight>
                <a:latin typeface="Roboto"/>
                <a:ea typeface="Roboto"/>
                <a:cs typeface="Roboto"/>
                <a:sym typeface="Roboto"/>
              </a:rPr>
            </a:br>
            <a:endParaRPr sz="2833" dirty="0">
              <a:solidFill>
                <a:srgbClr val="333333"/>
              </a:solidFill>
              <a:highlight>
                <a:srgbClr val="FFFFFF"/>
              </a:highlight>
              <a:latin typeface="Roboto"/>
              <a:ea typeface="Roboto"/>
              <a:cs typeface="Roboto"/>
              <a:sym typeface="Roboto"/>
            </a:endParaRPr>
          </a:p>
          <a:p>
            <a:pPr marL="0" lvl="0" indent="0" algn="l" rtl="0">
              <a:lnSpc>
                <a:spcPct val="110000"/>
              </a:lnSpc>
              <a:spcBef>
                <a:spcPts val="1500"/>
              </a:spcBef>
              <a:spcAft>
                <a:spcPts val="0"/>
              </a:spcAft>
              <a:buClr>
                <a:schemeClr val="dk1"/>
              </a:buClr>
              <a:buSzPct val="38816"/>
              <a:buFont typeface="Arial"/>
              <a:buNone/>
            </a:pPr>
            <a:r>
              <a:rPr lang="en-US" sz="2833" dirty="0">
                <a:solidFill>
                  <a:srgbClr val="FF0000"/>
                </a:solidFill>
                <a:highlight>
                  <a:srgbClr val="FFFFFF"/>
                </a:highlight>
                <a:latin typeface="Roboto"/>
                <a:ea typeface="Roboto"/>
                <a:cs typeface="Roboto"/>
                <a:sym typeface="Roboto"/>
              </a:rPr>
              <a:t>Cost Price (CP) :</a:t>
            </a:r>
            <a:endParaRPr sz="2833" dirty="0">
              <a:solidFill>
                <a:srgbClr val="FF0000"/>
              </a:solidFill>
              <a:highlight>
                <a:srgbClr val="FFFFFF"/>
              </a:highlight>
              <a:latin typeface="Roboto"/>
              <a:ea typeface="Roboto"/>
              <a:cs typeface="Roboto"/>
              <a:sym typeface="Roboto"/>
            </a:endParaRPr>
          </a:p>
          <a:p>
            <a:pPr marL="0" lvl="0" indent="0" algn="l" rtl="0">
              <a:lnSpc>
                <a:spcPct val="115000"/>
              </a:lnSpc>
              <a:spcBef>
                <a:spcPts val="800"/>
              </a:spcBef>
              <a:spcAft>
                <a:spcPts val="0"/>
              </a:spcAft>
              <a:buClr>
                <a:schemeClr val="dk1"/>
              </a:buClr>
              <a:buSzPct val="38816"/>
              <a:buFont typeface="Arial"/>
              <a:buNone/>
            </a:pPr>
            <a:r>
              <a:rPr lang="en-US" sz="2833" dirty="0">
                <a:solidFill>
                  <a:srgbClr val="333333"/>
                </a:solidFill>
                <a:highlight>
                  <a:srgbClr val="FFFFFF"/>
                </a:highlight>
                <a:latin typeface="Roboto"/>
                <a:ea typeface="Roboto"/>
                <a:cs typeface="Roboto"/>
                <a:sym typeface="Roboto"/>
              </a:rPr>
              <a:t>The amount paid for a product or commodity to purchase is called a cost price. Also, denoted as CP. This cost price is further classified into two different categories:</a:t>
            </a:r>
            <a:endParaRPr sz="2833" dirty="0">
              <a:solidFill>
                <a:srgbClr val="333333"/>
              </a:solidFill>
              <a:highlight>
                <a:srgbClr val="FFFFFF"/>
              </a:highlight>
              <a:latin typeface="Roboto"/>
              <a:ea typeface="Roboto"/>
              <a:cs typeface="Roboto"/>
              <a:sym typeface="Roboto"/>
            </a:endParaRPr>
          </a:p>
          <a:p>
            <a:pPr marL="457200" lvl="0" indent="-381560" algn="l" rtl="0">
              <a:lnSpc>
                <a:spcPct val="115000"/>
              </a:lnSpc>
              <a:spcBef>
                <a:spcPts val="800"/>
              </a:spcBef>
              <a:spcAft>
                <a:spcPts val="0"/>
              </a:spcAft>
              <a:buClr>
                <a:srgbClr val="333333"/>
              </a:buClr>
              <a:buSzPct val="100000"/>
              <a:buFont typeface="Roboto"/>
              <a:buChar char="●"/>
            </a:pPr>
            <a:r>
              <a:rPr lang="en-US" sz="2833" b="1" dirty="0">
                <a:solidFill>
                  <a:srgbClr val="333333"/>
                </a:solidFill>
                <a:highlight>
                  <a:srgbClr val="FFFFFF"/>
                </a:highlight>
                <a:latin typeface="Roboto"/>
                <a:ea typeface="Roboto"/>
                <a:cs typeface="Roboto"/>
                <a:sym typeface="Roboto"/>
              </a:rPr>
              <a:t>Fixed Cost:</a:t>
            </a:r>
            <a:r>
              <a:rPr lang="en-US" sz="2833" dirty="0">
                <a:solidFill>
                  <a:srgbClr val="333333"/>
                </a:solidFill>
                <a:highlight>
                  <a:srgbClr val="FFFFFF"/>
                </a:highlight>
                <a:latin typeface="Roboto"/>
                <a:ea typeface="Roboto"/>
                <a:cs typeface="Roboto"/>
                <a:sym typeface="Roboto"/>
              </a:rPr>
              <a:t> The fixed cost is constant, it doesn’t vary under any circumstances</a:t>
            </a:r>
            <a:endParaRPr sz="2833" dirty="0">
              <a:solidFill>
                <a:srgbClr val="333333"/>
              </a:solidFill>
              <a:highlight>
                <a:srgbClr val="FFFFFF"/>
              </a:highlight>
              <a:latin typeface="Roboto"/>
              <a:ea typeface="Roboto"/>
              <a:cs typeface="Roboto"/>
              <a:sym typeface="Roboto"/>
            </a:endParaRPr>
          </a:p>
          <a:p>
            <a:pPr marL="457200" lvl="0" indent="-381560" algn="l" rtl="0">
              <a:lnSpc>
                <a:spcPct val="115000"/>
              </a:lnSpc>
              <a:spcBef>
                <a:spcPts val="0"/>
              </a:spcBef>
              <a:spcAft>
                <a:spcPts val="0"/>
              </a:spcAft>
              <a:buClr>
                <a:srgbClr val="333333"/>
              </a:buClr>
              <a:buSzPct val="100000"/>
              <a:buFont typeface="Roboto"/>
              <a:buChar char="●"/>
            </a:pPr>
            <a:r>
              <a:rPr lang="en-US" sz="2833" b="1" dirty="0">
                <a:solidFill>
                  <a:srgbClr val="333333"/>
                </a:solidFill>
                <a:highlight>
                  <a:srgbClr val="FFFFFF"/>
                </a:highlight>
                <a:latin typeface="Roboto"/>
                <a:ea typeface="Roboto"/>
                <a:cs typeface="Roboto"/>
                <a:sym typeface="Roboto"/>
              </a:rPr>
              <a:t>Variable Cost:</a:t>
            </a:r>
            <a:r>
              <a:rPr lang="en-US" sz="2833" dirty="0">
                <a:solidFill>
                  <a:srgbClr val="333333"/>
                </a:solidFill>
                <a:highlight>
                  <a:srgbClr val="FFFFFF"/>
                </a:highlight>
                <a:latin typeface="Roboto"/>
                <a:ea typeface="Roboto"/>
                <a:cs typeface="Roboto"/>
                <a:sym typeface="Roboto"/>
              </a:rPr>
              <a:t> It could vary depending on the number of units and other factors</a:t>
            </a:r>
            <a:endParaRPr sz="2833" dirty="0">
              <a:solidFill>
                <a:srgbClr val="333333"/>
              </a:solidFill>
              <a:highlight>
                <a:srgbClr val="FFFFFF"/>
              </a:highlight>
              <a:latin typeface="Roboto"/>
              <a:ea typeface="Roboto"/>
              <a:cs typeface="Roboto"/>
              <a:sym typeface="Roboto"/>
            </a:endParaRPr>
          </a:p>
          <a:p>
            <a:pPr marL="228600" lvl="0" indent="-228600" algn="l" rtl="0">
              <a:lnSpc>
                <a:spcPct val="90000"/>
              </a:lnSpc>
              <a:spcBef>
                <a:spcPts val="1200"/>
              </a:spcBef>
              <a:spcAft>
                <a:spcPts val="0"/>
              </a:spcAft>
              <a:buClr>
                <a:srgbClr val="0C0C0C"/>
              </a:buClr>
              <a:buSzPct val="84690"/>
              <a:buNone/>
            </a:pPr>
            <a:endParaRPr sz="2833" b="1" dirty="0">
              <a:latin typeface="Arial Black"/>
              <a:ea typeface="Arial Black"/>
              <a:cs typeface="Arial Black"/>
              <a:sym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2131260a9d6_0_2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0" name="Google Shape;110;g2131260a9d6_0_2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a:solidFill>
                  <a:srgbClr val="FF0000"/>
                </a:solidFill>
                <a:highlight>
                  <a:srgbClr val="FFFFFF"/>
                </a:highlight>
                <a:latin typeface="Roboto"/>
                <a:ea typeface="Roboto"/>
                <a:cs typeface="Roboto"/>
                <a:sym typeface="Roboto"/>
              </a:rPr>
              <a:t>Selling Price (SP) :</a:t>
            </a:r>
            <a:endParaRPr>
              <a:solidFill>
                <a:srgbClr val="FF0000"/>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None/>
            </a:pPr>
            <a:r>
              <a:rPr lang="en-US">
                <a:solidFill>
                  <a:srgbClr val="333333"/>
                </a:solidFill>
                <a:highlight>
                  <a:srgbClr val="FFFFFF"/>
                </a:highlight>
                <a:latin typeface="Roboto"/>
                <a:ea typeface="Roboto"/>
                <a:cs typeface="Roboto"/>
                <a:sym typeface="Roboto"/>
              </a:rPr>
              <a:t>The amount for which the product is sold is called the Selling Price. It is usually denoted as SP. Also, sometimes called a sale price.</a:t>
            </a:r>
            <a:br>
              <a:rPr lang="en-US">
                <a:solidFill>
                  <a:srgbClr val="333333"/>
                </a:solidFill>
                <a:highlight>
                  <a:srgbClr val="FFFFFF"/>
                </a:highlight>
                <a:latin typeface="Roboto"/>
                <a:ea typeface="Roboto"/>
                <a:cs typeface="Roboto"/>
                <a:sym typeface="Roboto"/>
              </a:rPr>
            </a:br>
            <a:endParaRPr>
              <a:solidFill>
                <a:srgbClr val="333333"/>
              </a:solidFill>
              <a:highlight>
                <a:srgbClr val="FFFFFF"/>
              </a:highlight>
              <a:latin typeface="Roboto"/>
              <a:ea typeface="Roboto"/>
              <a:cs typeface="Roboto"/>
              <a:sym typeface="Roboto"/>
            </a:endParaRPr>
          </a:p>
          <a:p>
            <a:pPr marL="0" lvl="0" indent="0" algn="l" rtl="0">
              <a:lnSpc>
                <a:spcPct val="115000"/>
              </a:lnSpc>
              <a:spcBef>
                <a:spcPts val="800"/>
              </a:spcBef>
              <a:spcAft>
                <a:spcPts val="0"/>
              </a:spcAft>
              <a:buClr>
                <a:schemeClr val="dk1"/>
              </a:buClr>
              <a:buSzPts val="1100"/>
              <a:buFont typeface="Arial"/>
              <a:buNone/>
            </a:pPr>
            <a:r>
              <a:rPr lang="en-US">
                <a:solidFill>
                  <a:srgbClr val="FF0000"/>
                </a:solidFill>
                <a:highlight>
                  <a:srgbClr val="FFFFFF"/>
                </a:highlight>
                <a:latin typeface="Roboto"/>
                <a:ea typeface="Roboto"/>
                <a:cs typeface="Roboto"/>
                <a:sym typeface="Roboto"/>
              </a:rPr>
              <a:t>Marked Price Formula (MP) :</a:t>
            </a:r>
            <a:endParaRPr>
              <a:solidFill>
                <a:srgbClr val="FF0000"/>
              </a:solidFill>
              <a:highlight>
                <a:srgbClr val="FFFFFF"/>
              </a:highlight>
              <a:latin typeface="Roboto"/>
              <a:ea typeface="Roboto"/>
              <a:cs typeface="Roboto"/>
              <a:sym typeface="Roboto"/>
            </a:endParaRPr>
          </a:p>
          <a:p>
            <a:pPr marL="0" lvl="0" indent="0" algn="l" rtl="0">
              <a:lnSpc>
                <a:spcPct val="115000"/>
              </a:lnSpc>
              <a:spcBef>
                <a:spcPts val="800"/>
              </a:spcBef>
              <a:spcAft>
                <a:spcPts val="0"/>
              </a:spcAft>
              <a:buClr>
                <a:schemeClr val="dk1"/>
              </a:buClr>
              <a:buSzPts val="1100"/>
              <a:buFont typeface="Arial"/>
              <a:buNone/>
            </a:pPr>
            <a:r>
              <a:rPr lang="en-US">
                <a:solidFill>
                  <a:srgbClr val="333333"/>
                </a:solidFill>
                <a:highlight>
                  <a:srgbClr val="FFFFFF"/>
                </a:highlight>
                <a:latin typeface="Roboto"/>
                <a:ea typeface="Roboto"/>
                <a:cs typeface="Roboto"/>
                <a:sym typeface="Roboto"/>
              </a:rPr>
              <a:t>This is basically labelled by shopkeepers to offer a discount to the customers in such a way that,</a:t>
            </a:r>
            <a:endParaRPr>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ts val="2400"/>
              <a:buNone/>
            </a:pPr>
            <a:endParaRPr sz="2450" b="1">
              <a:solidFill>
                <a:srgbClr val="333333"/>
              </a:solidFill>
              <a:highlight>
                <a:srgbClr val="FFFFFF"/>
              </a:highlight>
              <a:latin typeface="Roboto"/>
              <a:ea typeface="Roboto"/>
              <a:cs typeface="Roboto"/>
              <a:sym typeface="Roboto"/>
            </a:endParaRPr>
          </a:p>
          <a:p>
            <a:pPr marL="457200" lvl="0" indent="-384175" algn="l" rtl="0">
              <a:lnSpc>
                <a:spcPct val="115000"/>
              </a:lnSpc>
              <a:spcBef>
                <a:spcPts val="1200"/>
              </a:spcBef>
              <a:spcAft>
                <a:spcPts val="0"/>
              </a:spcAft>
              <a:buClr>
                <a:srgbClr val="333333"/>
              </a:buClr>
              <a:buSzPts val="2450"/>
              <a:buFont typeface="Roboto"/>
              <a:buChar char="●"/>
            </a:pPr>
            <a:r>
              <a:rPr lang="en-US" sz="2450" b="1">
                <a:solidFill>
                  <a:srgbClr val="333333"/>
                </a:solidFill>
                <a:highlight>
                  <a:srgbClr val="FFFFFF"/>
                </a:highlight>
                <a:latin typeface="Roboto"/>
                <a:ea typeface="Roboto"/>
                <a:cs typeface="Roboto"/>
                <a:sym typeface="Roboto"/>
              </a:rPr>
              <a:t>Discount = Marked Price – Selling Price</a:t>
            </a:r>
            <a:endParaRPr sz="2450" b="1">
              <a:solidFill>
                <a:srgbClr val="333333"/>
              </a:solidFill>
              <a:highlight>
                <a:srgbClr val="FFFFFF"/>
              </a:highlight>
              <a:latin typeface="Roboto"/>
              <a:ea typeface="Roboto"/>
              <a:cs typeface="Roboto"/>
              <a:sym typeface="Roboto"/>
            </a:endParaRPr>
          </a:p>
          <a:p>
            <a:pPr marL="457200" lvl="0" indent="-384175" algn="l" rtl="0">
              <a:lnSpc>
                <a:spcPct val="115000"/>
              </a:lnSpc>
              <a:spcBef>
                <a:spcPts val="0"/>
              </a:spcBef>
              <a:spcAft>
                <a:spcPts val="0"/>
              </a:spcAft>
              <a:buClr>
                <a:srgbClr val="333333"/>
              </a:buClr>
              <a:buSzPts val="2450"/>
              <a:buFont typeface="Roboto"/>
              <a:buChar char="●"/>
            </a:pPr>
            <a:r>
              <a:rPr lang="en-US" sz="2450" b="1">
                <a:solidFill>
                  <a:srgbClr val="333333"/>
                </a:solidFill>
                <a:highlight>
                  <a:srgbClr val="FFFFFF"/>
                </a:highlight>
                <a:latin typeface="Roboto"/>
                <a:ea typeface="Roboto"/>
                <a:cs typeface="Roboto"/>
                <a:sym typeface="Roboto"/>
              </a:rPr>
              <a:t>And Discount Percentage = (Discount/Marked price) x 100</a:t>
            </a:r>
            <a:endParaRPr sz="2450" b="1">
              <a:solidFill>
                <a:srgbClr val="333333"/>
              </a:solidFill>
              <a:highlight>
                <a:srgbClr val="FFFFFF"/>
              </a:highlight>
              <a:latin typeface="Roboto"/>
              <a:ea typeface="Roboto"/>
              <a:cs typeface="Roboto"/>
              <a:sym typeface="Roboto"/>
            </a:endParaRPr>
          </a:p>
          <a:p>
            <a:pPr marL="228600" lvl="0" indent="-228600" algn="l" rtl="0">
              <a:lnSpc>
                <a:spcPct val="90000"/>
              </a:lnSpc>
              <a:spcBef>
                <a:spcPts val="1200"/>
              </a:spcBef>
              <a:spcAft>
                <a:spcPts val="0"/>
              </a:spcAft>
              <a:buClr>
                <a:srgbClr val="0C0C0C"/>
              </a:buClr>
              <a:buSzPts val="2400"/>
              <a:buNone/>
            </a:pPr>
            <a:endParaRPr b="1">
              <a:latin typeface="Arial Black"/>
              <a:ea typeface="Arial Black"/>
              <a:cs typeface="Arial Black"/>
              <a:sym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2131260a9d6_0_4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6" name="Google Shape;116;g2131260a9d6_0_4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a:solidFill>
                  <a:srgbClr val="FF0000"/>
                </a:solidFill>
                <a:highlight>
                  <a:srgbClr val="FFFFFF"/>
                </a:highlight>
                <a:latin typeface="Roboto"/>
                <a:ea typeface="Roboto"/>
                <a:cs typeface="Roboto"/>
                <a:sym typeface="Roboto"/>
              </a:rPr>
              <a:t>Profit and Loss Formulas :</a:t>
            </a:r>
            <a:endParaRPr>
              <a:solidFill>
                <a:srgbClr val="FF0000"/>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a:solidFill>
                  <a:srgbClr val="333333"/>
                </a:solidFill>
                <a:highlight>
                  <a:srgbClr val="FFFFFF"/>
                </a:highlight>
                <a:latin typeface="Roboto"/>
                <a:ea typeface="Roboto"/>
                <a:cs typeface="Roboto"/>
                <a:sym typeface="Roboto"/>
              </a:rPr>
              <a:t>Now let us find the profit formula and loss formula.</a:t>
            </a:r>
            <a:endParaRPr>
              <a:solidFill>
                <a:srgbClr val="333333"/>
              </a:solidFill>
              <a:highlight>
                <a:srgbClr val="FFFFFF"/>
              </a:highlight>
              <a:latin typeface="Roboto"/>
              <a:ea typeface="Roboto"/>
              <a:cs typeface="Roboto"/>
              <a:sym typeface="Roboto"/>
            </a:endParaRPr>
          </a:p>
          <a:p>
            <a:pPr marL="457200" lvl="0" indent="-381000" algn="l" rtl="0">
              <a:lnSpc>
                <a:spcPct val="115000"/>
              </a:lnSpc>
              <a:spcBef>
                <a:spcPts val="800"/>
              </a:spcBef>
              <a:spcAft>
                <a:spcPts val="0"/>
              </a:spcAft>
              <a:buClr>
                <a:srgbClr val="333333"/>
              </a:buClr>
              <a:buSzPts val="2400"/>
              <a:buFont typeface="Roboto"/>
              <a:buChar char="●"/>
            </a:pPr>
            <a:r>
              <a:rPr lang="en-US">
                <a:solidFill>
                  <a:srgbClr val="333333"/>
                </a:solidFill>
                <a:highlight>
                  <a:srgbClr val="FFFFFF"/>
                </a:highlight>
                <a:latin typeface="Roboto"/>
                <a:ea typeface="Roboto"/>
                <a:cs typeface="Roboto"/>
                <a:sym typeface="Roboto"/>
              </a:rPr>
              <a:t>The profit or gain is equal to the selling price minus the cost price.</a:t>
            </a:r>
            <a:endParaRPr>
              <a:solidFill>
                <a:srgbClr val="333333"/>
              </a:solidFill>
              <a:highlight>
                <a:srgbClr val="FFFFFF"/>
              </a:highlight>
              <a:latin typeface="Roboto"/>
              <a:ea typeface="Roboto"/>
              <a:cs typeface="Roboto"/>
              <a:sym typeface="Roboto"/>
            </a:endParaRPr>
          </a:p>
          <a:p>
            <a:pPr marL="457200" lvl="0" indent="-381000" algn="l" rtl="0">
              <a:lnSpc>
                <a:spcPct val="115000"/>
              </a:lnSpc>
              <a:spcBef>
                <a:spcPts val="0"/>
              </a:spcBef>
              <a:spcAft>
                <a:spcPts val="0"/>
              </a:spcAft>
              <a:buClr>
                <a:srgbClr val="333333"/>
              </a:buClr>
              <a:buSzPts val="2400"/>
              <a:buFont typeface="Roboto"/>
              <a:buChar char="●"/>
            </a:pPr>
            <a:r>
              <a:rPr lang="en-US">
                <a:solidFill>
                  <a:srgbClr val="333333"/>
                </a:solidFill>
                <a:highlight>
                  <a:srgbClr val="FFFFFF"/>
                </a:highlight>
                <a:latin typeface="Roboto"/>
                <a:ea typeface="Roboto"/>
                <a:cs typeface="Roboto"/>
                <a:sym typeface="Roboto"/>
              </a:rPr>
              <a:t>Loss is equal to the cost price minus the selling price.</a:t>
            </a:r>
            <a:endParaRPr>
              <a:solidFill>
                <a:srgbClr val="333333"/>
              </a:solidFill>
              <a:highlight>
                <a:srgbClr val="FFFFFF"/>
              </a:highlight>
              <a:latin typeface="Roboto"/>
              <a:ea typeface="Roboto"/>
              <a:cs typeface="Roboto"/>
              <a:sym typeface="Roboto"/>
            </a:endParaRPr>
          </a:p>
          <a:p>
            <a:pPr marL="228600" lvl="0" indent="-228600" algn="l" rtl="0">
              <a:lnSpc>
                <a:spcPct val="90000"/>
              </a:lnSpc>
              <a:spcBef>
                <a:spcPts val="1200"/>
              </a:spcBef>
              <a:spcAft>
                <a:spcPts val="0"/>
              </a:spcAft>
              <a:buSzPts val="2400"/>
              <a:buNone/>
            </a:pPr>
            <a:r>
              <a:rPr lang="en-US" b="1">
                <a:solidFill>
                  <a:srgbClr val="333333"/>
                </a:solidFill>
                <a:highlight>
                  <a:srgbClr val="FFFFFF"/>
                </a:highlight>
                <a:latin typeface="Roboto"/>
                <a:ea typeface="Roboto"/>
                <a:cs typeface="Roboto"/>
                <a:sym typeface="Roboto"/>
              </a:rPr>
              <a:t>                    </a:t>
            </a:r>
            <a:endParaRPr b="1">
              <a:solidFill>
                <a:srgbClr val="333333"/>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SzPts val="2400"/>
              <a:buNone/>
            </a:pPr>
            <a:r>
              <a:rPr lang="en-US" b="1">
                <a:solidFill>
                  <a:srgbClr val="333333"/>
                </a:solidFill>
                <a:highlight>
                  <a:srgbClr val="FFFFFF"/>
                </a:highlight>
                <a:latin typeface="Roboto"/>
                <a:ea typeface="Roboto"/>
                <a:cs typeface="Roboto"/>
                <a:sym typeface="Roboto"/>
              </a:rPr>
              <a:t>                      Profit or Gain = Selling price – Cost Price</a:t>
            </a:r>
            <a:endParaRPr b="1">
              <a:solidFill>
                <a:srgbClr val="333333"/>
              </a:solidFill>
              <a:highlight>
                <a:srgbClr val="FFFFFF"/>
              </a:highlight>
              <a:latin typeface="Roboto"/>
              <a:ea typeface="Roboto"/>
              <a:cs typeface="Roboto"/>
              <a:sym typeface="Roboto"/>
            </a:endParaRPr>
          </a:p>
          <a:p>
            <a:pPr marL="0" lvl="0" indent="0" algn="l" rtl="0">
              <a:lnSpc>
                <a:spcPct val="115000"/>
              </a:lnSpc>
              <a:spcBef>
                <a:spcPts val="0"/>
              </a:spcBef>
              <a:spcAft>
                <a:spcPts val="0"/>
              </a:spcAft>
              <a:buSzPts val="2400"/>
              <a:buNone/>
            </a:pPr>
            <a:r>
              <a:rPr lang="en-US" b="1">
                <a:solidFill>
                  <a:srgbClr val="333333"/>
                </a:solidFill>
                <a:highlight>
                  <a:srgbClr val="FFFFFF"/>
                </a:highlight>
                <a:latin typeface="Roboto"/>
                <a:ea typeface="Roboto"/>
                <a:cs typeface="Roboto"/>
                <a:sym typeface="Roboto"/>
              </a:rPr>
              <a:t>                                     Loss = Cost Price – Selling Price</a:t>
            </a:r>
            <a:endParaRPr b="1">
              <a:solidFill>
                <a:srgbClr val="333333"/>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chemeClr val="dk1"/>
              </a:buClr>
              <a:buSzPts val="1100"/>
              <a:buNone/>
            </a:pPr>
            <a:endParaRPr b="1">
              <a:solidFill>
                <a:srgbClr val="333333"/>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chemeClr val="dk1"/>
              </a:buClr>
              <a:buSzPts val="1100"/>
              <a:buNone/>
            </a:pPr>
            <a:endParaRPr b="1">
              <a:solidFill>
                <a:srgbClr val="333333"/>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chemeClr val="dk1"/>
              </a:buClr>
              <a:buSzPts val="1100"/>
              <a:buFont typeface="Arial"/>
              <a:buNone/>
            </a:pPr>
            <a:r>
              <a:rPr lang="en-US" b="1">
                <a:solidFill>
                  <a:srgbClr val="333333"/>
                </a:solidFill>
                <a:highlight>
                  <a:srgbClr val="FFFFFF"/>
                </a:highlight>
                <a:latin typeface="Roboto"/>
                <a:ea typeface="Roboto"/>
                <a:cs typeface="Roboto"/>
                <a:sym typeface="Roboto"/>
              </a:rPr>
              <a:t>                     Profit percentage (P%) = (Profit /Cost Price) x 100</a:t>
            </a:r>
            <a:endParaRPr b="1">
              <a:solidFill>
                <a:srgbClr val="333333"/>
              </a:solidFill>
              <a:highlight>
                <a:srgbClr val="FFFFFF"/>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b="1">
                <a:solidFill>
                  <a:srgbClr val="333333"/>
                </a:solidFill>
                <a:highlight>
                  <a:srgbClr val="FFFFFF"/>
                </a:highlight>
                <a:latin typeface="Roboto"/>
                <a:ea typeface="Roboto"/>
                <a:cs typeface="Roboto"/>
                <a:sym typeface="Roboto"/>
              </a:rPr>
              <a:t>                       Loss percentage (L%) = (Loss / Cost price) x 100</a:t>
            </a:r>
            <a:endParaRPr b="1">
              <a:solidFill>
                <a:srgbClr val="333333"/>
              </a:solidFill>
              <a:highlight>
                <a:srgbClr val="FFFFFF"/>
              </a:highlight>
              <a:latin typeface="Roboto"/>
              <a:ea typeface="Roboto"/>
              <a:cs typeface="Roboto"/>
              <a:sym typeface="Roboto"/>
            </a:endParaRPr>
          </a:p>
          <a:p>
            <a:pPr marL="228600" lvl="0" indent="-228600" algn="l" rtl="0">
              <a:lnSpc>
                <a:spcPct val="90000"/>
              </a:lnSpc>
              <a:spcBef>
                <a:spcPts val="0"/>
              </a:spcBef>
              <a:spcAft>
                <a:spcPts val="0"/>
              </a:spcAft>
              <a:buClr>
                <a:srgbClr val="0C0C0C"/>
              </a:buClr>
              <a:buSzPts val="2400"/>
              <a:buNone/>
            </a:pPr>
            <a:endParaRPr b="1">
              <a:solidFill>
                <a:srgbClr val="0C0C0C"/>
              </a:solidFill>
              <a:latin typeface="Arial Black"/>
              <a:ea typeface="Arial Black"/>
              <a:cs typeface="Arial Black"/>
              <a:sym typeface="Arial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2131260a9d6_0_6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2" name="Google Shape;122;g2131260a9d6_0_6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C0C0C"/>
              </a:buClr>
              <a:buSzPct val="100000"/>
              <a:buNone/>
            </a:pPr>
            <a:r>
              <a:rPr lang="en-US" b="1" dirty="0">
                <a:solidFill>
                  <a:srgbClr val="0C0C0C"/>
                </a:solidFill>
                <a:latin typeface="Arial Black"/>
                <a:ea typeface="Arial Black"/>
                <a:cs typeface="Arial Black"/>
                <a:sym typeface="Arial Black"/>
              </a:rPr>
              <a:t>	</a:t>
            </a:r>
            <a:endParaRPr b="1" dirty="0">
              <a:solidFill>
                <a:srgbClr val="0C0C0C"/>
              </a:solidFill>
              <a:latin typeface="Arial Black"/>
              <a:ea typeface="Arial Black"/>
              <a:cs typeface="Arial Black"/>
              <a:sym typeface="Arial Black"/>
            </a:endParaRPr>
          </a:p>
          <a:p>
            <a:pPr marL="228600" lvl="0" indent="-228600" algn="l" rtl="0">
              <a:lnSpc>
                <a:spcPct val="90000"/>
              </a:lnSpc>
              <a:spcBef>
                <a:spcPts val="0"/>
              </a:spcBef>
              <a:spcAft>
                <a:spcPts val="0"/>
              </a:spcAft>
              <a:buClr>
                <a:srgbClr val="0C0C0C"/>
              </a:buClr>
              <a:buSzPct val="58664"/>
              <a:buNone/>
            </a:pPr>
            <a:r>
              <a:rPr lang="en-US" dirty="0">
                <a:solidFill>
                  <a:srgbClr val="333333"/>
                </a:solidFill>
                <a:highlight>
                  <a:srgbClr val="FFFFFF"/>
                </a:highlight>
                <a:latin typeface="Roboto"/>
                <a:ea typeface="Roboto"/>
                <a:cs typeface="Roboto"/>
                <a:sym typeface="Roboto"/>
              </a:rPr>
              <a:t>      </a:t>
            </a:r>
            <a:r>
              <a:rPr lang="en-US" sz="3133" dirty="0">
                <a:solidFill>
                  <a:srgbClr val="333333"/>
                </a:solidFill>
                <a:highlight>
                  <a:srgbClr val="FFFFFF"/>
                </a:highlight>
                <a:latin typeface="Roboto"/>
                <a:ea typeface="Roboto"/>
                <a:cs typeface="Roboto"/>
                <a:sym typeface="Roboto"/>
              </a:rPr>
              <a:t>Profit, P = SP – CP; SP&gt;CP</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0"/>
              </a:spcBef>
              <a:spcAft>
                <a:spcPts val="0"/>
              </a:spcAft>
              <a:buSzPct val="90122"/>
              <a:buNone/>
            </a:pPr>
            <a:r>
              <a:rPr lang="en-US" sz="3133" dirty="0">
                <a:solidFill>
                  <a:srgbClr val="333333"/>
                </a:solidFill>
                <a:highlight>
                  <a:srgbClr val="FFFFFF"/>
                </a:highlight>
                <a:latin typeface="Roboto"/>
                <a:ea typeface="Roboto"/>
                <a:cs typeface="Roboto"/>
                <a:sym typeface="Roboto"/>
              </a:rPr>
              <a:t>Loss, L = CP – SP; CP&gt;SP</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ct val="90122"/>
              <a:buNone/>
            </a:pPr>
            <a:r>
              <a:rPr lang="en-US" sz="3133" dirty="0">
                <a:solidFill>
                  <a:srgbClr val="333333"/>
                </a:solidFill>
                <a:highlight>
                  <a:srgbClr val="FFFFFF"/>
                </a:highlight>
                <a:latin typeface="Roboto"/>
                <a:ea typeface="Roboto"/>
                <a:cs typeface="Roboto"/>
                <a:sym typeface="Roboto"/>
              </a:rPr>
              <a:t>P% = (P/CP) x 100</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ct val="90122"/>
              <a:buNone/>
            </a:pPr>
            <a:r>
              <a:rPr lang="en-US" sz="3133" dirty="0">
                <a:solidFill>
                  <a:srgbClr val="333333"/>
                </a:solidFill>
                <a:highlight>
                  <a:srgbClr val="FFFFFF"/>
                </a:highlight>
                <a:latin typeface="Roboto"/>
                <a:ea typeface="Roboto"/>
                <a:cs typeface="Roboto"/>
                <a:sym typeface="Roboto"/>
              </a:rPr>
              <a:t>L% = (L/CP) x 100</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ct val="90122"/>
              <a:buNone/>
            </a:pPr>
            <a:r>
              <a:rPr lang="en-US" sz="3133" dirty="0">
                <a:solidFill>
                  <a:srgbClr val="333333"/>
                </a:solidFill>
                <a:highlight>
                  <a:srgbClr val="FFFFFF"/>
                </a:highlight>
                <a:latin typeface="Roboto"/>
                <a:ea typeface="Roboto"/>
                <a:cs typeface="Roboto"/>
                <a:sym typeface="Roboto"/>
              </a:rPr>
              <a:t>SP = {(100 + P%)/100} x CP</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ct val="90122"/>
              <a:buNone/>
            </a:pPr>
            <a:r>
              <a:rPr lang="en-US" sz="3133" dirty="0">
                <a:solidFill>
                  <a:srgbClr val="333333"/>
                </a:solidFill>
                <a:highlight>
                  <a:srgbClr val="FFFFFF"/>
                </a:highlight>
                <a:latin typeface="Roboto"/>
                <a:ea typeface="Roboto"/>
                <a:cs typeface="Roboto"/>
                <a:sym typeface="Roboto"/>
              </a:rPr>
              <a:t>SP = {(100 – L%)/100} x CP</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ct val="90122"/>
              <a:buNone/>
            </a:pPr>
            <a:r>
              <a:rPr lang="en-US" sz="3133" dirty="0">
                <a:solidFill>
                  <a:srgbClr val="333333"/>
                </a:solidFill>
                <a:highlight>
                  <a:srgbClr val="FFFFFF"/>
                </a:highlight>
                <a:latin typeface="Roboto"/>
                <a:ea typeface="Roboto"/>
                <a:cs typeface="Roboto"/>
                <a:sym typeface="Roboto"/>
              </a:rPr>
              <a:t>CP = {100/(100 + P%)} x SP</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ct val="90122"/>
              <a:buNone/>
            </a:pPr>
            <a:r>
              <a:rPr lang="en-US" sz="3133" dirty="0">
                <a:solidFill>
                  <a:srgbClr val="333333"/>
                </a:solidFill>
                <a:highlight>
                  <a:srgbClr val="FFFFFF"/>
                </a:highlight>
                <a:latin typeface="Roboto"/>
                <a:ea typeface="Roboto"/>
                <a:cs typeface="Roboto"/>
                <a:sym typeface="Roboto"/>
              </a:rPr>
              <a:t>CP = {100/(100 – L%)} x SP</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ct val="90122"/>
              <a:buNone/>
            </a:pPr>
            <a:r>
              <a:rPr lang="en-US" sz="3133" dirty="0">
                <a:solidFill>
                  <a:srgbClr val="333333"/>
                </a:solidFill>
                <a:highlight>
                  <a:srgbClr val="FFFFFF"/>
                </a:highlight>
                <a:latin typeface="Roboto"/>
                <a:ea typeface="Roboto"/>
                <a:cs typeface="Roboto"/>
                <a:sym typeface="Roboto"/>
              </a:rPr>
              <a:t>Discount = MP – SP</a:t>
            </a:r>
            <a:endParaRPr sz="3133" dirty="0">
              <a:solidFill>
                <a:srgbClr val="333333"/>
              </a:solidFill>
              <a:highlight>
                <a:srgbClr val="FFFFFF"/>
              </a:highlight>
              <a:latin typeface="Roboto"/>
              <a:ea typeface="Roboto"/>
              <a:cs typeface="Roboto"/>
              <a:sym typeface="Roboto"/>
            </a:endParaRPr>
          </a:p>
          <a:p>
            <a:pPr marL="457200" lvl="0" indent="0" algn="l" rtl="0">
              <a:lnSpc>
                <a:spcPct val="115000"/>
              </a:lnSpc>
              <a:spcBef>
                <a:spcPts val="800"/>
              </a:spcBef>
              <a:spcAft>
                <a:spcPts val="0"/>
              </a:spcAft>
              <a:buSzPct val="90122"/>
              <a:buNone/>
            </a:pPr>
            <a:r>
              <a:rPr lang="en-US" sz="3133" dirty="0">
                <a:solidFill>
                  <a:srgbClr val="333333"/>
                </a:solidFill>
                <a:highlight>
                  <a:srgbClr val="FFFFFF"/>
                </a:highlight>
                <a:latin typeface="Roboto"/>
                <a:ea typeface="Roboto"/>
                <a:cs typeface="Roboto"/>
                <a:sym typeface="Roboto"/>
              </a:rPr>
              <a:t>SP = MP -Discount</a:t>
            </a:r>
            <a:endParaRPr sz="3133" dirty="0">
              <a:solidFill>
                <a:srgbClr val="333333"/>
              </a:solidFill>
              <a:highlight>
                <a:srgbClr val="FFFFFF"/>
              </a:highlight>
              <a:latin typeface="Roboto"/>
              <a:ea typeface="Roboto"/>
              <a:cs typeface="Roboto"/>
              <a:sym typeface="Roboto"/>
            </a:endParaRPr>
          </a:p>
          <a:p>
            <a:pPr marL="228600" lvl="0" indent="-228600" algn="l" rtl="0">
              <a:lnSpc>
                <a:spcPct val="90000"/>
              </a:lnSpc>
              <a:spcBef>
                <a:spcPts val="800"/>
              </a:spcBef>
              <a:spcAft>
                <a:spcPts val="0"/>
              </a:spcAft>
              <a:buClr>
                <a:srgbClr val="0C0C0C"/>
              </a:buClr>
              <a:buSzPct val="100000"/>
              <a:buNone/>
            </a:pPr>
            <a:endParaRPr b="1" dirty="0">
              <a:solidFill>
                <a:srgbClr val="0C0C0C"/>
              </a:solidFill>
              <a:latin typeface="Arial Black"/>
              <a:ea typeface="Arial Black"/>
              <a:cs typeface="Arial Black"/>
              <a:sym typeface="Arial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2131260a9d6_0_1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8" name="Google Shape;128;g2131260a9d6_0_1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Q.1:</a:t>
            </a:r>
            <a:r>
              <a:rPr lang="en-US" b="1"/>
              <a:t>  A shopkeeper purchased a radio for 600. He sold the radio for 720. What is the per cent profit he earned in the transaction? </a:t>
            </a:r>
            <a:endParaRPr/>
          </a:p>
          <a:p>
            <a:pPr marL="228600" lvl="0" indent="-228600" algn="l" rtl="0">
              <a:lnSpc>
                <a:spcPct val="90000"/>
              </a:lnSpc>
              <a:spcBef>
                <a:spcPts val="1000"/>
              </a:spcBef>
              <a:spcAft>
                <a:spcPts val="0"/>
              </a:spcAft>
              <a:buClr>
                <a:schemeClr val="dk1"/>
              </a:buClr>
              <a:buSzPts val="2400"/>
              <a:buNone/>
            </a:pPr>
            <a:r>
              <a:rPr lang="en-US" b="1"/>
              <a:t>(1) 20% 	(2) 25% 	(3) 30% 	(4) 35% 	(5) None of these</a:t>
            </a:r>
            <a:endParaRPr b="1">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4" name="Google Shape;134;p6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Q.1:</a:t>
            </a:r>
            <a:r>
              <a:rPr lang="en-US" b="1"/>
              <a:t>  A shopkeeper purchased a radio for 600. He sold the radio for 720. What is the per cent profit he earned in the transaction? </a:t>
            </a:r>
            <a:endParaRPr/>
          </a:p>
          <a:p>
            <a:pPr marL="228600" lvl="0" indent="-228600" algn="l" rtl="0">
              <a:lnSpc>
                <a:spcPct val="90000"/>
              </a:lnSpc>
              <a:spcBef>
                <a:spcPts val="1000"/>
              </a:spcBef>
              <a:spcAft>
                <a:spcPts val="0"/>
              </a:spcAft>
              <a:buClr>
                <a:schemeClr val="dk1"/>
              </a:buClr>
              <a:buSzPts val="2400"/>
              <a:buNone/>
            </a:pPr>
            <a:r>
              <a:rPr lang="en-US" b="1">
                <a:solidFill>
                  <a:srgbClr val="FF0000"/>
                </a:solidFill>
              </a:rPr>
              <a:t>(1) 20% </a:t>
            </a:r>
            <a:r>
              <a:rPr lang="en-US" b="1"/>
              <a:t>	(2) 25% 	(3) 30% 	(4) 35% 	(5) None of these</a:t>
            </a:r>
            <a:endParaRPr b="1">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0" name="Google Shape;140;p2"/>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Q.2: </a:t>
            </a:r>
            <a:r>
              <a:rPr lang="en-US" b="1"/>
              <a:t>Ramesh purchased a scooter for 20000. He sold the scooter and earned 12% profit in the transaction. At what price did Ramesh sell the scooter? </a:t>
            </a:r>
            <a:endParaRPr/>
          </a:p>
          <a:p>
            <a:pPr marL="228600" lvl="0" indent="-228600" algn="l" rtl="0">
              <a:lnSpc>
                <a:spcPct val="90000"/>
              </a:lnSpc>
              <a:spcBef>
                <a:spcPts val="1000"/>
              </a:spcBef>
              <a:spcAft>
                <a:spcPts val="0"/>
              </a:spcAft>
              <a:buClr>
                <a:schemeClr val="dk1"/>
              </a:buClr>
              <a:buSzPts val="2400"/>
              <a:buNone/>
            </a:pPr>
            <a:r>
              <a:rPr lang="en-US" b="1"/>
              <a:t>(1) 22200 	(2) 22300 	(3) 22400 	(4) 22500 	(5) None of these</a:t>
            </a:r>
            <a:r>
              <a:rPr lang="en-US" b="1">
                <a:latin typeface="Arial Black"/>
                <a:ea typeface="Arial Black"/>
                <a:cs typeface="Arial Black"/>
                <a:sym typeface="Arial Black"/>
              </a:rPr>
              <a:t> </a:t>
            </a:r>
            <a:endParaRPr b="1">
              <a:solidFill>
                <a:srgbClr val="FF0000"/>
              </a:solidFill>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endParaRPr>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4"/>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6" name="Google Shape;146;p6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Q.2: </a:t>
            </a:r>
            <a:r>
              <a:rPr lang="en-US" b="1"/>
              <a:t>Ramesh purchased a scooter for 20000. He sold the scooter and earned 12% profit in the transaction. At what price did Ramesh sell the scooter? </a:t>
            </a:r>
            <a:endParaRPr/>
          </a:p>
          <a:p>
            <a:pPr marL="228600" lvl="0" indent="-228600" algn="l" rtl="0">
              <a:lnSpc>
                <a:spcPct val="90000"/>
              </a:lnSpc>
              <a:spcBef>
                <a:spcPts val="1000"/>
              </a:spcBef>
              <a:spcAft>
                <a:spcPts val="0"/>
              </a:spcAft>
              <a:buClr>
                <a:schemeClr val="dk1"/>
              </a:buClr>
              <a:buSzPts val="2400"/>
              <a:buNone/>
            </a:pPr>
            <a:r>
              <a:rPr lang="en-US" b="1"/>
              <a:t>(1) 22200 	(2) 22300 	</a:t>
            </a:r>
            <a:r>
              <a:rPr lang="en-US" b="1">
                <a:solidFill>
                  <a:srgbClr val="FF0000"/>
                </a:solidFill>
              </a:rPr>
              <a:t>(3) 22400 </a:t>
            </a:r>
            <a:r>
              <a:rPr lang="en-US" b="1"/>
              <a:t>	(4) 22500 	(5) None of these</a:t>
            </a:r>
            <a:r>
              <a:rPr lang="en-US" b="1">
                <a:latin typeface="Arial Black"/>
                <a:ea typeface="Arial Black"/>
                <a:cs typeface="Arial Black"/>
                <a:sym typeface="Arial Black"/>
              </a:rPr>
              <a:t> </a:t>
            </a:r>
            <a:endParaRPr b="1">
              <a:solidFill>
                <a:srgbClr val="FF0000"/>
              </a:solidFill>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endParaRPr>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2" name="Google Shape;152;p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Q.3: </a:t>
            </a:r>
            <a:r>
              <a:rPr lang="en-US" b="1"/>
              <a:t>Rita sold her watch for 700 and got 40% profit. At what price did Rita purchase the watch? </a:t>
            </a:r>
            <a:endParaRPr/>
          </a:p>
          <a:p>
            <a:pPr marL="228600" lvl="0" indent="-228600" algn="l" rtl="0">
              <a:lnSpc>
                <a:spcPct val="90000"/>
              </a:lnSpc>
              <a:spcBef>
                <a:spcPts val="1000"/>
              </a:spcBef>
              <a:spcAft>
                <a:spcPts val="0"/>
              </a:spcAft>
              <a:buClr>
                <a:schemeClr val="dk1"/>
              </a:buClr>
              <a:buSzPts val="2400"/>
              <a:buNone/>
            </a:pPr>
            <a:r>
              <a:rPr lang="en-US" b="1"/>
              <a:t>(1) 600 	(2) 640 	(3) 540 	(4) 500 	(5) None of these</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6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8" name="Google Shape;158;p6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Q.3: </a:t>
            </a:r>
            <a:r>
              <a:rPr lang="en-US" b="1"/>
              <a:t>Rita sold her watch for 700 and got 40% profit. At what price did Rita purchase the watch? </a:t>
            </a:r>
            <a:endParaRPr/>
          </a:p>
          <a:p>
            <a:pPr marL="228600" lvl="0" indent="-228600" algn="l" rtl="0">
              <a:lnSpc>
                <a:spcPct val="90000"/>
              </a:lnSpc>
              <a:spcBef>
                <a:spcPts val="1000"/>
              </a:spcBef>
              <a:spcAft>
                <a:spcPts val="0"/>
              </a:spcAft>
              <a:buClr>
                <a:schemeClr val="dk1"/>
              </a:buClr>
              <a:buSzPts val="2400"/>
              <a:buNone/>
            </a:pPr>
            <a:r>
              <a:rPr lang="en-US" b="1"/>
              <a:t>(1) 600 	(2) 640 	(3) 540 	</a:t>
            </a:r>
            <a:r>
              <a:rPr lang="en-US" b="1">
                <a:solidFill>
                  <a:srgbClr val="FF0000"/>
                </a:solidFill>
              </a:rPr>
              <a:t>(4) 500 </a:t>
            </a:r>
            <a:r>
              <a:rPr lang="en-US" b="1"/>
              <a:t>	(5) None of these</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4" name="Google Shape;164;p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Q.4: </a:t>
            </a:r>
            <a:r>
              <a:rPr lang="en-US" b="1"/>
              <a:t>Sita sold her watch for 900 and incurred 40% loss. At what price did Sita purchase the watch? </a:t>
            </a:r>
            <a:endParaRPr/>
          </a:p>
          <a:p>
            <a:pPr marL="228600" lvl="0" indent="-228600" algn="l" rtl="0">
              <a:lnSpc>
                <a:spcPct val="90000"/>
              </a:lnSpc>
              <a:spcBef>
                <a:spcPts val="1000"/>
              </a:spcBef>
              <a:spcAft>
                <a:spcPts val="0"/>
              </a:spcAft>
              <a:buClr>
                <a:schemeClr val="dk1"/>
              </a:buClr>
              <a:buSzPts val="2400"/>
              <a:buNone/>
            </a:pPr>
            <a:r>
              <a:rPr lang="en-US" b="1"/>
              <a:t>(1) 1600 	(2) 1640 	(3) 1540 	(4) 1500 	(5) None of these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6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0" name="Google Shape;170;p6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Q.4: </a:t>
            </a:r>
            <a:r>
              <a:rPr lang="en-US" b="1"/>
              <a:t>Sita sold her watch for 900 and incurred 40% loss. At what price did Sita purchase the watch? </a:t>
            </a:r>
            <a:endParaRPr/>
          </a:p>
          <a:p>
            <a:pPr marL="228600" lvl="0" indent="-228600" algn="l" rtl="0">
              <a:lnSpc>
                <a:spcPct val="90000"/>
              </a:lnSpc>
              <a:spcBef>
                <a:spcPts val="1000"/>
              </a:spcBef>
              <a:spcAft>
                <a:spcPts val="0"/>
              </a:spcAft>
              <a:buClr>
                <a:schemeClr val="dk1"/>
              </a:buClr>
              <a:buSzPts val="2400"/>
              <a:buNone/>
            </a:pPr>
            <a:r>
              <a:rPr lang="en-US" b="1"/>
              <a:t>(1) 1600 	(2) 1640 	(3) 1540 	</a:t>
            </a:r>
            <a:r>
              <a:rPr lang="en-US" b="1">
                <a:solidFill>
                  <a:srgbClr val="FF0000"/>
                </a:solidFill>
              </a:rPr>
              <a:t>(4) 1500 </a:t>
            </a:r>
            <a:r>
              <a:rPr lang="en-US" b="1"/>
              <a:t>	(5) None of these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6" name="Google Shape;176;p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Q.5: </a:t>
            </a:r>
            <a:r>
              <a:rPr lang="en-US" b="1"/>
              <a:t>Alka sold her watch for 480 and incurred 40% loss. In order to obtain a profit of 30%, what should be the selling price? </a:t>
            </a:r>
            <a:endParaRPr/>
          </a:p>
          <a:p>
            <a:pPr marL="228600" lvl="0" indent="-228600" algn="l" rtl="0">
              <a:lnSpc>
                <a:spcPct val="90000"/>
              </a:lnSpc>
              <a:spcBef>
                <a:spcPts val="1000"/>
              </a:spcBef>
              <a:spcAft>
                <a:spcPts val="0"/>
              </a:spcAft>
              <a:buClr>
                <a:schemeClr val="dk1"/>
              </a:buClr>
              <a:buSzPts val="2400"/>
              <a:buNone/>
            </a:pPr>
            <a:r>
              <a:rPr lang="en-US" b="1"/>
              <a:t>(1) 1140 	(2) 940 	(3) 1040 	(4) 1060 	(5) None of these</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 </a:t>
            </a:r>
            <a:r>
              <a:rPr lang="en-US" b="1">
                <a:latin typeface="Arial Black"/>
                <a:ea typeface="Arial Black"/>
                <a:cs typeface="Arial Black"/>
                <a:sym typeface="Arial Black"/>
              </a:rPr>
              <a:t> </a:t>
            </a:r>
            <a:endParaRPr>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6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2" name="Google Shape;182;p6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Q.5: </a:t>
            </a:r>
            <a:r>
              <a:rPr lang="en-US" b="1"/>
              <a:t>Alka sold her watch for 480 and incurred 40% loss. In order to obtain a profit of 30%, what should be the selling price? </a:t>
            </a:r>
            <a:endParaRPr/>
          </a:p>
          <a:p>
            <a:pPr marL="228600" lvl="0" indent="-228600" algn="l" rtl="0">
              <a:lnSpc>
                <a:spcPct val="90000"/>
              </a:lnSpc>
              <a:spcBef>
                <a:spcPts val="1000"/>
              </a:spcBef>
              <a:spcAft>
                <a:spcPts val="0"/>
              </a:spcAft>
              <a:buClr>
                <a:schemeClr val="dk1"/>
              </a:buClr>
              <a:buSzPts val="2400"/>
              <a:buNone/>
            </a:pPr>
            <a:r>
              <a:rPr lang="en-US" b="1"/>
              <a:t>(1) 1140 	(2) 940 	</a:t>
            </a:r>
            <a:r>
              <a:rPr lang="en-US" b="1">
                <a:solidFill>
                  <a:srgbClr val="FF0000"/>
                </a:solidFill>
              </a:rPr>
              <a:t>(3) 1040 </a:t>
            </a:r>
            <a:r>
              <a:rPr lang="en-US" b="1"/>
              <a:t>	(4) 1060 	(5) None of these</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 </a:t>
            </a:r>
            <a:r>
              <a:rPr lang="en-US" b="1">
                <a:latin typeface="Arial Black"/>
                <a:ea typeface="Arial Black"/>
                <a:cs typeface="Arial Black"/>
                <a:sym typeface="Arial Black"/>
              </a:rPr>
              <a:t> </a:t>
            </a:r>
            <a:endParaRPr>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8" name="Google Shape;188;p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Q.6:</a:t>
            </a:r>
            <a:r>
              <a:rPr lang="en-US" b="1">
                <a:latin typeface="Arial Black"/>
                <a:ea typeface="Arial Black"/>
                <a:cs typeface="Arial Black"/>
                <a:sym typeface="Arial Black"/>
              </a:rPr>
              <a:t> </a:t>
            </a:r>
            <a:r>
              <a:rPr lang="en-US" b="1"/>
              <a:t>Renu sold her watch her 960 and earned 20% profit. In order to obtain a profit of 60%, what should be the selling price? </a:t>
            </a:r>
            <a:endParaRPr/>
          </a:p>
          <a:p>
            <a:pPr marL="228600" lvl="0" indent="-228600" algn="l" rtl="0">
              <a:lnSpc>
                <a:spcPct val="90000"/>
              </a:lnSpc>
              <a:spcBef>
                <a:spcPts val="1000"/>
              </a:spcBef>
              <a:spcAft>
                <a:spcPts val="0"/>
              </a:spcAft>
              <a:buClr>
                <a:schemeClr val="dk1"/>
              </a:buClr>
              <a:buSzPts val="2400"/>
              <a:buNone/>
            </a:pPr>
            <a:r>
              <a:rPr lang="en-US" b="1"/>
              <a:t>(1) 1280 	(2) 1380 	(3) 1080 	(4) 1180 	(5) None of these</a:t>
            </a:r>
            <a:r>
              <a:rPr lang="en-US" b="1">
                <a:solidFill>
                  <a:srgbClr val="FF0000"/>
                </a:solidFill>
                <a:latin typeface="Arial Black"/>
                <a:ea typeface="Arial Black"/>
                <a:cs typeface="Arial Black"/>
                <a:sym typeface="Arial Black"/>
              </a:rPr>
              <a:t> </a:t>
            </a:r>
            <a:r>
              <a:rPr lang="en-US" b="1">
                <a:latin typeface="Arial Black"/>
                <a:ea typeface="Arial Black"/>
                <a:cs typeface="Arial Black"/>
                <a:sym typeface="Arial Black"/>
              </a:rPr>
              <a:t> </a:t>
            </a:r>
            <a:endParaRPr b="1">
              <a:solidFill>
                <a:srgbClr val="FF0000"/>
              </a:solidFill>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endParaRPr>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6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4" name="Google Shape;194;p6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a:t>
            </a:r>
            <a:r>
              <a:rPr lang="en-US" b="1">
                <a:latin typeface="Arial Black"/>
                <a:ea typeface="Arial Black"/>
                <a:cs typeface="Arial Black"/>
                <a:sym typeface="Arial Black"/>
              </a:rPr>
              <a:t>  PROFIT AND LOSS</a:t>
            </a:r>
            <a:endParaRPr/>
          </a:p>
          <a:p>
            <a:pPr marL="228600" lvl="0" indent="-228600" algn="l" rtl="0">
              <a:lnSpc>
                <a:spcPct val="90000"/>
              </a:lnSpc>
              <a:spcBef>
                <a:spcPts val="1000"/>
              </a:spcBef>
              <a:spcAft>
                <a:spcPts val="0"/>
              </a:spcAft>
              <a:buClr>
                <a:srgbClr val="FF0000"/>
              </a:buClr>
              <a:buSzPts val="2400"/>
              <a:buNone/>
            </a:pPr>
            <a:r>
              <a:rPr lang="en-US" b="1">
                <a:solidFill>
                  <a:srgbClr val="FF0000"/>
                </a:solidFill>
                <a:latin typeface="Arial Black"/>
                <a:ea typeface="Arial Black"/>
                <a:cs typeface="Arial Black"/>
                <a:sym typeface="Arial Black"/>
              </a:rPr>
              <a:t>Q.6:</a:t>
            </a:r>
            <a:r>
              <a:rPr lang="en-US" b="1">
                <a:latin typeface="Arial Black"/>
                <a:ea typeface="Arial Black"/>
                <a:cs typeface="Arial Black"/>
                <a:sym typeface="Arial Black"/>
              </a:rPr>
              <a:t> </a:t>
            </a:r>
            <a:r>
              <a:rPr lang="en-US" b="1"/>
              <a:t>Renu sold her watch her 960 and earned 20% profit. In order to obtain a profit of 60%, what should be the selling price? </a:t>
            </a:r>
            <a:endParaRPr/>
          </a:p>
          <a:p>
            <a:pPr marL="228600" lvl="0" indent="-228600" algn="l" rtl="0">
              <a:lnSpc>
                <a:spcPct val="90000"/>
              </a:lnSpc>
              <a:spcBef>
                <a:spcPts val="1000"/>
              </a:spcBef>
              <a:spcAft>
                <a:spcPts val="0"/>
              </a:spcAft>
              <a:buClr>
                <a:schemeClr val="dk1"/>
              </a:buClr>
              <a:buSzPts val="2400"/>
              <a:buNone/>
            </a:pPr>
            <a:r>
              <a:rPr lang="en-US" b="1">
                <a:solidFill>
                  <a:srgbClr val="FF0000"/>
                </a:solidFill>
              </a:rPr>
              <a:t>(1) 1280 </a:t>
            </a:r>
            <a:r>
              <a:rPr lang="en-US" b="1"/>
              <a:t>	(2) 1380 	(3) 1080 	(4) 1180 	(5) None of these</a:t>
            </a:r>
            <a:r>
              <a:rPr lang="en-US" b="1">
                <a:solidFill>
                  <a:srgbClr val="FF0000"/>
                </a:solidFill>
                <a:latin typeface="Arial Black"/>
                <a:ea typeface="Arial Black"/>
                <a:cs typeface="Arial Black"/>
                <a:sym typeface="Arial Black"/>
              </a:rPr>
              <a:t> </a:t>
            </a:r>
            <a:r>
              <a:rPr lang="en-US" b="1">
                <a:latin typeface="Arial Black"/>
                <a:ea typeface="Arial Black"/>
                <a:cs typeface="Arial Black"/>
                <a:sym typeface="Arial Black"/>
              </a:rPr>
              <a:t> </a:t>
            </a:r>
            <a:endParaRPr b="1">
              <a:solidFill>
                <a:srgbClr val="FF0000"/>
              </a:solidFill>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   </a:t>
            </a:r>
            <a:endParaRPr>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2" name="Google Shape;212;p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Q.7: </a:t>
            </a:r>
            <a:r>
              <a:rPr lang="en-US" b="1" dirty="0"/>
              <a:t>Dinesh purchased some lemons. He purchased 3 lemons for 2. He sold all the lemons and earned 25% profit. At what rate did he sell all the lemons? </a:t>
            </a:r>
          </a:p>
          <a:p>
            <a:pPr marL="228600" lvl="0" indent="-228600" algn="l" rtl="0">
              <a:lnSpc>
                <a:spcPct val="90000"/>
              </a:lnSpc>
              <a:spcBef>
                <a:spcPts val="1000"/>
              </a:spcBef>
              <a:spcAft>
                <a:spcPts val="0"/>
              </a:spcAft>
              <a:buClr>
                <a:srgbClr val="FF0000"/>
              </a:buClr>
              <a:buSzPts val="2400"/>
              <a:buNone/>
            </a:pPr>
            <a:r>
              <a:rPr lang="en-US" b="1" dirty="0"/>
              <a:t>(1) 4 for 3 	(2) 5 for 4 	(3) 6 for 5 	(4) 7 for 8 	(5) None of these</a:t>
            </a:r>
            <a:endParaRPr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7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8" name="Google Shape;218;p70"/>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Q.7: </a:t>
            </a:r>
            <a:r>
              <a:rPr lang="en-US" b="1" dirty="0"/>
              <a:t>Dinesh purchased some lemons. He purchased 3 lemons for 2. He sold all the lemons and earned 25% profit. At what rate did he sell all the lemons? </a:t>
            </a:r>
          </a:p>
          <a:p>
            <a:pPr marL="228600" lvl="0" indent="-228600" algn="l" rtl="0">
              <a:lnSpc>
                <a:spcPct val="90000"/>
              </a:lnSpc>
              <a:spcBef>
                <a:spcPts val="1000"/>
              </a:spcBef>
              <a:spcAft>
                <a:spcPts val="0"/>
              </a:spcAft>
              <a:buClr>
                <a:srgbClr val="FF0000"/>
              </a:buClr>
              <a:buSzPts val="2400"/>
              <a:buNone/>
            </a:pPr>
            <a:r>
              <a:rPr lang="en-US" b="1" dirty="0"/>
              <a:t>(1) 4 for 3 	(2) 5 for 4 	</a:t>
            </a:r>
            <a:r>
              <a:rPr lang="en-US" b="1" dirty="0">
                <a:solidFill>
                  <a:srgbClr val="FF0000"/>
                </a:solidFill>
              </a:rPr>
              <a:t>(3) 6 for 5 </a:t>
            </a:r>
            <a:r>
              <a:rPr lang="en-US" b="1" dirty="0"/>
              <a:t>	(4) 7 for 8 	(5) None of these</a:t>
            </a:r>
            <a:endParaRPr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4" name="Google Shape;224;p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Q.8: </a:t>
            </a:r>
            <a:r>
              <a:rPr lang="en-US" b="1" dirty="0"/>
              <a:t>Ritesh purchased some lemons. He purchased 7 lemons for 10. He sold all the lemons and incurred 20% loss. At what rate did he sell all the lemons? </a:t>
            </a:r>
          </a:p>
          <a:p>
            <a:pPr marL="228600" lvl="0" indent="-228600" algn="l" rtl="0">
              <a:lnSpc>
                <a:spcPct val="90000"/>
              </a:lnSpc>
              <a:spcBef>
                <a:spcPts val="1000"/>
              </a:spcBef>
              <a:spcAft>
                <a:spcPts val="0"/>
              </a:spcAft>
              <a:buClr>
                <a:srgbClr val="FF0000"/>
              </a:buClr>
              <a:buSzPts val="2400"/>
              <a:buNone/>
            </a:pPr>
            <a:r>
              <a:rPr lang="en-US" b="1" dirty="0"/>
              <a:t>(1) 35 for 3      (2) 35 for 4 	(3) 35 for 6 	(4) 35 for 8 	(5) None of these</a:t>
            </a:r>
            <a:endParaRPr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7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0" name="Google Shape;230;p7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Q.8: </a:t>
            </a:r>
            <a:r>
              <a:rPr lang="en-US" b="1" dirty="0"/>
              <a:t>Ritesh purchased some lemons. He purchased 7 lemons for 10. He sold all the lemons and incurred 20% loss. At what rate did he sell all the lemons? </a:t>
            </a:r>
          </a:p>
          <a:p>
            <a:pPr marL="228600" lvl="0" indent="-228600" algn="l" rtl="0">
              <a:lnSpc>
                <a:spcPct val="90000"/>
              </a:lnSpc>
              <a:spcBef>
                <a:spcPts val="1000"/>
              </a:spcBef>
              <a:spcAft>
                <a:spcPts val="0"/>
              </a:spcAft>
              <a:buClr>
                <a:srgbClr val="FF0000"/>
              </a:buClr>
              <a:buSzPts val="2400"/>
              <a:buNone/>
            </a:pPr>
            <a:r>
              <a:rPr lang="en-US" b="1" dirty="0"/>
              <a:t>(1) 35 for 3      (2) 35 for 4 	(3) 35 for 6 	(4) 35 for 8 </a:t>
            </a:r>
            <a:r>
              <a:rPr lang="en-US" b="1" dirty="0">
                <a:solidFill>
                  <a:srgbClr val="FF0000"/>
                </a:solidFill>
              </a:rPr>
              <a:t>	(5) None of these</a:t>
            </a:r>
            <a:endParaRPr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2" name="Google Shape;272;p13"/>
          <p:cNvSpPr txBox="1">
            <a:spLocks noGrp="1"/>
          </p:cNvSpPr>
          <p:nvPr>
            <p:ph type="body" idx="4294967295"/>
          </p:nvPr>
        </p:nvSpPr>
        <p:spPr>
          <a:xfrm>
            <a:off x="0" y="1071563"/>
            <a:ext cx="11982450"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Q.9:</a:t>
            </a:r>
            <a:r>
              <a:rPr lang="en-US" b="1" dirty="0">
                <a:latin typeface="Arial Black"/>
                <a:ea typeface="Arial Black"/>
                <a:cs typeface="Arial Black"/>
                <a:sym typeface="Arial Black"/>
              </a:rPr>
              <a:t> </a:t>
            </a:r>
            <a:r>
              <a:rPr lang="en-US" b="1" dirty="0"/>
              <a:t>Deepak purchased some lemons. He purchased 5 lemons for 7. He sold all the lemons. If he sold 2 lemons for 3. What is the per cent profit in the whole transaction? </a:t>
            </a:r>
            <a:endParaRPr dirty="0"/>
          </a:p>
          <a:p>
            <a:pPr marL="228600" lvl="0" indent="-228600" algn="l" rtl="0">
              <a:lnSpc>
                <a:spcPct val="90000"/>
              </a:lnSpc>
              <a:spcBef>
                <a:spcPts val="1000"/>
              </a:spcBef>
              <a:spcAft>
                <a:spcPts val="0"/>
              </a:spcAft>
              <a:buClr>
                <a:schemeClr val="dk1"/>
              </a:buClr>
              <a:buSzPts val="2400"/>
              <a:buNone/>
            </a:pPr>
            <a:r>
              <a:rPr lang="en-US" b="1" dirty="0"/>
              <a:t>(1) 5% 	(2) 6% 	(3) 7% 	(4) 8% 	(5) None of these</a:t>
            </a:r>
            <a:r>
              <a:rPr lang="en-US" b="1" dirty="0">
                <a:latin typeface="Arial Black"/>
                <a:ea typeface="Arial Black"/>
                <a:cs typeface="Arial Black"/>
                <a:sym typeface="Arial Black"/>
              </a:rPr>
              <a:t> </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7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8" name="Google Shape;278;p75"/>
          <p:cNvSpPr txBox="1">
            <a:spLocks noGrp="1"/>
          </p:cNvSpPr>
          <p:nvPr>
            <p:ph type="body" idx="4294967295"/>
          </p:nvPr>
        </p:nvSpPr>
        <p:spPr>
          <a:xfrm>
            <a:off x="0" y="1071563"/>
            <a:ext cx="11982450"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Q.9:</a:t>
            </a:r>
            <a:r>
              <a:rPr lang="en-US" b="1" dirty="0">
                <a:latin typeface="Arial Black"/>
                <a:ea typeface="Arial Black"/>
                <a:cs typeface="Arial Black"/>
                <a:sym typeface="Arial Black"/>
              </a:rPr>
              <a:t> </a:t>
            </a:r>
            <a:r>
              <a:rPr lang="en-US" b="1" dirty="0"/>
              <a:t>Deepak purchased some lemons. He purchased 5 lemons for 7. He sold all the lemons. If he sold 2 lemons for 3. What is the per cent profit in the whole transaction? </a:t>
            </a:r>
            <a:endParaRPr dirty="0"/>
          </a:p>
          <a:p>
            <a:pPr marL="228600" lvl="0" indent="-228600" algn="l" rtl="0">
              <a:lnSpc>
                <a:spcPct val="90000"/>
              </a:lnSpc>
              <a:spcBef>
                <a:spcPts val="1000"/>
              </a:spcBef>
              <a:spcAft>
                <a:spcPts val="0"/>
              </a:spcAft>
              <a:buClr>
                <a:schemeClr val="dk1"/>
              </a:buClr>
              <a:buSzPts val="2400"/>
              <a:buNone/>
            </a:pPr>
            <a:r>
              <a:rPr lang="en-US" b="1" dirty="0"/>
              <a:t>(1) 5% 	(2) 6% 	(3) 7% 	(4) 8% 	</a:t>
            </a:r>
            <a:r>
              <a:rPr lang="en-US" b="1" dirty="0">
                <a:solidFill>
                  <a:srgbClr val="FF0000"/>
                </a:solidFill>
              </a:rPr>
              <a:t>(5) None of these</a:t>
            </a:r>
            <a:r>
              <a:rPr lang="en-US" b="1" dirty="0">
                <a:latin typeface="Arial Black"/>
                <a:ea typeface="Arial Black"/>
                <a:cs typeface="Arial Black"/>
                <a:sym typeface="Arial Black"/>
              </a:rPr>
              <a:t> </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4" name="Google Shape;284;p1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Q.10:</a:t>
            </a:r>
            <a:r>
              <a:rPr lang="en-US" b="1" dirty="0">
                <a:latin typeface="Arial Black"/>
                <a:ea typeface="Arial Black"/>
                <a:cs typeface="Arial Black"/>
                <a:sym typeface="Arial Black"/>
              </a:rPr>
              <a:t> </a:t>
            </a:r>
            <a:r>
              <a:rPr lang="en-US" b="1" dirty="0"/>
              <a:t>A person buys 100 toffees at 10 a rupee and 200 toffees at 5 a rupee. He mixes them together and sells at 4 a rupee. Find his per cent profit. </a:t>
            </a:r>
            <a:endParaRPr dirty="0"/>
          </a:p>
          <a:p>
            <a:pPr marL="228600" lvl="0" indent="-228600" algn="l" rtl="0">
              <a:lnSpc>
                <a:spcPct val="90000"/>
              </a:lnSpc>
              <a:spcBef>
                <a:spcPts val="1000"/>
              </a:spcBef>
              <a:spcAft>
                <a:spcPts val="0"/>
              </a:spcAft>
              <a:buClr>
                <a:schemeClr val="dk1"/>
              </a:buClr>
              <a:buSzPts val="2400"/>
              <a:buNone/>
            </a:pPr>
            <a:r>
              <a:rPr lang="en-US" b="1" dirty="0"/>
              <a:t>(1) 20% 	(2) 25% 	(3) 40% 	(4) 50% 	(5) None of these</a:t>
            </a:r>
            <a:endParaRPr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7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0" name="Google Shape;290;p7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Q.10:</a:t>
            </a:r>
            <a:r>
              <a:rPr lang="en-US" b="1" dirty="0">
                <a:latin typeface="Arial Black"/>
                <a:ea typeface="Arial Black"/>
                <a:cs typeface="Arial Black"/>
                <a:sym typeface="Arial Black"/>
              </a:rPr>
              <a:t> </a:t>
            </a:r>
            <a:r>
              <a:rPr lang="en-US" b="1" dirty="0"/>
              <a:t>A person buys 100 toffees at 10 a rupee and 200 toffees at 5 a rupee. He mixes them together and sells at 4 a rupee. Find his per cent profit. </a:t>
            </a:r>
            <a:endParaRPr dirty="0"/>
          </a:p>
          <a:p>
            <a:pPr marL="228600" lvl="0" indent="-228600" algn="l" rtl="0">
              <a:lnSpc>
                <a:spcPct val="90000"/>
              </a:lnSpc>
              <a:spcBef>
                <a:spcPts val="1000"/>
              </a:spcBef>
              <a:spcAft>
                <a:spcPts val="0"/>
              </a:spcAft>
              <a:buClr>
                <a:schemeClr val="dk1"/>
              </a:buClr>
              <a:buSzPts val="2400"/>
              <a:buNone/>
            </a:pPr>
            <a:r>
              <a:rPr lang="en-US" b="1" dirty="0"/>
              <a:t>(1) 20% 	(2) 25% 	(3) 40% 	</a:t>
            </a:r>
            <a:r>
              <a:rPr lang="en-US" b="1" dirty="0">
                <a:solidFill>
                  <a:srgbClr val="FF0000"/>
                </a:solidFill>
              </a:rPr>
              <a:t>(4) 50% </a:t>
            </a:r>
            <a:r>
              <a:rPr lang="en-US" b="1" dirty="0"/>
              <a:t>	(5) None of these</a:t>
            </a:r>
            <a:endParaRPr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6" name="Google Shape;296;p1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Q.11:</a:t>
            </a:r>
            <a:r>
              <a:rPr lang="en-US" b="1" dirty="0">
                <a:latin typeface="Arial Black"/>
                <a:ea typeface="Arial Black"/>
                <a:cs typeface="Arial Black"/>
                <a:sym typeface="Arial Black"/>
              </a:rPr>
              <a:t> </a:t>
            </a:r>
            <a:r>
              <a:rPr lang="en-US" b="1" dirty="0"/>
              <a:t>The profit earned by selling an article for 832 is equal to the loss incurred when the same article is sold for 448. What should be the sale price of the article for making 50 per cent profit? </a:t>
            </a:r>
            <a:endParaRPr dirty="0"/>
          </a:p>
          <a:p>
            <a:pPr marL="228600" lvl="0" indent="-228600" algn="l" rtl="0">
              <a:lnSpc>
                <a:spcPct val="90000"/>
              </a:lnSpc>
              <a:spcBef>
                <a:spcPts val="1000"/>
              </a:spcBef>
              <a:spcAft>
                <a:spcPts val="0"/>
              </a:spcAft>
              <a:buClr>
                <a:schemeClr val="dk1"/>
              </a:buClr>
              <a:buSzPts val="2400"/>
              <a:buNone/>
            </a:pPr>
            <a:r>
              <a:rPr lang="en-US" b="1" dirty="0"/>
              <a:t>(1) 960 	(2) 1060 	(3) 1200 	(4) 920 	(5) None of these</a:t>
            </a:r>
            <a:endParaRPr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2" name="Google Shape;302;p7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Q.11:</a:t>
            </a:r>
            <a:r>
              <a:rPr lang="en-US" b="1" dirty="0">
                <a:latin typeface="Arial Black"/>
                <a:ea typeface="Arial Black"/>
                <a:cs typeface="Arial Black"/>
                <a:sym typeface="Arial Black"/>
              </a:rPr>
              <a:t> </a:t>
            </a:r>
            <a:r>
              <a:rPr lang="en-US" b="1" dirty="0"/>
              <a:t>The profit earned by selling an article for 832 is equal to the loss incurred when the same article is sold for 448. What should be the sale price of the article for making 50 per cent profit?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960 </a:t>
            </a:r>
            <a:r>
              <a:rPr lang="en-US" b="1" dirty="0"/>
              <a:t>	(2) 1060 	(3) 1200 	(4) 920 	(5) None of these</a:t>
            </a:r>
            <a:endParaRPr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08" name="Google Shape;308;p1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Q.12:</a:t>
            </a:r>
            <a:r>
              <a:rPr lang="en-US" b="1" dirty="0">
                <a:latin typeface="Arial Black"/>
                <a:ea typeface="Arial Black"/>
                <a:cs typeface="Arial Black"/>
                <a:sym typeface="Arial Black"/>
              </a:rPr>
              <a:t> </a:t>
            </a:r>
            <a:r>
              <a:rPr lang="en-US" b="1" dirty="0"/>
              <a:t>The profit earned by selling an article for 900 is double the loss incurred when the same article is sold for 600. What should be the sale price of the article for making 40 per cent profit? </a:t>
            </a:r>
            <a:endParaRPr dirty="0"/>
          </a:p>
          <a:p>
            <a:pPr marL="228600" lvl="0" indent="-228600" algn="l" rtl="0">
              <a:lnSpc>
                <a:spcPct val="90000"/>
              </a:lnSpc>
              <a:spcBef>
                <a:spcPts val="1000"/>
              </a:spcBef>
              <a:spcAft>
                <a:spcPts val="0"/>
              </a:spcAft>
              <a:buClr>
                <a:schemeClr val="dk1"/>
              </a:buClr>
              <a:buSzPts val="2400"/>
              <a:buNone/>
            </a:pPr>
            <a:r>
              <a:rPr lang="en-US" b="1" dirty="0"/>
              <a:t>(1) 980 	(2) 1080 	(3) 1200 	(4) 700 	(5) None of these</a:t>
            </a:r>
            <a:r>
              <a:rPr lang="en-US" b="1" dirty="0">
                <a:latin typeface="Arial Black"/>
                <a:ea typeface="Arial Black"/>
                <a:cs typeface="Arial Black"/>
                <a:sym typeface="Arial Black"/>
              </a:rPr>
              <a:t> </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7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14" name="Google Shape;314;p7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Q.12:</a:t>
            </a:r>
            <a:r>
              <a:rPr lang="en-US" b="1" dirty="0">
                <a:latin typeface="Arial Black"/>
                <a:ea typeface="Arial Black"/>
                <a:cs typeface="Arial Black"/>
                <a:sym typeface="Arial Black"/>
              </a:rPr>
              <a:t> </a:t>
            </a:r>
            <a:r>
              <a:rPr lang="en-US" b="1" dirty="0"/>
              <a:t>The profit earned by selling an article for 900 is double the loss incurred when the same article is sold for 600. What should be the sale price of the article for making 40 per cent profit?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980 </a:t>
            </a:r>
            <a:r>
              <a:rPr lang="en-US" b="1" dirty="0"/>
              <a:t>	(2) 1080 	(3) 1200 	(4) 700 	(5) None of these</a:t>
            </a:r>
            <a:r>
              <a:rPr lang="en-US" b="1" dirty="0">
                <a:latin typeface="Arial Black"/>
                <a:ea typeface="Arial Black"/>
                <a:cs typeface="Arial Black"/>
                <a:sym typeface="Arial Black"/>
              </a:rPr>
              <a:t> </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20" name="Google Shape;320;p1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Q.13: </a:t>
            </a:r>
            <a:r>
              <a:rPr lang="en-US" b="1" dirty="0"/>
              <a:t>A dishonest fruit vendor professes to sell his goods at cost price but he uses a weight of 800 g. for the kg. weight. Find his gain per cent. </a:t>
            </a:r>
            <a:endParaRPr dirty="0"/>
          </a:p>
          <a:p>
            <a:pPr marL="228600" lvl="0" indent="-228600" algn="l" rtl="0">
              <a:lnSpc>
                <a:spcPct val="90000"/>
              </a:lnSpc>
              <a:spcBef>
                <a:spcPts val="1000"/>
              </a:spcBef>
              <a:spcAft>
                <a:spcPts val="0"/>
              </a:spcAft>
              <a:buClr>
                <a:schemeClr val="dk1"/>
              </a:buClr>
              <a:buSzPts val="2400"/>
              <a:buNone/>
            </a:pPr>
            <a:r>
              <a:rPr lang="en-US" b="1" dirty="0"/>
              <a:t>(1) 20% 	(2) 40% 	(3) 25% 	(4) 50% 	(5) None of these</a:t>
            </a:r>
            <a:endParaRPr b="1"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7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26" name="Google Shape;326;p7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Q.13: </a:t>
            </a:r>
            <a:r>
              <a:rPr lang="en-US" b="1" dirty="0"/>
              <a:t>A dishonest fruit vendor professes to sell his goods at cost price but he uses a weight of 800 g. for the kg. weight. Find his gain per cent. </a:t>
            </a:r>
            <a:endParaRPr dirty="0"/>
          </a:p>
          <a:p>
            <a:pPr marL="228600" lvl="0" indent="-228600" algn="l" rtl="0">
              <a:lnSpc>
                <a:spcPct val="90000"/>
              </a:lnSpc>
              <a:spcBef>
                <a:spcPts val="1000"/>
              </a:spcBef>
              <a:spcAft>
                <a:spcPts val="0"/>
              </a:spcAft>
              <a:buClr>
                <a:schemeClr val="dk1"/>
              </a:buClr>
              <a:buSzPts val="2400"/>
              <a:buNone/>
            </a:pPr>
            <a:r>
              <a:rPr lang="en-US" b="1" dirty="0"/>
              <a:t>(1) 20% 	(2) 40% 	</a:t>
            </a:r>
            <a:r>
              <a:rPr lang="en-US" b="1" dirty="0">
                <a:solidFill>
                  <a:srgbClr val="FF0000"/>
                </a:solidFill>
              </a:rPr>
              <a:t>(3) 25% </a:t>
            </a:r>
            <a:r>
              <a:rPr lang="en-US" b="1" dirty="0"/>
              <a:t>	(4) 50% 	(5) None of these</a:t>
            </a:r>
            <a:endParaRPr b="1"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32" name="Google Shape;332;p1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Q.14:</a:t>
            </a:r>
            <a:r>
              <a:rPr lang="en-US" b="1" dirty="0">
                <a:latin typeface="Arial Black"/>
                <a:ea typeface="Arial Black"/>
                <a:cs typeface="Arial Black"/>
                <a:sym typeface="Arial Black"/>
              </a:rPr>
              <a:t> </a:t>
            </a:r>
            <a:r>
              <a:rPr lang="en-US" b="1" dirty="0"/>
              <a:t>A dishonest fruit vendor professes to sell his goods at a profit of 10% but he uses a weight of 16 gram for 20 gram. Find his gain per cent. </a:t>
            </a:r>
            <a:endParaRPr dirty="0"/>
          </a:p>
          <a:p>
            <a:pPr marL="228600" lvl="0" indent="-228600" algn="l" rtl="0">
              <a:lnSpc>
                <a:spcPct val="90000"/>
              </a:lnSpc>
              <a:spcBef>
                <a:spcPts val="1000"/>
              </a:spcBef>
              <a:spcAft>
                <a:spcPts val="0"/>
              </a:spcAft>
              <a:buClr>
                <a:schemeClr val="dk1"/>
              </a:buClr>
              <a:buSzPts val="2400"/>
              <a:buNone/>
            </a:pPr>
            <a:r>
              <a:rPr lang="en-US" b="1" dirty="0"/>
              <a:t>(1) 14% 	(2) 24% 	(3) 35% 	(4) 37.5% 	 (5) None of these</a:t>
            </a:r>
            <a:endParaRPr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8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38" name="Google Shape;338;p80"/>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Q.14:</a:t>
            </a:r>
            <a:r>
              <a:rPr lang="en-US" b="1" dirty="0">
                <a:latin typeface="Arial Black"/>
                <a:ea typeface="Arial Black"/>
                <a:cs typeface="Arial Black"/>
                <a:sym typeface="Arial Black"/>
              </a:rPr>
              <a:t> </a:t>
            </a:r>
            <a:r>
              <a:rPr lang="en-US" b="1" dirty="0"/>
              <a:t>A dishonest fruit vendor professes to sell his goods at a profit of 10% but he uses a weight of 16 gram for 20 gram. Find his gain per cent. </a:t>
            </a:r>
            <a:endParaRPr dirty="0"/>
          </a:p>
          <a:p>
            <a:pPr marL="228600" lvl="0" indent="-228600" algn="l" rtl="0">
              <a:lnSpc>
                <a:spcPct val="90000"/>
              </a:lnSpc>
              <a:spcBef>
                <a:spcPts val="1000"/>
              </a:spcBef>
              <a:spcAft>
                <a:spcPts val="0"/>
              </a:spcAft>
              <a:buClr>
                <a:schemeClr val="dk1"/>
              </a:buClr>
              <a:buSzPts val="2400"/>
              <a:buNone/>
            </a:pPr>
            <a:r>
              <a:rPr lang="en-US" b="1" dirty="0"/>
              <a:t>(1) 14% 	(2) 24% 	(3) 35% 	</a:t>
            </a:r>
            <a:r>
              <a:rPr lang="en-US" b="1" dirty="0">
                <a:solidFill>
                  <a:srgbClr val="FF0000"/>
                </a:solidFill>
              </a:rPr>
              <a:t>(4) 37.5% </a:t>
            </a:r>
            <a:r>
              <a:rPr lang="en-US" b="1" dirty="0"/>
              <a:t>	 (5) None of these</a:t>
            </a:r>
            <a:endParaRPr dirty="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44" name="Google Shape;344;p1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Q.15:</a:t>
            </a:r>
            <a:r>
              <a:rPr lang="en-US" b="1" dirty="0">
                <a:latin typeface="Arial Black"/>
                <a:ea typeface="Arial Black"/>
                <a:cs typeface="Arial Black"/>
                <a:sym typeface="Arial Black"/>
              </a:rPr>
              <a:t> </a:t>
            </a:r>
            <a:r>
              <a:rPr lang="en-US" b="1" dirty="0"/>
              <a:t>A grocer sells rice at a profit of 20% and uses a weight which is 25% less. Find his total percentage gain. </a:t>
            </a:r>
            <a:endParaRPr dirty="0"/>
          </a:p>
          <a:p>
            <a:pPr marL="228600" lvl="0" indent="-228600" algn="l" rtl="0">
              <a:lnSpc>
                <a:spcPct val="90000"/>
              </a:lnSpc>
              <a:spcBef>
                <a:spcPts val="1000"/>
              </a:spcBef>
              <a:spcAft>
                <a:spcPts val="0"/>
              </a:spcAft>
              <a:buClr>
                <a:schemeClr val="dk1"/>
              </a:buClr>
              <a:buSzPts val="2400"/>
              <a:buNone/>
            </a:pPr>
            <a:r>
              <a:rPr lang="en-US" b="1" dirty="0"/>
              <a:t>(1) 50% 	(2) 55% 	(3) 60% 	(4) 65% 	(5) None of these</a:t>
            </a:r>
            <a:r>
              <a:rPr lang="en-US" b="1" dirty="0">
                <a:latin typeface="Arial Black"/>
                <a:ea typeface="Arial Black"/>
                <a:cs typeface="Arial Black"/>
                <a:sym typeface="Arial Black"/>
              </a:rPr>
              <a:t> </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8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50" name="Google Shape;350;p8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Q.15:</a:t>
            </a:r>
            <a:r>
              <a:rPr lang="en-US" b="1" dirty="0">
                <a:latin typeface="Arial Black"/>
                <a:ea typeface="Arial Black"/>
                <a:cs typeface="Arial Black"/>
                <a:sym typeface="Arial Black"/>
              </a:rPr>
              <a:t> </a:t>
            </a:r>
            <a:r>
              <a:rPr lang="en-US" b="1" dirty="0"/>
              <a:t>A grocer sells rice at a profit of 20% and uses a weight which is 25% less. Find his total percentage gain. </a:t>
            </a:r>
            <a:endParaRPr dirty="0"/>
          </a:p>
          <a:p>
            <a:pPr marL="228600" lvl="0" indent="-228600" algn="l" rtl="0">
              <a:lnSpc>
                <a:spcPct val="90000"/>
              </a:lnSpc>
              <a:spcBef>
                <a:spcPts val="1000"/>
              </a:spcBef>
              <a:spcAft>
                <a:spcPts val="0"/>
              </a:spcAft>
              <a:buClr>
                <a:schemeClr val="dk1"/>
              </a:buClr>
              <a:buSzPts val="2400"/>
              <a:buNone/>
            </a:pPr>
            <a:r>
              <a:rPr lang="en-US" b="1" dirty="0"/>
              <a:t>(1) 50% 	(2) 55% 	</a:t>
            </a:r>
            <a:r>
              <a:rPr lang="en-US" b="1" dirty="0">
                <a:solidFill>
                  <a:srgbClr val="FF0000"/>
                </a:solidFill>
              </a:rPr>
              <a:t>(3) 60% </a:t>
            </a:r>
            <a:r>
              <a:rPr lang="en-US" b="1" dirty="0"/>
              <a:t>	(4) 65% 	(5) None of these</a:t>
            </a:r>
            <a:r>
              <a:rPr lang="en-US" b="1" dirty="0">
                <a:latin typeface="Arial Black"/>
                <a:ea typeface="Arial Black"/>
                <a:cs typeface="Arial Black"/>
                <a:sym typeface="Arial Black"/>
              </a:rPr>
              <a:t> </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56" name="Google Shape;356;p20"/>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Q.16: </a:t>
            </a:r>
            <a:r>
              <a:rPr lang="en-US" b="1" dirty="0"/>
              <a:t>A cloth dealer professes to lose 20% on a certain garments, but he uses a </a:t>
            </a:r>
            <a:r>
              <a:rPr lang="en-US" b="1" dirty="0" err="1"/>
              <a:t>metre</a:t>
            </a:r>
            <a:r>
              <a:rPr lang="en-US" b="1" dirty="0"/>
              <a:t> having a length of 90 cm only and charges for the </a:t>
            </a:r>
            <a:r>
              <a:rPr lang="en-US" b="1" dirty="0" err="1"/>
              <a:t>metre</a:t>
            </a:r>
            <a:r>
              <a:rPr lang="en-US" b="1" dirty="0"/>
              <a:t>. Find his gain or loss per cent.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11(1/9)% gain 	(2) 11(1/9)% loss 	(3) 12.5% loss 	(4) 12.5% gain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r>
              <a:rPr lang="en-US" b="1" dirty="0">
                <a:latin typeface="Arial Black"/>
                <a:ea typeface="Arial Black"/>
                <a:cs typeface="Arial Black"/>
                <a:sym typeface="Arial Black"/>
              </a:rPr>
              <a:t> </a:t>
            </a:r>
            <a:endParaRPr b="1"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82"/>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62" name="Google Shape;362;p82"/>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Q.16: </a:t>
            </a:r>
            <a:r>
              <a:rPr lang="en-US" b="1" dirty="0"/>
              <a:t>A cloth dealer professes to lose 20% on a certain garments, but he uses a </a:t>
            </a:r>
            <a:r>
              <a:rPr lang="en-US" b="1" dirty="0" err="1"/>
              <a:t>metre</a:t>
            </a:r>
            <a:r>
              <a:rPr lang="en-US" b="1" dirty="0"/>
              <a:t> having a length of 90 cm only and charges for the </a:t>
            </a:r>
            <a:r>
              <a:rPr lang="en-US" b="1" dirty="0" err="1"/>
              <a:t>metre</a:t>
            </a:r>
            <a:r>
              <a:rPr lang="en-US" b="1" dirty="0"/>
              <a:t>. Find his gain or loss per cent. </a:t>
            </a:r>
            <a:endParaRPr dirty="0"/>
          </a:p>
          <a:p>
            <a:pPr marL="457200" lvl="0" indent="-457200" algn="l" rtl="0">
              <a:lnSpc>
                <a:spcPct val="90000"/>
              </a:lnSpc>
              <a:spcBef>
                <a:spcPts val="1000"/>
              </a:spcBef>
              <a:spcAft>
                <a:spcPts val="0"/>
              </a:spcAft>
              <a:buClr>
                <a:schemeClr val="dk1"/>
              </a:buClr>
              <a:buSzPts val="2400"/>
              <a:buNone/>
            </a:pPr>
            <a:r>
              <a:rPr lang="en-US" b="1" dirty="0">
                <a:solidFill>
                  <a:schemeClr val="tx1"/>
                </a:solidFill>
              </a:rPr>
              <a:t>(1) 11(1/9)% gain </a:t>
            </a:r>
            <a:r>
              <a:rPr lang="en-US" b="1" dirty="0">
                <a:solidFill>
                  <a:srgbClr val="FF0000"/>
                </a:solidFill>
              </a:rPr>
              <a:t>	(2) 11(1/9)% loss </a:t>
            </a:r>
            <a:r>
              <a:rPr lang="en-US" b="1" dirty="0"/>
              <a:t>	(3) 12.5% loss 	(4) 12.5% gain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r>
              <a:rPr lang="en-US" b="1" dirty="0">
                <a:latin typeface="Arial Black"/>
                <a:ea typeface="Arial Black"/>
                <a:cs typeface="Arial Black"/>
                <a:sym typeface="Arial Black"/>
              </a:rPr>
              <a:t> </a:t>
            </a:r>
            <a:endParaRPr b="1"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68" name="Google Shape;368;p2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Q.17:</a:t>
            </a:r>
            <a:r>
              <a:rPr lang="en-US" b="1" dirty="0"/>
              <a:t> A tradesman defrauds to the extent of 10% in buying goods and also defrauds to the extent of 10% in selling. His gain per cent is–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21% gain 	(2) 19% gain 	(3) 20% gain 	(4) 22(2/9)% gain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8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74" name="Google Shape;374;p8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Q.17:</a:t>
            </a:r>
            <a:r>
              <a:rPr lang="en-US" b="1" dirty="0"/>
              <a:t> A tradesman defrauds to the extent of 10% in buying goods and also defrauds to the extent of 10% in selling. His gain per cent is–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21% gain 	(2) 19% gain 	(3) 20% gain 	</a:t>
            </a:r>
            <a:r>
              <a:rPr lang="en-US" b="1" dirty="0">
                <a:solidFill>
                  <a:srgbClr val="FF0000"/>
                </a:solidFill>
              </a:rPr>
              <a:t>(4) 22(2/9)% gain </a:t>
            </a:r>
            <a:endParaRPr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b="1" dirty="0"/>
              <a:t>(5) None of these</a:t>
            </a:r>
            <a:endParaRPr b="1"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4"/>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04" name="Google Shape;404;p2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Q.18: </a:t>
            </a:r>
            <a:r>
              <a:rPr lang="en-US" b="1" dirty="0" err="1"/>
              <a:t>Rishav</a:t>
            </a:r>
            <a:r>
              <a:rPr lang="en-US" b="1" dirty="0"/>
              <a:t> marks his goods 30% above the cost price but allows 30% discount for cash payment. If he sells the article for 2730, find his cost price. (1) 3500 	(2) 2800 	(3) 2950 	(4) 3000 	(5) None of these</a:t>
            </a:r>
            <a:endParaRPr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8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10" name="Google Shape;410;p8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Q.18: </a:t>
            </a:r>
            <a:r>
              <a:rPr lang="en-US" b="1" dirty="0" err="1"/>
              <a:t>Rishav</a:t>
            </a:r>
            <a:r>
              <a:rPr lang="en-US" b="1" dirty="0"/>
              <a:t> marks his goods 30% above the cost price but allows 30% discount for cash payment. If he sells the article for 2730, find his cost price. (1) 3500 	(2) 2800 	(3) 2950 	</a:t>
            </a:r>
            <a:r>
              <a:rPr lang="en-US" b="1" dirty="0">
                <a:solidFill>
                  <a:srgbClr val="FF0000"/>
                </a:solidFill>
              </a:rPr>
              <a:t>(4) 3000 </a:t>
            </a:r>
            <a:r>
              <a:rPr lang="en-US" b="1" dirty="0"/>
              <a:t>	(5) None of these</a:t>
            </a:r>
            <a:endParaRPr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2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16" name="Google Shape;416;p2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Q.19: </a:t>
            </a:r>
            <a:r>
              <a:rPr lang="en-US" b="1" dirty="0"/>
              <a:t>A dealer wants to earn 20% profit on an article after offering 25% discount to the customer. If the cost price of an item is 300, then the mark price (label price) of the article would be– </a:t>
            </a:r>
            <a:endParaRPr dirty="0"/>
          </a:p>
          <a:p>
            <a:pPr marL="228600" lvl="0" indent="-228600" algn="l" rtl="0">
              <a:lnSpc>
                <a:spcPct val="90000"/>
              </a:lnSpc>
              <a:spcBef>
                <a:spcPts val="1000"/>
              </a:spcBef>
              <a:spcAft>
                <a:spcPts val="0"/>
              </a:spcAft>
              <a:buClr>
                <a:schemeClr val="dk1"/>
              </a:buClr>
              <a:buSzPts val="2400"/>
              <a:buNone/>
            </a:pPr>
            <a:r>
              <a:rPr lang="en-US" b="1" dirty="0"/>
              <a:t>(1) 480 	(2) 435 	(3) 580 	(4) 600 	(5) None of these</a:t>
            </a:r>
            <a:endParaRPr dirty="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8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22" name="Google Shape;422;p8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Q.19: </a:t>
            </a:r>
            <a:r>
              <a:rPr lang="en-US" b="1" dirty="0"/>
              <a:t>A dealer wants to earn 20% profit on an article after offering 25% discount to the customer. If the cost price of an item is 300, then the mark price (label price) of the article would be–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480 </a:t>
            </a:r>
            <a:r>
              <a:rPr lang="en-US" b="1" dirty="0"/>
              <a:t>	(2) 435 	(3) 580 	(4) 600 	(5) None of these</a:t>
            </a:r>
            <a:endParaRPr dirty="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2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40" name="Google Shape;440;p2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Q.20:</a:t>
            </a:r>
            <a:r>
              <a:rPr lang="en-US" b="1" dirty="0">
                <a:latin typeface="Arial Black"/>
                <a:ea typeface="Arial Black"/>
                <a:cs typeface="Arial Black"/>
                <a:sym typeface="Arial Black"/>
              </a:rPr>
              <a:t> </a:t>
            </a:r>
            <a:r>
              <a:rPr lang="en-US" b="1" dirty="0"/>
              <a:t>If a discount of 20% is given on the marked price of an article, the shopkeeper gets a profit of 60%. Find his per cent profit if he offers a discount of 25% on the same article. </a:t>
            </a:r>
            <a:endParaRPr dirty="0"/>
          </a:p>
          <a:p>
            <a:pPr marL="228600" lvl="0" indent="-228600" algn="l" rtl="0">
              <a:lnSpc>
                <a:spcPct val="90000"/>
              </a:lnSpc>
              <a:spcBef>
                <a:spcPts val="1000"/>
              </a:spcBef>
              <a:spcAft>
                <a:spcPts val="0"/>
              </a:spcAft>
              <a:buClr>
                <a:schemeClr val="dk1"/>
              </a:buClr>
              <a:buSzPts val="2400"/>
              <a:buNone/>
            </a:pPr>
            <a:r>
              <a:rPr lang="en-US" b="1" dirty="0"/>
              <a:t>(1) 20% 	(2) 30% 	(3) 50% 	(4) 75% 	(5) None of these</a:t>
            </a:r>
            <a:endParaRPr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8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46" name="Google Shape;446;p8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Q.20:</a:t>
            </a:r>
            <a:r>
              <a:rPr lang="en-US" b="1" dirty="0">
                <a:latin typeface="Arial Black"/>
                <a:ea typeface="Arial Black"/>
                <a:cs typeface="Arial Black"/>
                <a:sym typeface="Arial Black"/>
              </a:rPr>
              <a:t> </a:t>
            </a:r>
            <a:r>
              <a:rPr lang="en-US" b="1" dirty="0"/>
              <a:t>If a discount of 20% is given on the marked price of an article, the shopkeeper gets a profit of 60%. Find his per cent profit if he offers a discount of 25% on the same article. </a:t>
            </a:r>
            <a:endParaRPr dirty="0"/>
          </a:p>
          <a:p>
            <a:pPr marL="228600" lvl="0" indent="-228600" algn="l" rtl="0">
              <a:lnSpc>
                <a:spcPct val="90000"/>
              </a:lnSpc>
              <a:spcBef>
                <a:spcPts val="1000"/>
              </a:spcBef>
              <a:spcAft>
                <a:spcPts val="0"/>
              </a:spcAft>
              <a:buClr>
                <a:schemeClr val="dk1"/>
              </a:buClr>
              <a:buSzPts val="2400"/>
              <a:buNone/>
            </a:pPr>
            <a:r>
              <a:rPr lang="en-US" b="1" dirty="0"/>
              <a:t>(1) 20% 	(2) 30% 	</a:t>
            </a:r>
            <a:r>
              <a:rPr lang="en-US" b="1" dirty="0">
                <a:solidFill>
                  <a:srgbClr val="FF0000"/>
                </a:solidFill>
              </a:rPr>
              <a:t>(3) 50% </a:t>
            </a:r>
            <a:r>
              <a:rPr lang="en-US" b="1" dirty="0"/>
              <a:t>	(4) 75% 	(5) None of these</a:t>
            </a:r>
            <a:endParaRPr b="1"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64" name="Google Shape;464;p2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Q.21:</a:t>
            </a:r>
            <a:r>
              <a:rPr lang="en-US" b="1" dirty="0">
                <a:latin typeface="Arial Black"/>
                <a:ea typeface="Arial Black"/>
                <a:cs typeface="Arial Black"/>
                <a:sym typeface="Arial Black"/>
              </a:rPr>
              <a:t> </a:t>
            </a:r>
            <a:r>
              <a:rPr lang="en-US" b="1" dirty="0"/>
              <a:t>What will be the percentage profit after selling an article at label price if there is a loss of 20% when the article is sold at one third of the label price? </a:t>
            </a:r>
          </a:p>
          <a:p>
            <a:pPr marL="228600" lvl="0" indent="-228600" algn="l" rtl="0">
              <a:lnSpc>
                <a:spcPct val="90000"/>
              </a:lnSpc>
              <a:spcBef>
                <a:spcPts val="1000"/>
              </a:spcBef>
              <a:spcAft>
                <a:spcPts val="0"/>
              </a:spcAft>
              <a:buClr>
                <a:srgbClr val="FF0000"/>
              </a:buClr>
              <a:buSzPts val="2400"/>
              <a:buNone/>
            </a:pPr>
            <a:r>
              <a:rPr lang="en-US" b="1" dirty="0"/>
              <a:t>(1) 20% 	(2) 80% 	(3) 75% 	(4) 60% 	(5) None of these</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9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70" name="Google Shape;470;p9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Q.21:</a:t>
            </a:r>
            <a:r>
              <a:rPr lang="en-US" b="1" dirty="0">
                <a:latin typeface="Arial Black"/>
                <a:ea typeface="Arial Black"/>
                <a:cs typeface="Arial Black"/>
                <a:sym typeface="Arial Black"/>
              </a:rPr>
              <a:t> </a:t>
            </a:r>
            <a:r>
              <a:rPr lang="en-US" b="1" dirty="0"/>
              <a:t>What will be the percentage profit after selling an article at label price if there is a loss of 20% when the article is sold at one third of the label price? </a:t>
            </a:r>
          </a:p>
          <a:p>
            <a:pPr marL="228600" lvl="0" indent="-228600" algn="l" rtl="0">
              <a:lnSpc>
                <a:spcPct val="90000"/>
              </a:lnSpc>
              <a:spcBef>
                <a:spcPts val="1000"/>
              </a:spcBef>
              <a:spcAft>
                <a:spcPts val="0"/>
              </a:spcAft>
              <a:buClr>
                <a:srgbClr val="FF0000"/>
              </a:buClr>
              <a:buSzPts val="2400"/>
              <a:buNone/>
            </a:pPr>
            <a:r>
              <a:rPr lang="en-US" b="1" dirty="0"/>
              <a:t>(1) 20% 	(2) 80% 	(3) 75% 	(4) 60% 	</a:t>
            </a:r>
            <a:r>
              <a:rPr lang="en-US" b="1" dirty="0">
                <a:solidFill>
                  <a:srgbClr val="FF0000"/>
                </a:solidFill>
              </a:rPr>
              <a:t>(5) None of these</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76" name="Google Shape;476;p30"/>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Q.22:</a:t>
            </a:r>
            <a:r>
              <a:rPr lang="en-US" b="1" dirty="0">
                <a:latin typeface="Arial Black"/>
                <a:ea typeface="Arial Black"/>
                <a:cs typeface="Arial Black"/>
                <a:sym typeface="Arial Black"/>
              </a:rPr>
              <a:t> </a:t>
            </a:r>
            <a:r>
              <a:rPr lang="en-US" b="1" dirty="0"/>
              <a:t>I sell 12 articles for the same money as I paid for 10. What is my loss in per cent? </a:t>
            </a:r>
            <a:endParaRPr dirty="0"/>
          </a:p>
          <a:p>
            <a:pPr marL="228600" lvl="0" indent="-228600" algn="l" rtl="0">
              <a:lnSpc>
                <a:spcPct val="90000"/>
              </a:lnSpc>
              <a:spcBef>
                <a:spcPts val="1000"/>
              </a:spcBef>
              <a:spcAft>
                <a:spcPts val="0"/>
              </a:spcAft>
              <a:buClr>
                <a:schemeClr val="dk1"/>
              </a:buClr>
              <a:buSzPts val="2400"/>
              <a:buNone/>
            </a:pPr>
            <a:r>
              <a:rPr lang="en-US" b="1" dirty="0"/>
              <a:t>(1) 20% 	(2) 25% 	(3) 30% 	(4) 35% 	(5) None of these</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92"/>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82" name="Google Shape;482;p92"/>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Q.22:</a:t>
            </a:r>
            <a:r>
              <a:rPr lang="en-US" b="1" dirty="0">
                <a:latin typeface="Arial Black"/>
                <a:ea typeface="Arial Black"/>
                <a:cs typeface="Arial Black"/>
                <a:sym typeface="Arial Black"/>
              </a:rPr>
              <a:t> </a:t>
            </a:r>
            <a:r>
              <a:rPr lang="en-US" b="1" dirty="0"/>
              <a:t>I sell 12 articles for the same money as I paid for 10. What is my loss in per cent? </a:t>
            </a:r>
            <a:endParaRPr dirty="0"/>
          </a:p>
          <a:p>
            <a:pPr marL="228600" lvl="0" indent="-228600" algn="l" rtl="0">
              <a:lnSpc>
                <a:spcPct val="90000"/>
              </a:lnSpc>
              <a:spcBef>
                <a:spcPts val="1000"/>
              </a:spcBef>
              <a:spcAft>
                <a:spcPts val="0"/>
              </a:spcAft>
              <a:buClr>
                <a:schemeClr val="dk1"/>
              </a:buClr>
              <a:buSzPts val="2400"/>
              <a:buNone/>
            </a:pPr>
            <a:r>
              <a:rPr lang="en-US" b="1" dirty="0"/>
              <a:t>(1) 20% 	(2) 25% 	(3) 30% 	(4) 35% 	</a:t>
            </a:r>
            <a:r>
              <a:rPr lang="en-US" b="1" dirty="0">
                <a:solidFill>
                  <a:srgbClr val="FF0000"/>
                </a:solidFill>
              </a:rPr>
              <a:t>(5) None of these</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3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88" name="Google Shape;488;p3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Q.23:</a:t>
            </a:r>
            <a:r>
              <a:rPr lang="en-US" b="1" dirty="0">
                <a:latin typeface="Arial Black"/>
                <a:ea typeface="Arial Black"/>
                <a:cs typeface="Arial Black"/>
                <a:sym typeface="Arial Black"/>
              </a:rPr>
              <a:t> </a:t>
            </a:r>
            <a:r>
              <a:rPr lang="en-US" b="1" dirty="0"/>
              <a:t>By selling 75 meters of cloth, I gain the selling price of 25 meters. Find the gain per cent. </a:t>
            </a:r>
            <a:endParaRPr dirty="0"/>
          </a:p>
          <a:p>
            <a:pPr marL="228600" lvl="0" indent="-228600" algn="l" rtl="0">
              <a:lnSpc>
                <a:spcPct val="90000"/>
              </a:lnSpc>
              <a:spcBef>
                <a:spcPts val="1000"/>
              </a:spcBef>
              <a:spcAft>
                <a:spcPts val="0"/>
              </a:spcAft>
              <a:buClr>
                <a:schemeClr val="dk1"/>
              </a:buClr>
              <a:buSzPts val="2400"/>
              <a:buNone/>
            </a:pPr>
            <a:r>
              <a:rPr lang="en-US" b="1" dirty="0"/>
              <a:t>(1) 33(1/3)% 		(2) 50% 	(3) 25% 	(4) 45% 	(5) None of these</a:t>
            </a:r>
            <a:endParaRPr b="1" dirty="0">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9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94" name="Google Shape;494;p9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Q.23:</a:t>
            </a:r>
            <a:r>
              <a:rPr lang="en-US" b="1" dirty="0">
                <a:latin typeface="Arial Black"/>
                <a:ea typeface="Arial Black"/>
                <a:cs typeface="Arial Black"/>
                <a:sym typeface="Arial Black"/>
              </a:rPr>
              <a:t> </a:t>
            </a:r>
            <a:r>
              <a:rPr lang="en-US" b="1" dirty="0"/>
              <a:t>By selling 75 meters of cloth, I gain the selling price of 25 meters. Find the gain per cent. </a:t>
            </a:r>
            <a:endParaRPr dirty="0"/>
          </a:p>
          <a:p>
            <a:pPr marL="228600" lvl="0" indent="-228600" algn="l" rtl="0">
              <a:lnSpc>
                <a:spcPct val="90000"/>
              </a:lnSpc>
              <a:spcBef>
                <a:spcPts val="1000"/>
              </a:spcBef>
              <a:spcAft>
                <a:spcPts val="0"/>
              </a:spcAft>
              <a:buClr>
                <a:schemeClr val="dk1"/>
              </a:buClr>
              <a:buSzPts val="2400"/>
              <a:buNone/>
            </a:pPr>
            <a:r>
              <a:rPr lang="en-US" b="1" dirty="0"/>
              <a:t>(1) 33(1/3)% 		</a:t>
            </a:r>
            <a:r>
              <a:rPr lang="en-US" b="1" dirty="0">
                <a:solidFill>
                  <a:srgbClr val="FF0000"/>
                </a:solidFill>
              </a:rPr>
              <a:t>(2) 50% </a:t>
            </a:r>
            <a:r>
              <a:rPr lang="en-US" b="1" dirty="0"/>
              <a:t>	(3) 25% 	(4) 45% 	(5) None of these</a:t>
            </a:r>
            <a:endParaRPr b="1" dirty="0">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12" name="Google Shape;512;p3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Q.24:</a:t>
            </a:r>
            <a:r>
              <a:rPr lang="en-US" b="1" dirty="0">
                <a:latin typeface="Arial Black"/>
                <a:ea typeface="Arial Black"/>
                <a:cs typeface="Arial Black"/>
                <a:sym typeface="Arial Black"/>
              </a:rPr>
              <a:t> </a:t>
            </a:r>
            <a:r>
              <a:rPr lang="en-US" b="1" dirty="0"/>
              <a:t>A chair was sold at a loss of 10 per cent. If it was sold for 84 more, there would have been a gain of 4 per cent. For how much was the chair sold? </a:t>
            </a:r>
            <a:endParaRPr dirty="0"/>
          </a:p>
          <a:p>
            <a:pPr marL="228600" lvl="0" indent="-228600" algn="l" rtl="0">
              <a:lnSpc>
                <a:spcPct val="90000"/>
              </a:lnSpc>
              <a:spcBef>
                <a:spcPts val="1000"/>
              </a:spcBef>
              <a:spcAft>
                <a:spcPts val="0"/>
              </a:spcAft>
              <a:buClr>
                <a:schemeClr val="dk1"/>
              </a:buClr>
              <a:buSzPts val="2400"/>
              <a:buNone/>
            </a:pPr>
            <a:r>
              <a:rPr lang="en-US" b="1" dirty="0"/>
              <a:t>(1) 600 	(2) 640 	(3) 540 	(4) 500 	(5) None of these</a:t>
            </a:r>
            <a:endParaRPr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9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18" name="Google Shape;518;p9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Q.24:</a:t>
            </a:r>
            <a:r>
              <a:rPr lang="en-US" b="1" dirty="0">
                <a:latin typeface="Arial Black"/>
                <a:ea typeface="Arial Black"/>
                <a:cs typeface="Arial Black"/>
                <a:sym typeface="Arial Black"/>
              </a:rPr>
              <a:t> </a:t>
            </a:r>
            <a:r>
              <a:rPr lang="en-US" b="1" dirty="0"/>
              <a:t>A chair was sold at a loss of 10 per cent. If it was sold for 84 more, there would have been a gain of 4 per cent. For how much was the chair sold? </a:t>
            </a:r>
            <a:endParaRPr dirty="0"/>
          </a:p>
          <a:p>
            <a:pPr marL="228600" lvl="0" indent="-228600" algn="l" rtl="0">
              <a:lnSpc>
                <a:spcPct val="90000"/>
              </a:lnSpc>
              <a:spcBef>
                <a:spcPts val="1000"/>
              </a:spcBef>
              <a:spcAft>
                <a:spcPts val="0"/>
              </a:spcAft>
              <a:buClr>
                <a:schemeClr val="dk1"/>
              </a:buClr>
              <a:buSzPts val="2400"/>
              <a:buNone/>
            </a:pPr>
            <a:r>
              <a:rPr lang="en-US" b="1" dirty="0"/>
              <a:t>(1) 600 	(2) 640 	</a:t>
            </a:r>
            <a:r>
              <a:rPr lang="en-US" b="1" dirty="0">
                <a:solidFill>
                  <a:srgbClr val="FF0000"/>
                </a:solidFill>
              </a:rPr>
              <a:t>(3) 540</a:t>
            </a:r>
            <a:r>
              <a:rPr lang="en-US" b="1" dirty="0"/>
              <a:t> 	(4) 500 	(5) None of these</a:t>
            </a:r>
            <a:endParaRPr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4"/>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24" name="Google Shape;524;p3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Q.25:</a:t>
            </a:r>
            <a:r>
              <a:rPr lang="en-US" b="1" dirty="0">
                <a:latin typeface="Arial Black"/>
                <a:ea typeface="Arial Black"/>
                <a:cs typeface="Arial Black"/>
                <a:sym typeface="Arial Black"/>
              </a:rPr>
              <a:t> </a:t>
            </a:r>
            <a:r>
              <a:rPr lang="en-US" b="1" dirty="0"/>
              <a:t>An article is sold at 50% profit. If its CP and SP are increased by 32 and 12 respectively, the percentage of profit becomes 10%. Find the cost price. </a:t>
            </a:r>
            <a:endParaRPr dirty="0"/>
          </a:p>
          <a:p>
            <a:pPr marL="228600" lvl="0" indent="-228600" algn="l" rtl="0">
              <a:lnSpc>
                <a:spcPct val="90000"/>
              </a:lnSpc>
              <a:spcBef>
                <a:spcPts val="1000"/>
              </a:spcBef>
              <a:spcAft>
                <a:spcPts val="0"/>
              </a:spcAft>
              <a:buClr>
                <a:schemeClr val="dk1"/>
              </a:buClr>
              <a:buSzPts val="2400"/>
              <a:buNone/>
            </a:pPr>
            <a:r>
              <a:rPr lang="en-US" b="1" dirty="0"/>
              <a:t>(1) 58 		(2) 60 		(3) 68 		(4) 54 		(5) None of these</a:t>
            </a:r>
            <a:endParaRPr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9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30" name="Google Shape;530;p9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Q.25:</a:t>
            </a:r>
            <a:r>
              <a:rPr lang="en-US" b="1" dirty="0">
                <a:latin typeface="Arial Black"/>
                <a:ea typeface="Arial Black"/>
                <a:cs typeface="Arial Black"/>
                <a:sym typeface="Arial Black"/>
              </a:rPr>
              <a:t> </a:t>
            </a:r>
            <a:r>
              <a:rPr lang="en-US" b="1" dirty="0"/>
              <a:t>An article is sold at 50% profit. If its CP and SP are increased by 32 and 12 respectively, the percentage of profit becomes 10%. Find the cost price.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58 	</a:t>
            </a:r>
            <a:r>
              <a:rPr lang="en-US" b="1" dirty="0"/>
              <a:t>	(2) 60 		(3) 68 		(4) 54 		(5) None of these</a:t>
            </a:r>
            <a:endParaRPr dirty="0">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36" name="Google Shape;536;p3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Q.26:</a:t>
            </a:r>
            <a:r>
              <a:rPr lang="en-US" b="1" dirty="0">
                <a:latin typeface="Arial Black"/>
                <a:ea typeface="Arial Black"/>
                <a:cs typeface="Arial Black"/>
                <a:sym typeface="Arial Black"/>
              </a:rPr>
              <a:t> </a:t>
            </a:r>
            <a:r>
              <a:rPr lang="en-US" b="1" dirty="0"/>
              <a:t>Two chairs and three tables cost 1025 and three chairs and two tables cost 1100. What is the difference between the cost of one table and that of one chair? </a:t>
            </a:r>
            <a:endParaRPr dirty="0"/>
          </a:p>
          <a:p>
            <a:pPr marL="228600" lvl="0" indent="-228600" algn="l" rtl="0">
              <a:lnSpc>
                <a:spcPct val="90000"/>
              </a:lnSpc>
              <a:spcBef>
                <a:spcPts val="1000"/>
              </a:spcBef>
              <a:spcAft>
                <a:spcPts val="0"/>
              </a:spcAft>
              <a:buClr>
                <a:schemeClr val="dk1"/>
              </a:buClr>
              <a:buSzPts val="2400"/>
              <a:buNone/>
            </a:pPr>
            <a:r>
              <a:rPr lang="en-US" b="1" dirty="0"/>
              <a:t>(1) 75 		(2) 35 		(3) 125 	(4) 100 	(5) None of these</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9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42" name="Google Shape;542;p9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Q.26:</a:t>
            </a:r>
            <a:r>
              <a:rPr lang="en-US" b="1" dirty="0">
                <a:latin typeface="Arial Black"/>
                <a:ea typeface="Arial Black"/>
                <a:cs typeface="Arial Black"/>
                <a:sym typeface="Arial Black"/>
              </a:rPr>
              <a:t> </a:t>
            </a:r>
            <a:r>
              <a:rPr lang="en-US" b="1" dirty="0"/>
              <a:t>Two chairs and three tables cost 1025 and three chairs and two tables cost 1100. What is the difference between the cost of one table and that of one chair?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75 </a:t>
            </a:r>
            <a:r>
              <a:rPr lang="en-US" b="1" dirty="0"/>
              <a:t>		(2) 35 		(3) 125 	(4) 100 	(5) None of these</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3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48" name="Google Shape;548;p3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Q.27: </a:t>
            </a:r>
            <a:r>
              <a:rPr lang="en-US" b="1" dirty="0"/>
              <a:t>A man buys two horses for 1550. He sells one so as to lose 23% and the other so as to gain 27%. On the whole he neither gains nor loses. What does each horse cost?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807, 743 		(2) 817, 733 		(3) 827, 723 		(4) 837, 713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9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54" name="Google Shape;554;p9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Q.27: </a:t>
            </a:r>
            <a:r>
              <a:rPr lang="en-US" b="1" dirty="0"/>
              <a:t>A man buys two horses for 1550. He sells one so as to lose 23% and the other so as to gain 27%. On the whole he neither gains nor loses. What does each horse cost?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807, 743 		(2) 817, 733 		(3) 827, 723 		</a:t>
            </a:r>
            <a:r>
              <a:rPr lang="en-US" b="1" dirty="0">
                <a:solidFill>
                  <a:srgbClr val="FF0000"/>
                </a:solidFill>
              </a:rPr>
              <a:t>(4) 837, 713 </a:t>
            </a:r>
            <a:endParaRPr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b="1" dirty="0"/>
              <a:t>(5) None of these</a:t>
            </a:r>
            <a:endParaRPr b="1" dirty="0">
              <a:solidFill>
                <a:srgbClr val="FF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3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60" name="Google Shape;560;p3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Q.28:</a:t>
            </a:r>
            <a:r>
              <a:rPr lang="en-US" b="1" dirty="0">
                <a:latin typeface="Arial Black"/>
                <a:ea typeface="Arial Black"/>
                <a:cs typeface="Arial Black"/>
                <a:sym typeface="Arial Black"/>
              </a:rPr>
              <a:t> </a:t>
            </a:r>
            <a:r>
              <a:rPr lang="en-US" b="1" dirty="0"/>
              <a:t>A person bought two watches for 960. He sold one at a loss of 20% and the other at a gain of 60% and he found that each watch was sold at the same price. Find the cost price of two watches.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640, 320 		(2) 540, 420 		(3) 440, 520 		(4) 650, 310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9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66" name="Google Shape;566;p9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Q.28:</a:t>
            </a:r>
            <a:r>
              <a:rPr lang="en-US" b="1" dirty="0">
                <a:latin typeface="Arial Black"/>
                <a:ea typeface="Arial Black"/>
                <a:cs typeface="Arial Black"/>
                <a:sym typeface="Arial Black"/>
              </a:rPr>
              <a:t> </a:t>
            </a:r>
            <a:r>
              <a:rPr lang="en-US" b="1" dirty="0"/>
              <a:t>A person bought two watches for 960. He sold one at a loss of 20% and the other at a gain of 60% and he found that each watch was sold at the same price. Find the cost price of two watches. </a:t>
            </a:r>
            <a:endParaRPr dirty="0"/>
          </a:p>
          <a:p>
            <a:pPr marL="457200" lvl="0" indent="-457200" algn="l" rtl="0">
              <a:lnSpc>
                <a:spcPct val="90000"/>
              </a:lnSpc>
              <a:spcBef>
                <a:spcPts val="1000"/>
              </a:spcBef>
              <a:spcAft>
                <a:spcPts val="0"/>
              </a:spcAft>
              <a:buClr>
                <a:schemeClr val="dk1"/>
              </a:buClr>
              <a:buSzPts val="2400"/>
              <a:buNone/>
            </a:pPr>
            <a:r>
              <a:rPr lang="en-US" b="1" dirty="0">
                <a:solidFill>
                  <a:srgbClr val="FF0000"/>
                </a:solidFill>
              </a:rPr>
              <a:t>(1) 640, 320 </a:t>
            </a:r>
            <a:r>
              <a:rPr lang="en-US" b="1" dirty="0"/>
              <a:t>		(2) 540, 420 		(3) 440, 520 		(4) 650, 310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solidFill>
                <a:srgbClr val="FF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3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72" name="Google Shape;572;p3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Q.29:</a:t>
            </a:r>
            <a:r>
              <a:rPr lang="en-US" b="1" dirty="0">
                <a:latin typeface="Arial Black"/>
                <a:ea typeface="Arial Black"/>
                <a:cs typeface="Arial Black"/>
                <a:sym typeface="Arial Black"/>
              </a:rPr>
              <a:t> </a:t>
            </a:r>
            <a:r>
              <a:rPr lang="en-US" b="1" dirty="0"/>
              <a:t>A man sells two articles, each for the same price 550. He earns 20% profit on the first and incurs 20% loss on the second. What would be his approximate overall per cent profit or percent loss?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 gain 		(2) 4% loss 		(3) 4.4% gain 	(4) 4.4% loss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solidFill>
                <a:srgbClr val="FF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10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78" name="Google Shape;578;p100"/>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Q.29:</a:t>
            </a:r>
            <a:r>
              <a:rPr lang="en-US" b="1" dirty="0">
                <a:latin typeface="Arial Black"/>
                <a:ea typeface="Arial Black"/>
                <a:cs typeface="Arial Black"/>
                <a:sym typeface="Arial Black"/>
              </a:rPr>
              <a:t> </a:t>
            </a:r>
            <a:r>
              <a:rPr lang="en-US" b="1" dirty="0"/>
              <a:t>A man sells two articles, each for the same price 550. He earns 20% profit on the first and incurs 20% loss on the second. What would be his approximate overall per cent profit or percent loss?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 gain 		</a:t>
            </a:r>
            <a:r>
              <a:rPr lang="en-US" b="1" dirty="0">
                <a:solidFill>
                  <a:srgbClr val="FF0000"/>
                </a:solidFill>
              </a:rPr>
              <a:t>(2) 4% loss </a:t>
            </a:r>
            <a:r>
              <a:rPr lang="en-US" b="1" dirty="0"/>
              <a:t>		(3) 4.4% gain 	(4) 4.4% loss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solidFill>
                <a:srgbClr val="FF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3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84" name="Google Shape;584;p39"/>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Q.30: </a:t>
            </a:r>
            <a:r>
              <a:rPr lang="en-US" b="1" dirty="0"/>
              <a:t>A man purchases two articles, each for the same price 600. He earns 20% profit on the first and incurs 20% loss on the second. What would be his approximate overall per cent profit or percent loss?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 gain 		(2) 4% loss 		(3) 4.4% gain 		(4) 4.4% loss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r>
              <a:rPr lang="en-US" b="1" dirty="0">
                <a:latin typeface="Arial Black"/>
                <a:ea typeface="Arial Black"/>
                <a:cs typeface="Arial Black"/>
                <a:sym typeface="Arial Black"/>
              </a:rPr>
              <a:t> </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endParaRPr dirty="0">
              <a:solidFill>
                <a:srgbClr val="FF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10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90" name="Google Shape;590;p10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Q.30: </a:t>
            </a:r>
            <a:r>
              <a:rPr lang="en-US" b="1" dirty="0"/>
              <a:t>A man purchases two articles, each for the same price 600. He earns 20% profit on the first and incurs 20% loss on the second. What would be his approximate overall per cent profit or percent loss?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 gain 		(2) 4% loss 		(3) 4.4% gain 		(4) 4.4% loss </a:t>
            </a:r>
            <a:endParaRPr dirty="0"/>
          </a:p>
          <a:p>
            <a:pPr marL="457200" lvl="0" indent="-457200" algn="l" rtl="0">
              <a:lnSpc>
                <a:spcPct val="90000"/>
              </a:lnSpc>
              <a:spcBef>
                <a:spcPts val="1000"/>
              </a:spcBef>
              <a:spcAft>
                <a:spcPts val="0"/>
              </a:spcAft>
              <a:buClr>
                <a:schemeClr val="dk1"/>
              </a:buClr>
              <a:buSzPts val="2400"/>
              <a:buNone/>
            </a:pPr>
            <a:r>
              <a:rPr lang="en-US" b="1" dirty="0">
                <a:solidFill>
                  <a:srgbClr val="FF0000"/>
                </a:solidFill>
              </a:rPr>
              <a:t>(5) None of these</a:t>
            </a:r>
            <a:r>
              <a:rPr lang="en-US" b="1" dirty="0">
                <a:solidFill>
                  <a:srgbClr val="FF0000"/>
                </a:solidFill>
                <a:latin typeface="Arial Black"/>
                <a:ea typeface="Arial Black"/>
                <a:cs typeface="Arial Black"/>
                <a:sym typeface="Arial Black"/>
              </a:rPr>
              <a:t> </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endParaRPr dirty="0">
              <a:solidFill>
                <a:srgbClr val="FF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40"/>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96" name="Google Shape;596;p40"/>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Q.31:</a:t>
            </a:r>
            <a:r>
              <a:rPr lang="en-US" b="1" dirty="0">
                <a:latin typeface="Arial Black"/>
                <a:ea typeface="Arial Black"/>
                <a:cs typeface="Arial Black"/>
                <a:sym typeface="Arial Black"/>
              </a:rPr>
              <a:t> </a:t>
            </a:r>
            <a:r>
              <a:rPr lang="en-US" b="1" dirty="0"/>
              <a:t>A man sells two horses for 11900. The cost price of the first is equal to the selling price of the second. If the first is sold at 30% loss and the second at 25% gain, what is his total gain or loss (in rupees)? </a:t>
            </a:r>
          </a:p>
          <a:p>
            <a:pPr marL="0" lvl="0" indent="0" algn="l" rtl="0">
              <a:lnSpc>
                <a:spcPct val="90000"/>
              </a:lnSpc>
              <a:spcBef>
                <a:spcPts val="1000"/>
              </a:spcBef>
              <a:spcAft>
                <a:spcPts val="0"/>
              </a:spcAft>
              <a:buClr>
                <a:srgbClr val="FF0000"/>
              </a:buClr>
              <a:buSzPts val="2400"/>
              <a:buNone/>
            </a:pPr>
            <a:r>
              <a:rPr lang="en-US" b="1" dirty="0"/>
              <a:t>(1) 600 loss 		(2) 700 loss 		(3) 750 gain 		(4) 700 gain </a:t>
            </a:r>
          </a:p>
          <a:p>
            <a:pPr marL="0" lvl="0" indent="0" algn="l" rtl="0">
              <a:lnSpc>
                <a:spcPct val="90000"/>
              </a:lnSpc>
              <a:spcBef>
                <a:spcPts val="1000"/>
              </a:spcBef>
              <a:spcAft>
                <a:spcPts val="0"/>
              </a:spcAft>
              <a:buClr>
                <a:srgbClr val="FF0000"/>
              </a:buClr>
              <a:buSzPts val="2400"/>
              <a:buNone/>
            </a:pPr>
            <a:r>
              <a:rPr lang="en-US" b="1" dirty="0"/>
              <a:t>(5) None of these</a:t>
            </a:r>
            <a:endParaRPr b="1" dirty="0">
              <a:solidFill>
                <a:srgbClr val="FF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102"/>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02" name="Google Shape;602;p102"/>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Q.31:</a:t>
            </a:r>
            <a:r>
              <a:rPr lang="en-US" b="1" dirty="0">
                <a:latin typeface="Arial Black"/>
                <a:ea typeface="Arial Black"/>
                <a:cs typeface="Arial Black"/>
                <a:sym typeface="Arial Black"/>
              </a:rPr>
              <a:t> </a:t>
            </a:r>
            <a:r>
              <a:rPr lang="en-US" b="1" dirty="0"/>
              <a:t>A man sells two horses for 11900. The cost price of the first is equal to the selling price of the second. If the first is sold at 30% loss and the second at 25% gain, what is his total gain or loss (in rupees)?</a:t>
            </a:r>
            <a:endParaRPr dirty="0"/>
          </a:p>
          <a:p>
            <a:pPr marL="228600" lvl="0" indent="-228600" algn="l" rtl="0">
              <a:lnSpc>
                <a:spcPct val="90000"/>
              </a:lnSpc>
              <a:spcBef>
                <a:spcPts val="1000"/>
              </a:spcBef>
              <a:spcAft>
                <a:spcPts val="0"/>
              </a:spcAft>
              <a:buClr>
                <a:srgbClr val="FF0000"/>
              </a:buClr>
              <a:buSzPts val="2400"/>
              <a:buNone/>
            </a:pPr>
            <a:r>
              <a:rPr lang="en-US" b="1" dirty="0"/>
              <a:t> (1) 600 loss  	</a:t>
            </a:r>
            <a:r>
              <a:rPr lang="en-US" b="1" dirty="0">
                <a:solidFill>
                  <a:srgbClr val="FF0000"/>
                </a:solidFill>
              </a:rPr>
              <a:t>(2) 700 loss  	</a:t>
            </a:r>
            <a:r>
              <a:rPr lang="en-US" b="1" dirty="0"/>
              <a:t>(3) 750 gain  	(4) 700 gain  </a:t>
            </a:r>
          </a:p>
          <a:p>
            <a:pPr marL="228600" lvl="0" indent="-228600" algn="l" rtl="0">
              <a:lnSpc>
                <a:spcPct val="90000"/>
              </a:lnSpc>
              <a:spcBef>
                <a:spcPts val="1000"/>
              </a:spcBef>
              <a:spcAft>
                <a:spcPts val="0"/>
              </a:spcAft>
              <a:buClr>
                <a:srgbClr val="FF0000"/>
              </a:buClr>
              <a:buSzPts val="2400"/>
              <a:buNone/>
            </a:pPr>
            <a:r>
              <a:rPr lang="en-US" b="1" dirty="0"/>
              <a:t>(5) None of these</a:t>
            </a:r>
            <a:endParaRPr b="1" dirty="0">
              <a:solidFill>
                <a:srgbClr val="FF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41"/>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08" name="Google Shape;608;p41"/>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Q.32:</a:t>
            </a:r>
            <a:r>
              <a:rPr lang="en-US" b="1" dirty="0"/>
              <a:t> A man bought a chair and sold it at a gain of 10%. If he had bought it at 20% less and sold it for 10 more, he would have gained 40%. Find the cost price of the chair. </a:t>
            </a:r>
            <a:endParaRPr dirty="0"/>
          </a:p>
          <a:p>
            <a:pPr marL="228600" lvl="0" indent="-228600" algn="l" rtl="0">
              <a:lnSpc>
                <a:spcPct val="90000"/>
              </a:lnSpc>
              <a:spcBef>
                <a:spcPts val="1000"/>
              </a:spcBef>
              <a:spcAft>
                <a:spcPts val="0"/>
              </a:spcAft>
              <a:buClr>
                <a:schemeClr val="dk1"/>
              </a:buClr>
              <a:buSzPts val="2400"/>
              <a:buNone/>
            </a:pPr>
            <a:r>
              <a:rPr lang="en-US" b="1" dirty="0"/>
              <a:t>(1) 500 	(2) 600 	(3) 550 	(4) 650 	(5) None of these</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103"/>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14" name="Google Shape;614;p103"/>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Q.32:</a:t>
            </a:r>
            <a:r>
              <a:rPr lang="en-US" b="1" dirty="0"/>
              <a:t> A man bought a chair and sold it at a gain of 10%. If he had bought it at 20% less and sold it for 10 more, he would have gained 40%. Find the cost price of the chair.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500 </a:t>
            </a:r>
            <a:r>
              <a:rPr lang="en-US" b="1" dirty="0"/>
              <a:t>	(2) 600 	(3) 550 	(4) 650 	(5) None of these</a:t>
            </a:r>
            <a:endParaRPr b="1"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endParaRPr dirty="0">
              <a:solidFill>
                <a:srgbClr val="FF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42"/>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20" name="Google Shape;620;p42"/>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Q.33:</a:t>
            </a:r>
            <a:r>
              <a:rPr lang="en-US" b="1" dirty="0">
                <a:latin typeface="Arial Black"/>
                <a:ea typeface="Arial Black"/>
                <a:cs typeface="Arial Black"/>
                <a:sym typeface="Arial Black"/>
              </a:rPr>
              <a:t> </a:t>
            </a:r>
            <a:r>
              <a:rPr lang="en-US" b="1" dirty="0"/>
              <a:t> 20 kg of potato costs as much as 5 kg of tomato, 12 kg tomato costs as much as 30 kg of onion, 15 kg of onion costs as much as 18 kg of cabbage. If 10 kg of cabbage costs 50. What would be the cost of 24 kg of potato? </a:t>
            </a:r>
            <a:endParaRPr dirty="0"/>
          </a:p>
          <a:p>
            <a:pPr marL="228600" lvl="0" indent="-228600" algn="l" rtl="0">
              <a:lnSpc>
                <a:spcPct val="90000"/>
              </a:lnSpc>
              <a:spcBef>
                <a:spcPts val="1000"/>
              </a:spcBef>
              <a:spcAft>
                <a:spcPts val="0"/>
              </a:spcAft>
              <a:buClr>
                <a:schemeClr val="dk1"/>
              </a:buClr>
              <a:buSzPts val="2400"/>
              <a:buNone/>
            </a:pPr>
            <a:r>
              <a:rPr lang="en-US" b="1" dirty="0"/>
              <a:t>(1) 90		 (2) 72 	(3) 108 	(4) 96 		(5) None of these</a:t>
            </a:r>
            <a:endParaRPr b="1" dirty="0">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104"/>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26" name="Google Shape;626;p104"/>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Q.33:</a:t>
            </a:r>
            <a:r>
              <a:rPr lang="en-US" b="1" dirty="0">
                <a:latin typeface="Arial Black"/>
                <a:ea typeface="Arial Black"/>
                <a:cs typeface="Arial Black"/>
                <a:sym typeface="Arial Black"/>
              </a:rPr>
              <a:t> </a:t>
            </a:r>
            <a:r>
              <a:rPr lang="en-US" b="1" dirty="0"/>
              <a:t> 20 kg of potato costs as much as 5 kg of tomato, 12 kg tomato costs as much as 30 kg of onion, 15 kg of onion costs as much as 18 kg of cabbage. If 10 kg of cabbage costs 50. What would be the cost of 24 kg of potato?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90	</a:t>
            </a:r>
            <a:r>
              <a:rPr lang="en-US" b="1" dirty="0"/>
              <a:t>	 (2) 72 	(3) 108 	(4) 96 	(5) None of these</a:t>
            </a:r>
            <a:endParaRPr b="1" dirty="0">
              <a:solidFill>
                <a:srgbClr val="FF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45"/>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56" name="Google Shape;656;p45"/>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Q.34:</a:t>
            </a:r>
            <a:r>
              <a:rPr lang="en-US" b="1" dirty="0">
                <a:latin typeface="Arial Black"/>
                <a:ea typeface="Arial Black"/>
                <a:cs typeface="Arial Black"/>
                <a:sym typeface="Arial Black"/>
              </a:rPr>
              <a:t> </a:t>
            </a:r>
            <a:r>
              <a:rPr lang="en-US" b="1" dirty="0"/>
              <a:t>A horse worth 8000 is sold by A to B at 20% loss. B sells the horse back to A at 20% gain. Find the value of loss amount. </a:t>
            </a:r>
            <a:endParaRPr dirty="0"/>
          </a:p>
          <a:p>
            <a:pPr marL="228600" lvl="0" indent="-228600" algn="l" rtl="0">
              <a:lnSpc>
                <a:spcPct val="90000"/>
              </a:lnSpc>
              <a:spcBef>
                <a:spcPts val="1000"/>
              </a:spcBef>
              <a:spcAft>
                <a:spcPts val="0"/>
              </a:spcAft>
              <a:buClr>
                <a:schemeClr val="dk1"/>
              </a:buClr>
              <a:buSzPts val="2400"/>
              <a:buNone/>
            </a:pPr>
            <a:r>
              <a:rPr lang="en-US" b="1" dirty="0"/>
              <a:t>(1) 1380 	(2) 2880 	(3) 1180 	(4) 1280 	(5) None of these</a:t>
            </a:r>
            <a:endParaRPr b="1" dirty="0">
              <a:solidFill>
                <a:srgbClr val="FF0000"/>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107"/>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62" name="Google Shape;662;p107"/>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Q.34:</a:t>
            </a:r>
            <a:r>
              <a:rPr lang="en-US" b="1" dirty="0">
                <a:latin typeface="Arial Black"/>
                <a:ea typeface="Arial Black"/>
                <a:cs typeface="Arial Black"/>
                <a:sym typeface="Arial Black"/>
              </a:rPr>
              <a:t> </a:t>
            </a:r>
            <a:r>
              <a:rPr lang="en-US" b="1" dirty="0"/>
              <a:t>A horse worth 8000 is sold by A to B at 20% loss. B sells the horse back to A at 20% gain. Find the value of loss amount. </a:t>
            </a:r>
            <a:endParaRPr dirty="0"/>
          </a:p>
          <a:p>
            <a:pPr marL="228600" lvl="0" indent="-228600" algn="l" rtl="0">
              <a:lnSpc>
                <a:spcPct val="90000"/>
              </a:lnSpc>
              <a:spcBef>
                <a:spcPts val="1000"/>
              </a:spcBef>
              <a:spcAft>
                <a:spcPts val="0"/>
              </a:spcAft>
              <a:buClr>
                <a:schemeClr val="dk1"/>
              </a:buClr>
              <a:buSzPts val="2400"/>
              <a:buNone/>
            </a:pPr>
            <a:r>
              <a:rPr lang="en-US" b="1" dirty="0"/>
              <a:t>(1) 1380 	</a:t>
            </a:r>
            <a:r>
              <a:rPr lang="en-US" b="1" dirty="0">
                <a:solidFill>
                  <a:schemeClr val="tx1"/>
                </a:solidFill>
              </a:rPr>
              <a:t>(2) 2880 </a:t>
            </a:r>
            <a:r>
              <a:rPr lang="en-US" b="1" dirty="0"/>
              <a:t>	(3) 1180 	</a:t>
            </a:r>
            <a:r>
              <a:rPr lang="en-US" b="1" dirty="0">
                <a:solidFill>
                  <a:srgbClr val="FF0000"/>
                </a:solidFill>
              </a:rPr>
              <a:t>(4) 1280 </a:t>
            </a:r>
            <a:r>
              <a:rPr lang="en-US" b="1" dirty="0"/>
              <a:t>	(5) None of these</a:t>
            </a:r>
            <a:endParaRPr b="1" dirty="0">
              <a:solidFill>
                <a:srgbClr val="FF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46"/>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68" name="Google Shape;668;p46"/>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Q.35:</a:t>
            </a:r>
            <a:r>
              <a:rPr lang="en-US" b="1" dirty="0">
                <a:latin typeface="Arial Black"/>
                <a:ea typeface="Arial Black"/>
                <a:cs typeface="Arial Black"/>
                <a:sym typeface="Arial Black"/>
              </a:rPr>
              <a:t> </a:t>
            </a:r>
            <a:r>
              <a:rPr lang="en-US" b="1" dirty="0"/>
              <a:t>A person sells his table at a profit of 25% and the chair at a loss of 20% but on the whole, he gains 18. On the other hand, if he sells the table at a loss of 20% and the chair at a profit of 25% then he neither gains nor loses. Find the cost price of the table and the chair. </a:t>
            </a:r>
            <a:endParaRPr dirty="0"/>
          </a:p>
          <a:p>
            <a:pPr marL="228600" lvl="0" indent="-228600" algn="l" rtl="0">
              <a:lnSpc>
                <a:spcPct val="90000"/>
              </a:lnSpc>
              <a:spcBef>
                <a:spcPts val="1000"/>
              </a:spcBef>
              <a:spcAft>
                <a:spcPts val="0"/>
              </a:spcAft>
              <a:buClr>
                <a:schemeClr val="dk1"/>
              </a:buClr>
              <a:buSzPts val="2400"/>
              <a:buNone/>
            </a:pPr>
            <a:r>
              <a:rPr lang="en-US" b="1" dirty="0"/>
              <a:t>(1) 200, 160 		(2) 160, 200 		(3) 250, 180 		(4) 210, 170 	</a:t>
            </a:r>
          </a:p>
          <a:p>
            <a:pPr marL="228600" lvl="0" indent="-228600" algn="l" rtl="0">
              <a:lnSpc>
                <a:spcPct val="90000"/>
              </a:lnSpc>
              <a:spcBef>
                <a:spcPts val="1000"/>
              </a:spcBef>
              <a:spcAft>
                <a:spcPts val="0"/>
              </a:spcAft>
              <a:buClr>
                <a:schemeClr val="dk1"/>
              </a:buClr>
              <a:buSzPts val="2400"/>
              <a:buNone/>
            </a:pPr>
            <a:r>
              <a:rPr lang="en-US" b="1" dirty="0"/>
              <a:t>(5) None of these</a:t>
            </a:r>
            <a:endParaRPr dirty="0">
              <a:solidFill>
                <a:srgbClr val="FF0000"/>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108"/>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674" name="Google Shape;674;p108"/>
          <p:cNvSpPr txBox="1">
            <a:spLocks noGrp="1"/>
          </p:cNvSpPr>
          <p:nvPr>
            <p:ph type="body" idx="4294967295"/>
          </p:nvPr>
        </p:nvSpPr>
        <p:spPr>
          <a:xfrm>
            <a:off x="0" y="1071563"/>
            <a:ext cx="11733213" cy="53451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b="1" dirty="0">
                <a:latin typeface="Arial Black"/>
                <a:ea typeface="Arial Black"/>
                <a:cs typeface="Arial Black"/>
                <a:sym typeface="Arial Black"/>
              </a:rPr>
              <a:t>  PROFIT AND LOSS</a:t>
            </a:r>
            <a:endParaRPr dirty="0"/>
          </a:p>
          <a:p>
            <a:pPr marL="228600" lvl="0" indent="-228600" algn="l" rtl="0">
              <a:lnSpc>
                <a:spcPct val="90000"/>
              </a:lnSpc>
              <a:spcBef>
                <a:spcPts val="1000"/>
              </a:spcBef>
              <a:spcAft>
                <a:spcPts val="0"/>
              </a:spcAft>
              <a:buClr>
                <a:srgbClr val="FF0000"/>
              </a:buClr>
              <a:buSzPts val="2400"/>
              <a:buNone/>
            </a:pPr>
            <a:r>
              <a:rPr lang="en-US" b="1" dirty="0">
                <a:solidFill>
                  <a:srgbClr val="FF0000"/>
                </a:solidFill>
                <a:latin typeface="Arial Black"/>
                <a:ea typeface="Arial Black"/>
                <a:cs typeface="Arial Black"/>
                <a:sym typeface="Arial Black"/>
              </a:rPr>
              <a:t>Q.35:</a:t>
            </a:r>
            <a:r>
              <a:rPr lang="en-US" b="1" dirty="0">
                <a:latin typeface="Arial Black"/>
                <a:ea typeface="Arial Black"/>
                <a:cs typeface="Arial Black"/>
                <a:sym typeface="Arial Black"/>
              </a:rPr>
              <a:t> </a:t>
            </a:r>
            <a:r>
              <a:rPr lang="en-US" b="1" dirty="0"/>
              <a:t>A person sells his table at a profit of 25% and the chair at a loss of 20% but on the whole, he gains 18. On the other hand, if he sells the table at a loss of 20% and the chair at a profit of 25% then he neither gains nor loses. Find the cost price of the table and the chair.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200, 160 </a:t>
            </a:r>
            <a:r>
              <a:rPr lang="en-US" b="1" dirty="0"/>
              <a:t>		</a:t>
            </a:r>
            <a:r>
              <a:rPr lang="en-US" b="1" dirty="0">
                <a:solidFill>
                  <a:schemeClr val="tx1"/>
                </a:solidFill>
              </a:rPr>
              <a:t>(2) 160, 200 </a:t>
            </a:r>
            <a:r>
              <a:rPr lang="en-US" b="1" dirty="0"/>
              <a:t>		(3) 250, 180 		(4) 210, 170 	</a:t>
            </a:r>
          </a:p>
          <a:p>
            <a:pPr marL="228600" lvl="0" indent="-228600" algn="l" rtl="0">
              <a:lnSpc>
                <a:spcPct val="90000"/>
              </a:lnSpc>
              <a:spcBef>
                <a:spcPts val="1000"/>
              </a:spcBef>
              <a:spcAft>
                <a:spcPts val="0"/>
              </a:spcAft>
              <a:buClr>
                <a:schemeClr val="dk1"/>
              </a:buClr>
              <a:buSzPts val="2400"/>
              <a:buNone/>
            </a:pPr>
            <a:r>
              <a:rPr lang="en-US" b="1" dirty="0"/>
              <a:t>(5) None of these</a:t>
            </a:r>
            <a:endParaRPr dirty="0">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109"/>
          <p:cNvSpPr txBox="1"/>
          <p:nvPr/>
        </p:nvSpPr>
        <p:spPr>
          <a:xfrm>
            <a:off x="180109" y="599440"/>
            <a:ext cx="11651673" cy="13233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8000" b="0" i="0" u="none" strike="noStrike" cap="none" dirty="0">
                <a:solidFill>
                  <a:srgbClr val="FF0000"/>
                </a:solidFill>
                <a:latin typeface="Arial Black"/>
                <a:ea typeface="Arial Black"/>
                <a:cs typeface="Arial Black"/>
                <a:sym typeface="Arial Black"/>
              </a:rPr>
              <a:t>THANK YOU</a:t>
            </a:r>
            <a:endParaRPr sz="8000" b="0" i="0" u="none" strike="noStrike" cap="none" dirty="0">
              <a:solidFill>
                <a:srgbClr val="FF0000"/>
              </a:solidFill>
              <a:latin typeface="Arial Black"/>
              <a:ea typeface="Arial Black"/>
              <a:cs typeface="Arial Black"/>
              <a:sym typeface="Arial Black"/>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517</TotalTime>
  <Words>5767</Words>
  <Application>Microsoft Office PowerPoint</Application>
  <PresentationFormat>Widescreen</PresentationFormat>
  <Paragraphs>358</Paragraphs>
  <Slides>76</Slides>
  <Notes>76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76</vt:i4>
      </vt:variant>
    </vt:vector>
  </HeadingPairs>
  <TitlesOfParts>
    <vt:vector size="81" baseType="lpstr">
      <vt:lpstr>Arial</vt:lpstr>
      <vt:lpstr>Arial Black</vt:lpstr>
      <vt:lpstr>Roboto</vt:lpstr>
      <vt:lpstr>Calibri</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APTITUDE</dc:title>
  <dc:creator>anuj gupta</dc:creator>
  <cp:lastModifiedBy>satish kumar</cp:lastModifiedBy>
  <cp:revision>9</cp:revision>
  <dcterms:created xsi:type="dcterms:W3CDTF">2020-02-23T06:37:57Z</dcterms:created>
  <dcterms:modified xsi:type="dcterms:W3CDTF">2025-06-02T08:34:07Z</dcterms:modified>
</cp:coreProperties>
</file>