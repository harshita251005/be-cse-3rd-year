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8231175" cx="14330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priQHzgzQm2ARC0xmROPe3AbG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93" orient="horz"/>
        <p:guide pos="4579"/>
        <p:guide pos="2079" orient="horz"/>
        <p:guide pos="2496" orient="horz"/>
        <p:guide pos="2245" orient="horz"/>
        <p:guide pos="2694" orient="horz"/>
        <p:guide pos="2162" orient="horz"/>
        <p:guide pos="2594" orient="horz"/>
        <p:guide pos="3785"/>
        <p:guide pos="45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25" name="Google Shape;25;p11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1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7" name="Google Shape;27;p11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8" name="Google Shape;28;p11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1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0" name="Google Shape;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1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subTitle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0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0"/>
          <p:cNvSpPr/>
          <p:nvPr/>
        </p:nvSpPr>
        <p:spPr>
          <a:xfrm flipH="1" rot="10800000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0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0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0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0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0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0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3134773" y="7036631"/>
            <a:ext cx="81503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205359" y="6477391"/>
            <a:ext cx="7830086" cy="5592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1782613" y="2024154"/>
            <a:ext cx="881156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CLOUD STORAGE </a:t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583781" y="3865685"/>
            <a:ext cx="8534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Engineering- Computer Science &amp; Engineering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204650" y="4892650"/>
            <a:ext cx="462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 (CC)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(23CS009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5031581" y="5631350"/>
            <a:ext cx="47954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611981" y="153194"/>
            <a:ext cx="7192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381" y="1296194"/>
            <a:ext cx="10972800" cy="6315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916781" y="197128"/>
            <a:ext cx="7192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3149" y="1387461"/>
            <a:ext cx="8958832" cy="6468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230981" y="2"/>
            <a:ext cx="991969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sp>
        <p:nvSpPr>
          <p:cNvPr id="77" name="Google Shape;77;p4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981" y="1296454"/>
            <a:ext cx="9753600" cy="632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1" i="1"/>
          </a:p>
        </p:txBody>
      </p:sp>
      <p:pic>
        <p:nvPicPr>
          <p:cNvPr id="84" name="Google Shape;84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1681" y="1186656"/>
            <a:ext cx="10286999" cy="58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981" y="1153076"/>
            <a:ext cx="11630266" cy="5925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u="sng"/>
          </a:p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181" y="1243405"/>
            <a:ext cx="10210800" cy="5744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sp>
        <p:nvSpPr>
          <p:cNvPr id="105" name="Google Shape;105;p8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381" y="1448594"/>
            <a:ext cx="10058400" cy="596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81" y="1248880"/>
            <a:ext cx="13258800" cy="638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