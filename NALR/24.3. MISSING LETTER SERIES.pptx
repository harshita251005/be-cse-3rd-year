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29" r:id="rId2"/>
    <p:sldId id="378" r:id="rId3"/>
    <p:sldId id="412" r:id="rId4"/>
    <p:sldId id="403" r:id="rId5"/>
    <p:sldId id="413" r:id="rId6"/>
    <p:sldId id="404" r:id="rId7"/>
    <p:sldId id="414" r:id="rId8"/>
    <p:sldId id="405" r:id="rId9"/>
    <p:sldId id="415" r:id="rId10"/>
    <p:sldId id="406" r:id="rId11"/>
    <p:sldId id="416" r:id="rId12"/>
    <p:sldId id="407" r:id="rId13"/>
    <p:sldId id="417" r:id="rId14"/>
    <p:sldId id="408" r:id="rId15"/>
    <p:sldId id="418" r:id="rId16"/>
    <p:sldId id="409" r:id="rId17"/>
    <p:sldId id="419" r:id="rId18"/>
    <p:sldId id="410" r:id="rId19"/>
    <p:sldId id="420" r:id="rId20"/>
    <p:sldId id="411" r:id="rId21"/>
    <p:sldId id="421" r:id="rId22"/>
    <p:sldId id="42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4" autoAdjust="0"/>
  </p:normalViewPr>
  <p:slideViewPr>
    <p:cSldViewPr snapToGrid="0">
      <p:cViewPr>
        <p:scale>
          <a:sx n="75" d="100"/>
          <a:sy n="75" d="100"/>
        </p:scale>
        <p:origin x="97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esh kumar" userId="e98c6c8ac4fa17dc" providerId="LiveId" clId="{F9D58500-AFCE-4FC5-9FE5-593C902C9E3C}"/>
    <pc:docChg chg="modSld">
      <pc:chgData name="mukesh kumar" userId="e98c6c8ac4fa17dc" providerId="LiveId" clId="{F9D58500-AFCE-4FC5-9FE5-593C902C9E3C}" dt="2024-02-20T04:23:30.226" v="15" actId="207"/>
      <pc:docMkLst>
        <pc:docMk/>
      </pc:docMkLst>
      <pc:sldChg chg="modSp mod">
        <pc:chgData name="mukesh kumar" userId="e98c6c8ac4fa17dc" providerId="LiveId" clId="{F9D58500-AFCE-4FC5-9FE5-593C902C9E3C}" dt="2024-02-20T04:20:11.664" v="1" actId="207"/>
        <pc:sldMkLst>
          <pc:docMk/>
          <pc:sldMk cId="2341758533" sldId="413"/>
        </pc:sldMkLst>
        <pc:spChg chg="mod">
          <ac:chgData name="mukesh kumar" userId="e98c6c8ac4fa17dc" providerId="LiveId" clId="{F9D58500-AFCE-4FC5-9FE5-593C902C9E3C}" dt="2024-02-20T04:20:11.664" v="1" actId="207"/>
          <ac:spMkLst>
            <pc:docMk/>
            <pc:sldMk cId="2341758533" sldId="413"/>
            <ac:spMk id="3" creationId="{00000000-0000-0000-0000-000000000000}"/>
          </ac:spMkLst>
        </pc:spChg>
      </pc:sldChg>
      <pc:sldChg chg="modSp mod">
        <pc:chgData name="mukesh kumar" userId="e98c6c8ac4fa17dc" providerId="LiveId" clId="{F9D58500-AFCE-4FC5-9FE5-593C902C9E3C}" dt="2024-02-20T04:20:50.448" v="3" actId="207"/>
        <pc:sldMkLst>
          <pc:docMk/>
          <pc:sldMk cId="3433506346" sldId="415"/>
        </pc:sldMkLst>
        <pc:spChg chg="mod">
          <ac:chgData name="mukesh kumar" userId="e98c6c8ac4fa17dc" providerId="LiveId" clId="{F9D58500-AFCE-4FC5-9FE5-593C902C9E3C}" dt="2024-02-20T04:20:50.448" v="3" actId="207"/>
          <ac:spMkLst>
            <pc:docMk/>
            <pc:sldMk cId="3433506346" sldId="415"/>
            <ac:spMk id="3" creationId="{00000000-0000-0000-0000-000000000000}"/>
          </ac:spMkLst>
        </pc:spChg>
      </pc:sldChg>
      <pc:sldChg chg="modSp mod">
        <pc:chgData name="mukesh kumar" userId="e98c6c8ac4fa17dc" providerId="LiveId" clId="{F9D58500-AFCE-4FC5-9FE5-593C902C9E3C}" dt="2024-02-20T04:21:16.727" v="5" actId="207"/>
        <pc:sldMkLst>
          <pc:docMk/>
          <pc:sldMk cId="2665032402" sldId="416"/>
        </pc:sldMkLst>
        <pc:spChg chg="mod">
          <ac:chgData name="mukesh kumar" userId="e98c6c8ac4fa17dc" providerId="LiveId" clId="{F9D58500-AFCE-4FC5-9FE5-593C902C9E3C}" dt="2024-02-20T04:21:16.727" v="5" actId="207"/>
          <ac:spMkLst>
            <pc:docMk/>
            <pc:sldMk cId="2665032402" sldId="416"/>
            <ac:spMk id="3" creationId="{00000000-0000-0000-0000-000000000000}"/>
          </ac:spMkLst>
        </pc:spChg>
      </pc:sldChg>
      <pc:sldChg chg="modSp mod">
        <pc:chgData name="mukesh kumar" userId="e98c6c8ac4fa17dc" providerId="LiveId" clId="{F9D58500-AFCE-4FC5-9FE5-593C902C9E3C}" dt="2024-02-20T04:21:32.966" v="7" actId="207"/>
        <pc:sldMkLst>
          <pc:docMk/>
          <pc:sldMk cId="3872848407" sldId="417"/>
        </pc:sldMkLst>
        <pc:spChg chg="mod">
          <ac:chgData name="mukesh kumar" userId="e98c6c8ac4fa17dc" providerId="LiveId" clId="{F9D58500-AFCE-4FC5-9FE5-593C902C9E3C}" dt="2024-02-20T04:21:32.966" v="7" actId="207"/>
          <ac:spMkLst>
            <pc:docMk/>
            <pc:sldMk cId="3872848407" sldId="417"/>
            <ac:spMk id="3" creationId="{00000000-0000-0000-0000-000000000000}"/>
          </ac:spMkLst>
        </pc:spChg>
      </pc:sldChg>
      <pc:sldChg chg="modSp mod">
        <pc:chgData name="mukesh kumar" userId="e98c6c8ac4fa17dc" providerId="LiveId" clId="{F9D58500-AFCE-4FC5-9FE5-593C902C9E3C}" dt="2024-02-20T04:22:12.438" v="9" actId="207"/>
        <pc:sldMkLst>
          <pc:docMk/>
          <pc:sldMk cId="1675569032" sldId="418"/>
        </pc:sldMkLst>
        <pc:spChg chg="mod">
          <ac:chgData name="mukesh kumar" userId="e98c6c8ac4fa17dc" providerId="LiveId" clId="{F9D58500-AFCE-4FC5-9FE5-593C902C9E3C}" dt="2024-02-20T04:22:12.438" v="9" actId="207"/>
          <ac:spMkLst>
            <pc:docMk/>
            <pc:sldMk cId="1675569032" sldId="418"/>
            <ac:spMk id="3" creationId="{00000000-0000-0000-0000-000000000000}"/>
          </ac:spMkLst>
        </pc:spChg>
      </pc:sldChg>
      <pc:sldChg chg="modSp mod">
        <pc:chgData name="mukesh kumar" userId="e98c6c8ac4fa17dc" providerId="LiveId" clId="{F9D58500-AFCE-4FC5-9FE5-593C902C9E3C}" dt="2024-02-20T04:22:45.816" v="11" actId="207"/>
        <pc:sldMkLst>
          <pc:docMk/>
          <pc:sldMk cId="2627295191" sldId="419"/>
        </pc:sldMkLst>
        <pc:spChg chg="mod">
          <ac:chgData name="mukesh kumar" userId="e98c6c8ac4fa17dc" providerId="LiveId" clId="{F9D58500-AFCE-4FC5-9FE5-593C902C9E3C}" dt="2024-02-20T04:22:45.816" v="11" actId="207"/>
          <ac:spMkLst>
            <pc:docMk/>
            <pc:sldMk cId="2627295191" sldId="419"/>
            <ac:spMk id="3" creationId="{00000000-0000-0000-0000-000000000000}"/>
          </ac:spMkLst>
        </pc:spChg>
      </pc:sldChg>
      <pc:sldChg chg="modSp mod">
        <pc:chgData name="mukesh kumar" userId="e98c6c8ac4fa17dc" providerId="LiveId" clId="{F9D58500-AFCE-4FC5-9FE5-593C902C9E3C}" dt="2024-02-20T04:23:08.147" v="13" actId="207"/>
        <pc:sldMkLst>
          <pc:docMk/>
          <pc:sldMk cId="457934445" sldId="420"/>
        </pc:sldMkLst>
        <pc:spChg chg="mod">
          <ac:chgData name="mukesh kumar" userId="e98c6c8ac4fa17dc" providerId="LiveId" clId="{F9D58500-AFCE-4FC5-9FE5-593C902C9E3C}" dt="2024-02-20T04:23:08.147" v="13" actId="207"/>
          <ac:spMkLst>
            <pc:docMk/>
            <pc:sldMk cId="457934445" sldId="420"/>
            <ac:spMk id="3" creationId="{00000000-0000-0000-0000-000000000000}"/>
          </ac:spMkLst>
        </pc:spChg>
      </pc:sldChg>
      <pc:sldChg chg="modSp mod">
        <pc:chgData name="mukesh kumar" userId="e98c6c8ac4fa17dc" providerId="LiveId" clId="{F9D58500-AFCE-4FC5-9FE5-593C902C9E3C}" dt="2024-02-20T04:23:30.226" v="15" actId="207"/>
        <pc:sldMkLst>
          <pc:docMk/>
          <pc:sldMk cId="3747257872" sldId="421"/>
        </pc:sldMkLst>
        <pc:spChg chg="mod">
          <ac:chgData name="mukesh kumar" userId="e98c6c8ac4fa17dc" providerId="LiveId" clId="{F9D58500-AFCE-4FC5-9FE5-593C902C9E3C}" dt="2024-02-20T04:23:30.226" v="15" actId="207"/>
          <ac:spMkLst>
            <pc:docMk/>
            <pc:sldMk cId="3747257872" sldId="421"/>
            <ac:spMk id="3" creationId="{00000000-0000-0000-0000-000000000000}"/>
          </ac:spMkLst>
        </pc:spChg>
      </pc:sldChg>
    </pc:docChg>
  </pc:docChgLst>
  <pc:docChgLst>
    <pc:chgData name="mukesh kumar" userId="e98c6c8ac4fa17dc" providerId="LiveId" clId="{98FCC588-3C6F-4C53-B1BC-4941CACBDFBD}"/>
    <pc:docChg chg="custSel addSld modSld modMainMaster">
      <pc:chgData name="mukesh kumar" userId="e98c6c8ac4fa17dc" providerId="LiveId" clId="{98FCC588-3C6F-4C53-B1BC-4941CACBDFBD}" dt="2024-02-21T06:44:30.144" v="74" actId="1076"/>
      <pc:docMkLst>
        <pc:docMk/>
      </pc:docMkLst>
      <pc:sldChg chg="modSp mod setBg">
        <pc:chgData name="mukesh kumar" userId="e98c6c8ac4fa17dc" providerId="LiveId" clId="{98FCC588-3C6F-4C53-B1BC-4941CACBDFBD}" dt="2024-02-21T05:51:06.913" v="45" actId="207"/>
        <pc:sldMkLst>
          <pc:docMk/>
          <pc:sldMk cId="1381536152" sldId="329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1381536152" sldId="329"/>
            <ac:spMk id="2" creationId="{00000000-0000-0000-0000-000000000000}"/>
          </ac:spMkLst>
        </pc:spChg>
        <pc:spChg chg="mod">
          <ac:chgData name="mukesh kumar" userId="e98c6c8ac4fa17dc" providerId="LiveId" clId="{98FCC588-3C6F-4C53-B1BC-4941CACBDFBD}" dt="2024-02-21T05:51:06.913" v="45" actId="207"/>
          <ac:spMkLst>
            <pc:docMk/>
            <pc:sldMk cId="1381536152" sldId="329"/>
            <ac:spMk id="3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468190598" sldId="378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468190598" sldId="378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1525243949" sldId="403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1525243949" sldId="403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703408933" sldId="404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703408933" sldId="404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971186783" sldId="405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971186783" sldId="405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03709342" sldId="406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03709342" sldId="406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1585700248" sldId="407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1585700248" sldId="407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964391161" sldId="408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964391161" sldId="408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3917904901" sldId="409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3917904901" sldId="409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3231978970" sldId="410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3231978970" sldId="410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022415654" sldId="411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022415654" sldId="411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3428664793" sldId="412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3428664793" sldId="412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341758533" sldId="413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341758533" sldId="413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3073983232" sldId="414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3073983232" sldId="414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3433506346" sldId="415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3433506346" sldId="415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665032402" sldId="416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665032402" sldId="416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3872848407" sldId="417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3872848407" sldId="417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1675569032" sldId="418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1675569032" sldId="418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2627295191" sldId="419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2627295191" sldId="419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457934445" sldId="420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457934445" sldId="420"/>
            <ac:spMk id="2" creationId="{00000000-0000-0000-0000-000000000000}"/>
          </ac:spMkLst>
        </pc:spChg>
      </pc:sldChg>
      <pc:sldChg chg="modSp mod">
        <pc:chgData name="mukesh kumar" userId="e98c6c8ac4fa17dc" providerId="LiveId" clId="{98FCC588-3C6F-4C53-B1BC-4941CACBDFBD}" dt="2024-02-21T05:50:38.231" v="33"/>
        <pc:sldMkLst>
          <pc:docMk/>
          <pc:sldMk cId="3747257872" sldId="421"/>
        </pc:sldMkLst>
        <pc:spChg chg="mod">
          <ac:chgData name="mukesh kumar" userId="e98c6c8ac4fa17dc" providerId="LiveId" clId="{98FCC588-3C6F-4C53-B1BC-4941CACBDFBD}" dt="2024-02-21T05:50:38.231" v="33"/>
          <ac:spMkLst>
            <pc:docMk/>
            <pc:sldMk cId="3747257872" sldId="421"/>
            <ac:spMk id="2" creationId="{00000000-0000-0000-0000-000000000000}"/>
          </ac:spMkLst>
        </pc:spChg>
      </pc:sldChg>
      <pc:sldChg chg="modSp add mod">
        <pc:chgData name="mukesh kumar" userId="e98c6c8ac4fa17dc" providerId="LiveId" clId="{98FCC588-3C6F-4C53-B1BC-4941CACBDFBD}" dt="2024-02-21T06:44:30.144" v="74" actId="1076"/>
        <pc:sldMkLst>
          <pc:docMk/>
          <pc:sldMk cId="4253178346" sldId="422"/>
        </pc:sldMkLst>
        <pc:spChg chg="mod">
          <ac:chgData name="mukesh kumar" userId="e98c6c8ac4fa17dc" providerId="LiveId" clId="{98FCC588-3C6F-4C53-B1BC-4941CACBDFBD}" dt="2024-02-21T06:44:30.144" v="74" actId="1076"/>
          <ac:spMkLst>
            <pc:docMk/>
            <pc:sldMk cId="4253178346" sldId="422"/>
            <ac:spMk id="3" creationId="{6992B171-AE3D-9476-3187-D41E7275073E}"/>
          </ac:spMkLst>
        </pc:spChg>
      </pc:sldChg>
      <pc:sldMasterChg chg="setBg modSldLayout">
        <pc:chgData name="mukesh kumar" userId="e98c6c8ac4fa17dc" providerId="LiveId" clId="{98FCC588-3C6F-4C53-B1BC-4941CACBDFBD}" dt="2024-02-21T05:50:19.315" v="11" actId="931"/>
        <pc:sldMasterMkLst>
          <pc:docMk/>
          <pc:sldMasterMk cId="1762507125" sldId="2147483648"/>
        </pc:sldMasterMkLst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2611819639" sldId="2147483649"/>
          </pc:sldLayoutMkLst>
        </pc:sldLayoutChg>
        <pc:sldLayoutChg chg="addSp delSp modSp mod setBg">
          <pc:chgData name="mukesh kumar" userId="e98c6c8ac4fa17dc" providerId="LiveId" clId="{98FCC588-3C6F-4C53-B1BC-4941CACBDFBD}" dt="2024-02-21T05:50:19.315" v="11" actId="931"/>
          <pc:sldLayoutMkLst>
            <pc:docMk/>
            <pc:sldMasterMk cId="1762507125" sldId="2147483648"/>
            <pc:sldLayoutMk cId="1601213404" sldId="2147483650"/>
          </pc:sldLayoutMkLst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2" creationId="{D581EE3A-6F8B-4D77-A85B-BD09A8D9DDE3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3" creationId="{7DEEBD83-A703-4B6E-91EB-72896443C528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11" creationId="{918DE1E3-0244-4492-89B0-E666F4294E48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12" creationId="{CCEF4669-2972-4A62-937C-8770006AA351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14" creationId="{EF38C1C8-344A-4ACE-B6A4-2BA3E602ECB5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22" creationId="{B9CDCC60-433C-4D80-B046-60440ADA613D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25" creationId="{6FCA5F5E-D9F5-4744-B543-9AF39C52DBE3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27" creationId="{EFF9B3D1-7DD8-405D-A925-20FEB2EA51F2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28" creationId="{C26DA40F-1448-4E04-A4CC-A0C240DC53FB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33" creationId="{AC4A5B36-9C81-4DC5-AB3E-D53D3DF8AA5F}"/>
            </ac:spMkLst>
          </pc:spChg>
          <pc:spChg chg="del">
            <ac:chgData name="mukesh kumar" userId="e98c6c8ac4fa17dc" providerId="LiveId" clId="{98FCC588-3C6F-4C53-B1BC-4941CACBDFBD}" dt="2024-02-21T05:50:04.033" v="10" actId="478"/>
            <ac:spMkLst>
              <pc:docMk/>
              <pc:sldMasterMk cId="1762507125" sldId="2147483648"/>
              <pc:sldLayoutMk cId="1601213404" sldId="2147483650"/>
              <ac:spMk id="34" creationId="{D126FFB0-7B36-4783-8239-761E300FA624}"/>
            </ac:spMkLst>
          </pc:spChg>
          <pc:picChg chg="add mod">
            <ac:chgData name="mukesh kumar" userId="e98c6c8ac4fa17dc" providerId="LiveId" clId="{98FCC588-3C6F-4C53-B1BC-4941CACBDFBD}" dt="2024-02-21T05:50:19.315" v="11" actId="931"/>
            <ac:picMkLst>
              <pc:docMk/>
              <pc:sldMasterMk cId="1762507125" sldId="2147483648"/>
              <pc:sldLayoutMk cId="1601213404" sldId="2147483650"/>
              <ac:picMk id="5" creationId="{9B48B04A-1A9B-FD90-A0C0-742E263BA329}"/>
            </ac:picMkLst>
          </pc:picChg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1564226244" sldId="2147483651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1438369042" sldId="2147483652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1984099557" sldId="2147483653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3193018678" sldId="2147483654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1022674847" sldId="2147483655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1414593129" sldId="2147483656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2548769628" sldId="2147483657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4213392646" sldId="2147483658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3432318348" sldId="2147483659"/>
          </pc:sldLayoutMkLst>
        </pc:sldLayoutChg>
        <pc:sldLayoutChg chg="setBg">
          <pc:chgData name="mukesh kumar" userId="e98c6c8ac4fa17dc" providerId="LiveId" clId="{98FCC588-3C6F-4C53-B1BC-4941CACBDFBD}" dt="2024-02-21T05:49:50.280" v="9"/>
          <pc:sldLayoutMkLst>
            <pc:docMk/>
            <pc:sldMasterMk cId="1762507125" sldId="2147483648"/>
            <pc:sldLayoutMk cId="1747071298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6/3/2025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570C-91D9-4947-A6D9-7FF06034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7714-93CD-4F1F-87AD-8D5BD536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CF67-9FF0-4DFC-BE0D-8D333667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7A56-F93E-4F84-81A6-4D75C4E9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BA34-E053-4950-ADF6-7B39A13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48B04A-1A9B-FD90-A0C0-742E263BA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5333"/>
            <a:ext cx="11582400" cy="49916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84C-423C-4765-A4B6-5C4E8DC7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80692"/>
            <a:ext cx="3276600" cy="365125"/>
          </a:xfrm>
        </p:spPr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94CF-57E8-4BE6-9B7F-7F59CE9F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0691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11BD-0829-4E1F-8609-52006F0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276599" cy="365125"/>
          </a:xfrm>
        </p:spPr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3706812" y="981604"/>
            <a:ext cx="4879976" cy="4879976"/>
          </a:xfrm>
          <a:prstGeom prst="rect">
            <a:avLst/>
          </a:prstGeom>
          <a:blipFill dpi="0" rotWithShape="1">
            <a:blip r:embed="rId2">
              <a:alphaModFix amt="3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C04-157F-4E75-A1D1-608BB6A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F63E-A7CD-4490-94C6-AEB7AAD1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ACE1-7062-406F-BF0A-2C8447CF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EBEB-1EEC-4E59-8235-46F33B9C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9D22-36EF-42CE-B503-C1BF182E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2340-6366-4615-8DFE-2032C089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ADD-6026-4405-9B1A-DC1A4E8E9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B263-B7A6-4EE6-AD11-928CE3CCD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81AA1-B6F3-49F8-9075-131D0D8F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3FA6-1E5C-47CD-B247-F515761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52BF-3F99-4B16-A3D9-0678B755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DB32-2174-4376-9076-2632E8F8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407C-1D12-4D0A-A030-524BE096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1F0A9-77EE-4263-A67C-C16BE147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71FB3-AC11-4741-B1C4-DE03A7E6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CBBDE-9050-4133-9844-54AB4866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5ABDF-CF3A-439F-B397-95AC73FB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B57C0-0EC2-4978-AEAD-7284450C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9A207-153C-4FB7-89E6-D60D5680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9E1-C2D7-469B-B685-5760A0E1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7BAE-D44B-45AB-A0B4-DD09062F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F0041-930D-486E-B87C-35013F3E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610B2-BC3A-443A-B9FB-C8EA2F3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EFB7-3B9C-4B2B-95B4-92DD054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9ABC-339A-4386-8967-38952092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CBE5-69F1-4976-9D60-7F316C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F17B-D2C9-40B9-8753-8BDCF691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7120-E547-4935-95D5-4A8C8B26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49DD-1391-4431-A734-4A3EEF73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A9439-D32A-4CA5-A1FB-743F923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7D6D9-F57C-438C-8949-80113A3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0FAB-A3DF-4A5C-B3B2-F612BBF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D0-D535-4848-A630-2D686081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B14DE-3C99-46E6-9D3B-253632069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90A1-9292-4924-8F81-7ED09C92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C8E3-27F1-4EDF-9DCD-8F49CDA6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B2F1-10A7-4167-841D-D77F9C8E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DC5D-E540-47BE-BB01-FF0B11D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CE4-4879-4194-ACD4-2DFD05CE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DE788-C14D-4BFA-A909-E56F7B95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FB5C-888C-4B41-A7ED-BBAD2959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CDCF-5C71-4C4C-98F9-79760A9B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6551-B2C3-4B96-9C9D-F996D5F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9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9290-6C46-497B-AB1E-8A27B810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4811A-877C-4411-B988-CA338C63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BC7-DD99-4593-AB1F-3E58214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487C-19BB-435C-9BEC-F0A10E7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521-C4F0-40F8-8192-C7A8261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1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F695-DEC3-4A3B-BC13-7CC4F5D1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68CC-6B45-4123-88A6-EF2DF6405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EFBD-4160-41DF-A314-BD6A64AB4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03-06-2025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98CC-0E82-4F6E-B3C7-BBF562C23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DAE-AED6-4530-8BC5-C76C7338E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				</a:t>
            </a:r>
            <a:r>
              <a:rPr lang="en-US" sz="4800" b="1" dirty="0">
                <a:latin typeface="Arial Black" panose="020B0A04020102020204" pitchFamily="34" charset="0"/>
              </a:rPr>
              <a:t> 	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SERIES</a:t>
            </a:r>
          </a:p>
          <a:p>
            <a:pPr>
              <a:buNone/>
            </a:pPr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			Type – 4 (Letter Series)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53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Q1. </a:t>
            </a:r>
            <a:r>
              <a:rPr lang="en-US" sz="2000" b="1" dirty="0"/>
              <a:t>_ _ aba _ _ </a:t>
            </a:r>
            <a:r>
              <a:rPr lang="en-US" sz="2000" b="1" dirty="0" err="1"/>
              <a:t>ba</a:t>
            </a:r>
            <a:r>
              <a:rPr lang="en-US" sz="2000" b="1" dirty="0"/>
              <a:t> _ ab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abbba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abbab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baabb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bbaba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68190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Q1. </a:t>
            </a:r>
            <a:r>
              <a:rPr lang="en-US" sz="2000" b="1" dirty="0"/>
              <a:t>_ _ aba _ _ </a:t>
            </a:r>
            <a:r>
              <a:rPr lang="en-US" sz="2000" b="1" dirty="0" err="1"/>
              <a:t>ba</a:t>
            </a:r>
            <a:r>
              <a:rPr lang="en-US" sz="2000" b="1" dirty="0"/>
              <a:t> _ ab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abbba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(b)  </a:t>
            </a:r>
            <a:r>
              <a:rPr lang="en-US" sz="2000" b="1" dirty="0" err="1">
                <a:solidFill>
                  <a:srgbClr val="FF0000"/>
                </a:solidFill>
              </a:rPr>
              <a:t>abbab</a:t>
            </a:r>
            <a:endParaRPr lang="en-US" sz="20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baabb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bbaba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2866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Q2. </a:t>
            </a:r>
            <a:r>
              <a:rPr lang="en-US" sz="2000" b="1" dirty="0"/>
              <a:t>ab _ _ baa _ _ ab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 </a:t>
            </a:r>
            <a:r>
              <a:rPr lang="en-US" sz="2000" b="1" dirty="0" err="1"/>
              <a:t>aaaaa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aabaa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Aabab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baabb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25243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Q2. </a:t>
            </a:r>
            <a:r>
              <a:rPr lang="en-US" sz="2000" b="1" dirty="0"/>
              <a:t>ab _ _ baa _ _ ab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/>
              <a:t> </a:t>
            </a:r>
            <a:r>
              <a:rPr lang="en-US" sz="2000" b="1" dirty="0" err="1"/>
              <a:t>aaaaa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</a:rPr>
              <a:t>(b)  </a:t>
            </a:r>
            <a:r>
              <a:rPr lang="en-US" sz="2000" b="1" dirty="0" err="1">
                <a:solidFill>
                  <a:srgbClr val="FF0000"/>
                </a:solidFill>
              </a:rPr>
              <a:t>aabaa</a:t>
            </a:r>
            <a:endParaRPr lang="en-US" sz="20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Aabab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baabb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341758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Q3. </a:t>
            </a:r>
            <a:r>
              <a:rPr lang="en-US" sz="2000" b="1" dirty="0"/>
              <a:t>m _ nm _ n _ an _ a _ ma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aamnan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ammanm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aammnn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amammn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0340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Q3. </a:t>
            </a:r>
            <a:r>
              <a:rPr lang="en-US" sz="2000" b="1" dirty="0"/>
              <a:t>m _ nm _ n _ an _ a _ ma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aamnan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ammanm</a:t>
            </a:r>
            <a:endParaRPr lang="en-US" sz="2000" b="1" dirty="0"/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</a:t>
            </a:r>
            <a:r>
              <a:rPr lang="en-US" sz="2000" b="1" dirty="0" err="1">
                <a:solidFill>
                  <a:srgbClr val="FF0000"/>
                </a:solidFill>
              </a:rPr>
              <a:t>aammnn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amammn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7398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Q4. </a:t>
            </a:r>
            <a:r>
              <a:rPr lang="en-US" sz="2000" b="1" dirty="0"/>
              <a:t>_ </a:t>
            </a:r>
            <a:r>
              <a:rPr lang="en-US" sz="2000" b="1" dirty="0" err="1"/>
              <a:t>stt</a:t>
            </a:r>
            <a:r>
              <a:rPr lang="en-US" sz="2000" b="1" dirty="0"/>
              <a:t> _ </a:t>
            </a:r>
            <a:r>
              <a:rPr lang="en-US" sz="2000" b="1" dirty="0" err="1"/>
              <a:t>tt</a:t>
            </a:r>
            <a:r>
              <a:rPr lang="en-US" sz="2000" b="1" dirty="0"/>
              <a:t> _ </a:t>
            </a:r>
            <a:r>
              <a:rPr lang="en-US" sz="2000" b="1" dirty="0" err="1"/>
              <a:t>tts</a:t>
            </a:r>
            <a:r>
              <a:rPr lang="en-US" sz="2000" b="1" dirty="0"/>
              <a:t>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tsts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ttst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sstt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tsst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71186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Q4. </a:t>
            </a:r>
            <a:r>
              <a:rPr lang="en-US" sz="2000" b="1" dirty="0"/>
              <a:t>_ </a:t>
            </a:r>
            <a:r>
              <a:rPr lang="en-US" sz="2000" b="1" dirty="0" err="1"/>
              <a:t>stt</a:t>
            </a:r>
            <a:r>
              <a:rPr lang="en-US" sz="2000" b="1" dirty="0"/>
              <a:t> _ </a:t>
            </a:r>
            <a:r>
              <a:rPr lang="en-US" sz="2000" b="1" dirty="0" err="1"/>
              <a:t>tt</a:t>
            </a:r>
            <a:r>
              <a:rPr lang="en-US" sz="2000" b="1" dirty="0"/>
              <a:t> _ </a:t>
            </a:r>
            <a:r>
              <a:rPr lang="en-US" sz="2000" b="1" dirty="0" err="1"/>
              <a:t>tts</a:t>
            </a:r>
            <a:r>
              <a:rPr lang="en-US" sz="2000" b="1" dirty="0"/>
              <a:t>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tsts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ttst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sstt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</a:t>
            </a:r>
            <a:r>
              <a:rPr lang="en-US" sz="2000" b="1" dirty="0" err="1">
                <a:solidFill>
                  <a:srgbClr val="FF0000"/>
                </a:solidFill>
              </a:rPr>
              <a:t>tsst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506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Q5. </a:t>
            </a:r>
            <a:r>
              <a:rPr lang="en-US" sz="2000" b="1" dirty="0"/>
              <a:t>_</a:t>
            </a:r>
            <a:r>
              <a:rPr lang="en-US" sz="2000" b="1" dirty="0" err="1"/>
              <a:t>nmmn</a:t>
            </a:r>
            <a:r>
              <a:rPr lang="en-US" sz="2000" b="1" dirty="0"/>
              <a:t> _ </a:t>
            </a:r>
            <a:r>
              <a:rPr lang="en-US" sz="2000" b="1" dirty="0" err="1"/>
              <a:t>mmnn</a:t>
            </a:r>
            <a:r>
              <a:rPr lang="en-US" sz="2000" b="1" dirty="0"/>
              <a:t> _ </a:t>
            </a:r>
            <a:r>
              <a:rPr lang="en-US" sz="2000" b="1" dirty="0" err="1"/>
              <a:t>mnnm</a:t>
            </a:r>
            <a:r>
              <a:rPr lang="en-US" sz="2000" b="1" dirty="0"/>
              <a:t>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nmmn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mnnm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nnmm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nmnm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3709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Q5. </a:t>
            </a:r>
            <a:r>
              <a:rPr lang="en-US" sz="2000" b="1" dirty="0"/>
              <a:t>_</a:t>
            </a:r>
            <a:r>
              <a:rPr lang="en-US" sz="2000" b="1" dirty="0" err="1"/>
              <a:t>nmmn</a:t>
            </a:r>
            <a:r>
              <a:rPr lang="en-US" sz="2000" b="1" dirty="0"/>
              <a:t> _ </a:t>
            </a:r>
            <a:r>
              <a:rPr lang="en-US" sz="2000" b="1" dirty="0" err="1"/>
              <a:t>mmnn</a:t>
            </a:r>
            <a:r>
              <a:rPr lang="en-US" sz="2000" b="1" dirty="0"/>
              <a:t> _ </a:t>
            </a:r>
            <a:r>
              <a:rPr lang="en-US" sz="2000" b="1" dirty="0" err="1"/>
              <a:t>mnnm</a:t>
            </a:r>
            <a:r>
              <a:rPr lang="en-US" sz="2000" b="1" dirty="0"/>
              <a:t> _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nmmn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mnnm</a:t>
            </a:r>
            <a:endParaRPr lang="en-US" sz="2000" b="1" dirty="0"/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</a:t>
            </a:r>
            <a:r>
              <a:rPr lang="en-US" sz="2000" b="1" dirty="0" err="1">
                <a:solidFill>
                  <a:srgbClr val="FF0000"/>
                </a:solidFill>
              </a:rPr>
              <a:t>nnmm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nmnm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65032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Q6. </a:t>
            </a:r>
            <a:r>
              <a:rPr lang="en-US" sz="2000" b="1" dirty="0"/>
              <a:t>a _ n _ b _ _ </a:t>
            </a:r>
            <a:r>
              <a:rPr lang="en-US" sz="2000" b="1" dirty="0" err="1"/>
              <a:t>ncb</a:t>
            </a:r>
            <a:r>
              <a:rPr lang="en-US" sz="2000" b="1" dirty="0"/>
              <a:t> _ _ </a:t>
            </a:r>
            <a:r>
              <a:rPr lang="en-US" sz="2000" b="1" dirty="0" err="1"/>
              <a:t>ncb</a:t>
            </a:r>
            <a:endParaRPr lang="en-US" sz="2000" b="1" dirty="0"/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abbbcc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abcbcb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bacbab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bcabab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85700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Q6. </a:t>
            </a:r>
            <a:r>
              <a:rPr lang="en-US" sz="2000" b="1" dirty="0"/>
              <a:t>a _ n _ b _ _ </a:t>
            </a:r>
            <a:r>
              <a:rPr lang="en-US" sz="2000" b="1" dirty="0" err="1"/>
              <a:t>ncb</a:t>
            </a:r>
            <a:r>
              <a:rPr lang="en-US" sz="2000" b="1" dirty="0"/>
              <a:t> _ _ </a:t>
            </a:r>
            <a:r>
              <a:rPr lang="en-US" sz="2000" b="1" dirty="0" err="1"/>
              <a:t>ncb</a:t>
            </a:r>
            <a:endParaRPr lang="en-US" sz="2000" b="1" dirty="0"/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abbbcc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abcbcb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bacbab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</a:t>
            </a:r>
            <a:r>
              <a:rPr lang="en-US" sz="2000" b="1" dirty="0" err="1">
                <a:solidFill>
                  <a:srgbClr val="FF0000"/>
                </a:solidFill>
              </a:rPr>
              <a:t>bcabab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848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Q7. </a:t>
            </a:r>
            <a:r>
              <a:rPr lang="it-IT" sz="2000" b="1" dirty="0"/>
              <a:t>a _ b _ a _ _ n _ bb _ abbn</a:t>
            </a:r>
          </a:p>
          <a:p>
            <a:pPr>
              <a:buNone/>
            </a:pPr>
            <a:endParaRPr lang="it-IT" sz="2000" b="1" dirty="0"/>
          </a:p>
          <a:p>
            <a:pPr marL="457200" indent="-457200">
              <a:buAutoNum type="alphaLcParenBoth"/>
            </a:pPr>
            <a:r>
              <a:rPr lang="it-IT" sz="2000" b="1" dirty="0"/>
              <a:t>abnabb </a:t>
            </a:r>
          </a:p>
          <a:p>
            <a:pPr marL="0" indent="0">
              <a:buNone/>
            </a:pPr>
            <a:r>
              <a:rPr lang="it-IT" sz="2000" b="1" dirty="0"/>
              <a:t>(b)  bnbban</a:t>
            </a:r>
          </a:p>
          <a:p>
            <a:pPr>
              <a:buNone/>
            </a:pPr>
            <a:r>
              <a:rPr lang="it-IT" sz="2000" b="1" dirty="0"/>
              <a:t>(c)  bnbbna </a:t>
            </a:r>
          </a:p>
          <a:p>
            <a:pPr>
              <a:buNone/>
            </a:pPr>
            <a:r>
              <a:rPr lang="it-IT" sz="2000" b="1" dirty="0"/>
              <a:t>(d)  babban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64391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Q7. </a:t>
            </a:r>
            <a:r>
              <a:rPr lang="it-IT" sz="2000" b="1" dirty="0"/>
              <a:t>a _ b _ a _ _ n _ bb _ abbn</a:t>
            </a:r>
          </a:p>
          <a:p>
            <a:pPr>
              <a:buNone/>
            </a:pPr>
            <a:endParaRPr lang="it-IT" sz="2000" b="1" dirty="0"/>
          </a:p>
          <a:p>
            <a:pPr marL="457200" indent="-457200">
              <a:buAutoNum type="alphaLcParenBoth"/>
            </a:pPr>
            <a:r>
              <a:rPr lang="it-IT" sz="2000" b="1" dirty="0"/>
              <a:t>abnabb </a:t>
            </a:r>
          </a:p>
          <a:p>
            <a:pPr marL="0" indent="0">
              <a:buNone/>
            </a:pPr>
            <a:r>
              <a:rPr lang="it-IT" sz="2000" b="1" dirty="0">
                <a:solidFill>
                  <a:srgbClr val="FF0000"/>
                </a:solidFill>
              </a:rPr>
              <a:t>(b)  bnbban</a:t>
            </a:r>
          </a:p>
          <a:p>
            <a:pPr>
              <a:buNone/>
            </a:pPr>
            <a:r>
              <a:rPr lang="it-IT" sz="2000" b="1" dirty="0"/>
              <a:t>(c)  bnbbna </a:t>
            </a:r>
          </a:p>
          <a:p>
            <a:pPr>
              <a:buNone/>
            </a:pPr>
            <a:r>
              <a:rPr lang="it-IT" sz="2000" b="1" dirty="0"/>
              <a:t>(d)  babban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75569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Q8. </a:t>
            </a:r>
            <a:r>
              <a:rPr lang="en-US" sz="2000" b="1" dirty="0"/>
              <a:t>c _ </a:t>
            </a:r>
            <a:r>
              <a:rPr lang="en-US" sz="2000" b="1" dirty="0" err="1"/>
              <a:t>bba</a:t>
            </a:r>
            <a:r>
              <a:rPr lang="en-US" sz="2000" b="1" dirty="0"/>
              <a:t> _ cab _ ac _ ab _ ac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bcacb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babcc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abcbc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acbcb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17904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Q8. </a:t>
            </a:r>
            <a:r>
              <a:rPr lang="en-US" sz="2000" b="1" dirty="0"/>
              <a:t>c _ </a:t>
            </a:r>
            <a:r>
              <a:rPr lang="en-US" sz="2000" b="1" dirty="0" err="1"/>
              <a:t>bba</a:t>
            </a:r>
            <a:r>
              <a:rPr lang="en-US" sz="2000" b="1" dirty="0"/>
              <a:t> _ cab _ ac _ ab _ ac</a:t>
            </a:r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bcacb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babcc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abcbc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(d)  </a:t>
            </a:r>
            <a:r>
              <a:rPr lang="en-US" sz="2000" b="1" dirty="0" err="1">
                <a:solidFill>
                  <a:srgbClr val="FF0000"/>
                </a:solidFill>
              </a:rPr>
              <a:t>acbcb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295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Q9. </a:t>
            </a:r>
            <a:r>
              <a:rPr lang="pt-BR" sz="2000" b="1" dirty="0"/>
              <a:t>r _ se _ os _ ro _er _ se</a:t>
            </a:r>
          </a:p>
          <a:p>
            <a:pPr>
              <a:buNone/>
            </a:pPr>
            <a:endParaRPr lang="pt-BR" sz="2000" b="1" dirty="0"/>
          </a:p>
          <a:p>
            <a:pPr marL="457200" indent="-457200">
              <a:buAutoNum type="alphaLcParenBoth"/>
            </a:pPr>
            <a:r>
              <a:rPr lang="pt-BR" sz="2000" b="1" dirty="0"/>
              <a:t>oreso </a:t>
            </a:r>
          </a:p>
          <a:p>
            <a:pPr marL="0" indent="0">
              <a:buNone/>
            </a:pPr>
            <a:r>
              <a:rPr lang="pt-BR" sz="2000" b="1" dirty="0"/>
              <a:t>(b)  rores</a:t>
            </a:r>
          </a:p>
          <a:p>
            <a:pPr>
              <a:buNone/>
            </a:pPr>
            <a:r>
              <a:rPr lang="pt-BR" sz="2000" b="1" dirty="0"/>
              <a:t>(c)  oesrs </a:t>
            </a:r>
          </a:p>
          <a:p>
            <a:pPr>
              <a:buNone/>
            </a:pPr>
            <a:r>
              <a:rPr lang="pt-BR" sz="2000" b="1" dirty="0"/>
              <a:t>(d)  roeso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231978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Q9. </a:t>
            </a:r>
            <a:r>
              <a:rPr lang="pt-BR" sz="2000" b="1" dirty="0"/>
              <a:t>r _ se _ os _ ro _er _ se</a:t>
            </a:r>
          </a:p>
          <a:p>
            <a:pPr>
              <a:buNone/>
            </a:pPr>
            <a:endParaRPr lang="pt-BR" sz="2000" b="1" dirty="0"/>
          </a:p>
          <a:p>
            <a:pPr marL="457200" indent="-457200">
              <a:buAutoNum type="alphaLcParenBoth"/>
            </a:pPr>
            <a:r>
              <a:rPr lang="pt-BR" sz="2000" b="1" dirty="0">
                <a:solidFill>
                  <a:srgbClr val="FF0000"/>
                </a:solidFill>
              </a:rPr>
              <a:t>oreso </a:t>
            </a:r>
          </a:p>
          <a:p>
            <a:pPr marL="0" indent="0">
              <a:buNone/>
            </a:pPr>
            <a:r>
              <a:rPr lang="pt-BR" sz="2000" b="1" dirty="0"/>
              <a:t>(b)  rores</a:t>
            </a:r>
          </a:p>
          <a:p>
            <a:pPr>
              <a:buNone/>
            </a:pPr>
            <a:r>
              <a:rPr lang="pt-BR" sz="2000" b="1" dirty="0"/>
              <a:t>(c)  oesrs </a:t>
            </a:r>
          </a:p>
          <a:p>
            <a:pPr>
              <a:buNone/>
            </a:pPr>
            <a:r>
              <a:rPr lang="pt-BR" sz="2000" b="1" dirty="0"/>
              <a:t>(d)  roeso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57934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Q10. </a:t>
            </a:r>
            <a:r>
              <a:rPr lang="en-US" sz="2000" b="1" dirty="0" err="1"/>
              <a:t>ba</a:t>
            </a:r>
            <a:r>
              <a:rPr lang="en-US" sz="2000" b="1" dirty="0"/>
              <a:t> _ </a:t>
            </a:r>
            <a:r>
              <a:rPr lang="en-US" sz="2000" b="1" dirty="0" err="1"/>
              <a:t>ba</a:t>
            </a:r>
            <a:r>
              <a:rPr lang="en-US" sz="2000" b="1" dirty="0"/>
              <a:t> _ bac _ </a:t>
            </a:r>
            <a:r>
              <a:rPr lang="en-US" sz="2000" b="1" dirty="0" err="1"/>
              <a:t>acb</a:t>
            </a:r>
            <a:r>
              <a:rPr lang="en-US" sz="2000" b="1" dirty="0"/>
              <a:t> _ </a:t>
            </a:r>
            <a:r>
              <a:rPr lang="en-US" sz="2000" b="1" dirty="0" err="1"/>
              <a:t>cbac</a:t>
            </a:r>
            <a:endParaRPr lang="en-US" sz="2000" b="1" dirty="0"/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aacb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bbca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(c)  </a:t>
            </a:r>
            <a:r>
              <a:rPr lang="en-US" sz="2000" b="1" dirty="0" err="1"/>
              <a:t>ccba</a:t>
            </a:r>
            <a:r>
              <a:rPr lang="en-US" sz="2000" b="1" dirty="0"/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cbac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224156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7451" y="106017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3200" dirty="0">
                <a:latin typeface="Arial Black" panose="020B0A04020102020204" pitchFamily="34" charset="0"/>
              </a:rPr>
              <a:t> SERIES </a:t>
            </a:r>
          </a:p>
          <a:p>
            <a:pPr>
              <a:buNone/>
            </a:pPr>
            <a:r>
              <a:rPr lang="en-US" sz="1800" b="1" dirty="0"/>
              <a:t> Choose the correct alternative from the given ones that will complete the series.</a:t>
            </a:r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Q10. </a:t>
            </a:r>
            <a:r>
              <a:rPr lang="en-US" sz="2000" b="1" dirty="0" err="1"/>
              <a:t>ba</a:t>
            </a:r>
            <a:r>
              <a:rPr lang="en-US" sz="2000" b="1" dirty="0"/>
              <a:t> _ </a:t>
            </a:r>
            <a:r>
              <a:rPr lang="en-US" sz="2000" b="1" dirty="0" err="1"/>
              <a:t>ba</a:t>
            </a:r>
            <a:r>
              <a:rPr lang="en-US" sz="2000" b="1" dirty="0"/>
              <a:t> _ bac _ </a:t>
            </a:r>
            <a:r>
              <a:rPr lang="en-US" sz="2000" b="1" dirty="0" err="1"/>
              <a:t>acb</a:t>
            </a:r>
            <a:r>
              <a:rPr lang="en-US" sz="2000" b="1" dirty="0"/>
              <a:t> _ </a:t>
            </a:r>
            <a:r>
              <a:rPr lang="en-US" sz="2000" b="1" dirty="0" err="1"/>
              <a:t>cbac</a:t>
            </a:r>
            <a:endParaRPr lang="en-US" sz="2000" b="1" dirty="0"/>
          </a:p>
          <a:p>
            <a:pPr>
              <a:buNone/>
            </a:pPr>
            <a:endParaRPr lang="en-US" sz="2000" b="1" dirty="0"/>
          </a:p>
          <a:p>
            <a:pPr marL="457200" indent="-457200">
              <a:buAutoNum type="alphaLcParenBoth"/>
            </a:pPr>
            <a:r>
              <a:rPr lang="en-US" sz="2000" b="1" dirty="0" err="1"/>
              <a:t>aacb</a:t>
            </a:r>
            <a:r>
              <a:rPr lang="en-US" sz="2000" b="1" dirty="0"/>
              <a:t> </a:t>
            </a:r>
          </a:p>
          <a:p>
            <a:pPr marL="0" indent="0">
              <a:buNone/>
            </a:pPr>
            <a:r>
              <a:rPr lang="en-US" sz="2000" b="1" dirty="0"/>
              <a:t>(b)  </a:t>
            </a:r>
            <a:r>
              <a:rPr lang="en-US" sz="2000" b="1" dirty="0" err="1"/>
              <a:t>bbca</a:t>
            </a:r>
            <a:endParaRPr lang="en-US" sz="2000" b="1" dirty="0"/>
          </a:p>
          <a:p>
            <a:pPr>
              <a:buNone/>
            </a:pPr>
            <a:r>
              <a:rPr lang="en-US" sz="2000" b="1" dirty="0">
                <a:solidFill>
                  <a:srgbClr val="FF0000"/>
                </a:solidFill>
              </a:rPr>
              <a:t>(c)  </a:t>
            </a:r>
            <a:r>
              <a:rPr lang="en-US" sz="2000" b="1" dirty="0" err="1">
                <a:solidFill>
                  <a:srgbClr val="FF0000"/>
                </a:solidFill>
              </a:rPr>
              <a:t>ccba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sz="2000" b="1" dirty="0"/>
              <a:t>(d)  </a:t>
            </a:r>
            <a:r>
              <a:rPr lang="en-US" sz="2000" b="1" dirty="0" err="1"/>
              <a:t>cbac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47257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B9BB8-07B4-A8C3-B699-A7913B87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4A6C-7C5E-EA31-6E86-66F89F658E8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4000" y="190500"/>
            <a:ext cx="11684000" cy="671250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2B171-AE3D-9476-3187-D41E727507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46913" y="2872354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>
                <a:solidFill>
                  <a:srgbClr val="FF0000"/>
                </a:solidFill>
                <a:latin typeface="Arial Black" pitchFamily="34" charset="0"/>
              </a:rPr>
              <a:t>			</a:t>
            </a:r>
            <a:r>
              <a:rPr lang="en-US" sz="6600" dirty="0">
                <a:solidFill>
                  <a:srgbClr val="FF0000"/>
                </a:solidFill>
                <a:latin typeface="Arial Black" panose="020B0A04020102020204" pitchFamily="34" charset="0"/>
              </a:rPr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4253178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urPrep-Template.potx" id="{C3B8A6E5-A804-4E60-8D1B-A5B40FD32CD2}" vid="{258A70D1-D6EF-4570-8CD5-A0E127F22F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TesturPrep-Template</Template>
  <TotalTime>1284</TotalTime>
  <Words>939</Words>
  <Application>Microsoft Office PowerPoint</Application>
  <PresentationFormat>Widescreen</PresentationFormat>
  <Paragraphs>188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satish kumar</cp:lastModifiedBy>
  <cp:revision>190</cp:revision>
  <dcterms:created xsi:type="dcterms:W3CDTF">2020-02-23T06:37:57Z</dcterms:created>
  <dcterms:modified xsi:type="dcterms:W3CDTF">2025-06-03T05:21:48Z</dcterms:modified>
</cp:coreProperties>
</file>