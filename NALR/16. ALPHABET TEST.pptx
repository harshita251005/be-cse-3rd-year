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56"/>
  </p:notesMasterIdLst>
  <p:sldIdLst>
    <p:sldId id="256" r:id="rId2"/>
    <p:sldId id="313" r:id="rId3"/>
    <p:sldId id="370" r:id="rId4"/>
    <p:sldId id="369" r:id="rId5"/>
    <p:sldId id="315" r:id="rId6"/>
    <p:sldId id="257" r:id="rId7"/>
    <p:sldId id="316" r:id="rId8"/>
    <p:sldId id="258" r:id="rId9"/>
    <p:sldId id="317" r:id="rId10"/>
    <p:sldId id="259" r:id="rId11"/>
    <p:sldId id="318" r:id="rId12"/>
    <p:sldId id="260" r:id="rId13"/>
    <p:sldId id="319" r:id="rId14"/>
    <p:sldId id="264" r:id="rId15"/>
    <p:sldId id="323" r:id="rId16"/>
    <p:sldId id="266" r:id="rId17"/>
    <p:sldId id="325" r:id="rId18"/>
    <p:sldId id="267" r:id="rId19"/>
    <p:sldId id="326" r:id="rId20"/>
    <p:sldId id="269" r:id="rId21"/>
    <p:sldId id="328" r:id="rId22"/>
    <p:sldId id="270" r:id="rId23"/>
    <p:sldId id="329" r:id="rId24"/>
    <p:sldId id="271" r:id="rId25"/>
    <p:sldId id="330" r:id="rId26"/>
    <p:sldId id="272" r:id="rId27"/>
    <p:sldId id="331" r:id="rId28"/>
    <p:sldId id="273" r:id="rId29"/>
    <p:sldId id="332" r:id="rId30"/>
    <p:sldId id="274" r:id="rId31"/>
    <p:sldId id="333" r:id="rId32"/>
    <p:sldId id="275" r:id="rId33"/>
    <p:sldId id="334" r:id="rId34"/>
    <p:sldId id="276" r:id="rId35"/>
    <p:sldId id="335" r:id="rId36"/>
    <p:sldId id="277" r:id="rId37"/>
    <p:sldId id="336" r:id="rId38"/>
    <p:sldId id="278" r:id="rId39"/>
    <p:sldId id="337" r:id="rId40"/>
    <p:sldId id="279" r:id="rId41"/>
    <p:sldId id="338" r:id="rId42"/>
    <p:sldId id="280" r:id="rId43"/>
    <p:sldId id="339" r:id="rId44"/>
    <p:sldId id="281" r:id="rId45"/>
    <p:sldId id="340" r:id="rId46"/>
    <p:sldId id="282" r:id="rId47"/>
    <p:sldId id="341" r:id="rId48"/>
    <p:sldId id="283" r:id="rId49"/>
    <p:sldId id="342" r:id="rId50"/>
    <p:sldId id="284" r:id="rId51"/>
    <p:sldId id="343" r:id="rId52"/>
    <p:sldId id="285" r:id="rId53"/>
    <p:sldId id="344" r:id="rId54"/>
    <p:sldId id="314" r:id="rId55"/>
  </p:sldIdLst>
  <p:sldSz cx="12192000" cy="6858000"/>
  <p:notesSz cx="6858000" cy="9144000"/>
  <p:embeddedFontLst>
    <p:embeddedFont>
      <p:font typeface="Arial Black" panose="020B0A04020102020204" pitchFamily="34" charset="0"/>
      <p:regular r:id="rId57"/>
      <p:bold r:id="rId58"/>
      <p:italic r:id="rId5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2.fntdata"/><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02319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69588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810833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24156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95856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460030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88079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158722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91056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56961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8620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61029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791008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461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683413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61916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14307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4714898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668903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39508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163394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131545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 name="Google Shape;243;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 name="Google Shape;243;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830212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9" name="Google Shape;249;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9" name="Google Shape;249;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742628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661900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1" name="Google Shape;261;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1" name="Google Shape;261;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52694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7" name="Google Shape;267;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7" name="Google Shape;267;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1972547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79265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40772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and Content" type="obj">
  <p:cSld name="OBJECT">
    <p:spTree>
      <p:nvGrpSpPr>
        <p:cNvPr id="1" name="Shape 15"/>
        <p:cNvGrpSpPr/>
        <p:nvPr/>
      </p:nvGrpSpPr>
      <p:grpSpPr>
        <a:xfrm>
          <a:off x="0" y="0"/>
          <a:ext cx="0" cy="0"/>
          <a:chOff x="0" y="0"/>
          <a:chExt cx="0" cy="0"/>
        </a:xfrm>
      </p:grpSpPr>
      <p:sp>
        <p:nvSpPr>
          <p:cNvPr id="16" name="Google Shape;16;p2"/>
          <p:cNvSpPr/>
          <p:nvPr/>
        </p:nvSpPr>
        <p:spPr>
          <a:xfrm>
            <a:off x="4005792" y="1338792"/>
            <a:ext cx="4180416" cy="4180416"/>
          </a:xfrm>
          <a:prstGeom prst="rect">
            <a:avLst/>
          </a:prstGeom>
          <a:blipFill rotWithShape="1">
            <a:blip r:embed="rId2">
              <a:alphaModFix amt="10000"/>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 name="Google Shape;17;p2"/>
          <p:cNvSpPr/>
          <p:nvPr/>
        </p:nvSpPr>
        <p:spPr>
          <a:xfrm rot="10800000" flipH="1">
            <a:off x="5191124" y="6439955"/>
            <a:ext cx="6997050" cy="420957"/>
          </a:xfrm>
          <a:custGeom>
            <a:avLst/>
            <a:gdLst/>
            <a:ahLst/>
            <a:cxnLst/>
            <a:rect l="l" t="t" r="r" b="b"/>
            <a:pathLst>
              <a:path w="6997050" h="474402" extrusionOk="0">
                <a:moveTo>
                  <a:pt x="274746" y="474402"/>
                </a:moveTo>
                <a:lnTo>
                  <a:pt x="5454000" y="474402"/>
                </a:lnTo>
                <a:lnTo>
                  <a:pt x="5454000" y="473606"/>
                </a:lnTo>
                <a:lnTo>
                  <a:pt x="6997050" y="473606"/>
                </a:lnTo>
                <a:lnTo>
                  <a:pt x="6997050" y="0"/>
                </a:lnTo>
                <a:lnTo>
                  <a:pt x="5454000" y="0"/>
                </a:lnTo>
                <a:lnTo>
                  <a:pt x="5454000" y="797"/>
                </a:lnTo>
                <a:lnTo>
                  <a:pt x="0" y="797"/>
                </a:lnTo>
                <a:close/>
              </a:path>
            </a:pathLst>
          </a:custGeom>
          <a:solidFill>
            <a:srgbClr val="108E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 name="Google Shape;18;p2"/>
          <p:cNvSpPr/>
          <p:nvPr/>
        </p:nvSpPr>
        <p:spPr>
          <a:xfrm>
            <a:off x="1" y="6439956"/>
            <a:ext cx="5490211" cy="418044"/>
          </a:xfrm>
          <a:custGeom>
            <a:avLst/>
            <a:gdLst/>
            <a:ahLst/>
            <a:cxnLst/>
            <a:rect l="l" t="t" r="r" b="b"/>
            <a:pathLst>
              <a:path w="5490211" h="473605" extrusionOk="0">
                <a:moveTo>
                  <a:pt x="0" y="0"/>
                </a:moveTo>
                <a:lnTo>
                  <a:pt x="5490211" y="0"/>
                </a:lnTo>
                <a:lnTo>
                  <a:pt x="5215520" y="473605"/>
                </a:lnTo>
                <a:lnTo>
                  <a:pt x="0" y="473605"/>
                </a:lnTo>
                <a:close/>
              </a:path>
            </a:pathLst>
          </a:custGeom>
          <a:solidFill>
            <a:srgbClr val="FE64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9" name="Google Shape;19;p2"/>
          <p:cNvSpPr/>
          <p:nvPr/>
        </p:nvSpPr>
        <p:spPr>
          <a:xfrm>
            <a:off x="0" y="0"/>
            <a:ext cx="12192000" cy="1016000"/>
          </a:xfrm>
          <a:prstGeom prst="rect">
            <a:avLst/>
          </a:prstGeom>
          <a:gradFill>
            <a:gsLst>
              <a:gs pos="0">
                <a:srgbClr val="FE6400"/>
              </a:gs>
              <a:gs pos="100000">
                <a:srgbClr val="108EFC"/>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 name="Google Shape;20;p2"/>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3600"/>
              <a:buFont typeface="Arial"/>
              <a:buNone/>
              <a:defRPr sz="3600" b="1">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2"/>
          <p:cNvSpPr txBox="1"/>
          <p:nvPr/>
        </p:nvSpPr>
        <p:spPr>
          <a:xfrm>
            <a:off x="355600" y="5683515"/>
            <a:ext cx="115824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0" i="0" u="none" strike="noStrike" cap="none">
              <a:solidFill>
                <a:srgbClr val="888888"/>
              </a:solidFill>
              <a:latin typeface="Calibri"/>
              <a:ea typeface="Calibri"/>
              <a:cs typeface="Calibri"/>
              <a:sym typeface="Calibri"/>
            </a:endParaRPr>
          </a:p>
        </p:txBody>
      </p:sp>
      <p:sp>
        <p:nvSpPr>
          <p:cNvPr id="22" name="Google Shape;22;p2"/>
          <p:cNvSpPr txBox="1"/>
          <p:nvPr/>
        </p:nvSpPr>
        <p:spPr>
          <a:xfrm>
            <a:off x="1118954" y="6464312"/>
            <a:ext cx="33949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a:solidFill>
                  <a:schemeClr val="dk1"/>
                </a:solidFill>
                <a:latin typeface="Arial"/>
                <a:ea typeface="Arial"/>
                <a:cs typeface="Arial"/>
                <a:sym typeface="Arial"/>
              </a:rPr>
              <a:t>Aptitude Classes by Anuj Sir </a:t>
            </a:r>
            <a:endParaRPr/>
          </a:p>
        </p:txBody>
      </p:sp>
      <p:sp>
        <p:nvSpPr>
          <p:cNvPr id="23" name="Google Shape;23;p2"/>
          <p:cNvSpPr txBox="1"/>
          <p:nvPr/>
        </p:nvSpPr>
        <p:spPr>
          <a:xfrm>
            <a:off x="6252259" y="6464312"/>
            <a:ext cx="563494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For more tutorials Visit now www.testurprep.com</a:t>
            </a:r>
            <a:endParaRPr/>
          </a:p>
        </p:txBody>
      </p:sp>
      <p:sp>
        <p:nvSpPr>
          <p:cNvPr id="24" name="Google Shape;24;p2"/>
          <p:cNvSpPr/>
          <p:nvPr/>
        </p:nvSpPr>
        <p:spPr>
          <a:xfrm>
            <a:off x="158099" y="144860"/>
            <a:ext cx="727726" cy="727726"/>
          </a:xfrm>
          <a:prstGeom prst="ellipse">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 name="Google Shape;25;p2"/>
          <p:cNvSpPr/>
          <p:nvPr/>
        </p:nvSpPr>
        <p:spPr>
          <a:xfrm>
            <a:off x="11311874" y="144860"/>
            <a:ext cx="727726" cy="727726"/>
          </a:xfrm>
          <a:prstGeom prst="ellipse">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 name="Google Shape;26;p2"/>
          <p:cNvSpPr txBox="1">
            <a:spLocks noGrp="1"/>
          </p:cNvSpPr>
          <p:nvPr>
            <p:ph type="body" idx="1"/>
          </p:nvPr>
        </p:nvSpPr>
        <p:spPr>
          <a:xfrm>
            <a:off x="254000" y="1199620"/>
            <a:ext cx="11684000" cy="499163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Clr>
                <a:schemeClr val="dk1"/>
              </a:buClr>
              <a:buSzPts val="2400"/>
              <a:buChar char="•"/>
              <a:defRPr sz="2400">
                <a:latin typeface="Arial"/>
                <a:ea typeface="Arial"/>
                <a:cs typeface="Arial"/>
                <a:sym typeface="Arial"/>
              </a:defRPr>
            </a:lvl1pPr>
            <a:lvl2pPr marL="914400" lvl="1" indent="-381000" algn="l">
              <a:lnSpc>
                <a:spcPct val="90000"/>
              </a:lnSpc>
              <a:spcBef>
                <a:spcPts val="500"/>
              </a:spcBef>
              <a:spcAft>
                <a:spcPts val="0"/>
              </a:spcAft>
              <a:buClr>
                <a:schemeClr val="dk1"/>
              </a:buClr>
              <a:buSzPts val="2400"/>
              <a:buChar char="•"/>
              <a:defRPr>
                <a:latin typeface="Arial"/>
                <a:ea typeface="Arial"/>
                <a:cs typeface="Arial"/>
                <a:sym typeface="Arial"/>
              </a:defRPr>
            </a:lvl2pPr>
            <a:lvl3pPr marL="1371600" lvl="2" indent="-355600" algn="l">
              <a:lnSpc>
                <a:spcPct val="90000"/>
              </a:lnSpc>
              <a:spcBef>
                <a:spcPts val="500"/>
              </a:spcBef>
              <a:spcAft>
                <a:spcPts val="0"/>
              </a:spcAft>
              <a:buClr>
                <a:schemeClr val="dk1"/>
              </a:buClr>
              <a:buSzPts val="2000"/>
              <a:buChar char="•"/>
              <a:defRPr>
                <a:latin typeface="Arial"/>
                <a:ea typeface="Arial"/>
                <a:cs typeface="Arial"/>
                <a:sym typeface="Arial"/>
              </a:defRPr>
            </a:lvl3pPr>
            <a:lvl4pPr marL="1828800" lvl="3" indent="-342900" algn="l">
              <a:lnSpc>
                <a:spcPct val="90000"/>
              </a:lnSpc>
              <a:spcBef>
                <a:spcPts val="500"/>
              </a:spcBef>
              <a:spcAft>
                <a:spcPts val="0"/>
              </a:spcAft>
              <a:buClr>
                <a:schemeClr val="dk1"/>
              </a:buClr>
              <a:buSzPts val="1800"/>
              <a:buChar char="•"/>
              <a:defRPr>
                <a:latin typeface="Arial"/>
                <a:ea typeface="Arial"/>
                <a:cs typeface="Arial"/>
                <a:sym typeface="Arial"/>
              </a:defRPr>
            </a:lvl4pPr>
            <a:lvl5pPr marL="2286000" lvl="4" indent="-342900" algn="l">
              <a:lnSpc>
                <a:spcPct val="90000"/>
              </a:lnSpc>
              <a:spcBef>
                <a:spcPts val="5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7"/>
        <p:cNvGrpSpPr/>
        <p:nvPr/>
      </p:nvGrpSpPr>
      <p:grpSpPr>
        <a:xfrm>
          <a:off x="0" y="0"/>
          <a:ext cx="0" cy="0"/>
          <a:chOff x="0" y="0"/>
          <a:chExt cx="0" cy="0"/>
        </a:xfrm>
      </p:grpSpPr>
      <p:sp>
        <p:nvSpPr>
          <p:cNvPr id="28" name="Google Shape;28;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0" name="Google Shape;30;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1_Title and Content">
  <p:cSld name="1_Title and Content">
    <p:spTree>
      <p:nvGrpSpPr>
        <p:cNvPr id="1" name="Shape 33"/>
        <p:cNvGrpSpPr/>
        <p:nvPr/>
      </p:nvGrpSpPr>
      <p:grpSpPr>
        <a:xfrm>
          <a:off x="0" y="0"/>
          <a:ext cx="0" cy="0"/>
          <a:chOff x="0" y="0"/>
          <a:chExt cx="0" cy="0"/>
        </a:xfrm>
      </p:grpSpPr>
      <p:sp>
        <p:nvSpPr>
          <p:cNvPr id="34" name="Google Shape;34;p4"/>
          <p:cNvSpPr txBox="1">
            <a:spLocks noGrp="1"/>
          </p:cNvSpPr>
          <p:nvPr>
            <p:ph type="title"/>
          </p:nvPr>
        </p:nvSpPr>
        <p:spPr>
          <a:xfrm>
            <a:off x="304800" y="270933"/>
            <a:ext cx="11582400" cy="745067"/>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3600"/>
              <a:buFont typeface="Arial"/>
              <a:buNone/>
              <a:defRPr sz="3600" b="1">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4"/>
          <p:cNvSpPr txBox="1">
            <a:spLocks noGrp="1"/>
          </p:cNvSpPr>
          <p:nvPr>
            <p:ph type="body" idx="1"/>
          </p:nvPr>
        </p:nvSpPr>
        <p:spPr>
          <a:xfrm>
            <a:off x="304800" y="1185333"/>
            <a:ext cx="11582400" cy="499163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Arial"/>
                <a:ea typeface="Arial"/>
                <a:cs typeface="Arial"/>
                <a:sym typeface="Arial"/>
              </a:defRPr>
            </a:lvl1pPr>
            <a:lvl2pPr marL="914400" lvl="1" indent="-381000" algn="l">
              <a:lnSpc>
                <a:spcPct val="90000"/>
              </a:lnSpc>
              <a:spcBef>
                <a:spcPts val="500"/>
              </a:spcBef>
              <a:spcAft>
                <a:spcPts val="0"/>
              </a:spcAft>
              <a:buClr>
                <a:schemeClr val="dk1"/>
              </a:buClr>
              <a:buSzPts val="2400"/>
              <a:buChar char="•"/>
              <a:defRPr>
                <a:latin typeface="Arial"/>
                <a:ea typeface="Arial"/>
                <a:cs typeface="Arial"/>
                <a:sym typeface="Arial"/>
              </a:defRPr>
            </a:lvl2pPr>
            <a:lvl3pPr marL="1371600" lvl="2" indent="-355600" algn="l">
              <a:lnSpc>
                <a:spcPct val="90000"/>
              </a:lnSpc>
              <a:spcBef>
                <a:spcPts val="500"/>
              </a:spcBef>
              <a:spcAft>
                <a:spcPts val="0"/>
              </a:spcAft>
              <a:buClr>
                <a:schemeClr val="dk1"/>
              </a:buClr>
              <a:buSzPts val="2000"/>
              <a:buChar char="•"/>
              <a:defRPr>
                <a:latin typeface="Arial"/>
                <a:ea typeface="Arial"/>
                <a:cs typeface="Arial"/>
                <a:sym typeface="Arial"/>
              </a:defRPr>
            </a:lvl3pPr>
            <a:lvl4pPr marL="1828800" lvl="3" indent="-342900" algn="l">
              <a:lnSpc>
                <a:spcPct val="90000"/>
              </a:lnSpc>
              <a:spcBef>
                <a:spcPts val="500"/>
              </a:spcBef>
              <a:spcAft>
                <a:spcPts val="0"/>
              </a:spcAft>
              <a:buClr>
                <a:schemeClr val="dk1"/>
              </a:buClr>
              <a:buSzPts val="1800"/>
              <a:buChar char="•"/>
              <a:defRPr>
                <a:latin typeface="Arial"/>
                <a:ea typeface="Arial"/>
                <a:cs typeface="Arial"/>
                <a:sym typeface="Arial"/>
              </a:defRPr>
            </a:lvl4pPr>
            <a:lvl5pPr marL="2286000" lvl="4" indent="-342900" algn="l">
              <a:lnSpc>
                <a:spcPct val="90000"/>
              </a:lnSpc>
              <a:spcBef>
                <a:spcPts val="5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4"/>
          <p:cNvSpPr txBox="1">
            <a:spLocks noGrp="1"/>
          </p:cNvSpPr>
          <p:nvPr>
            <p:ph type="dt" idx="10"/>
          </p:nvPr>
        </p:nvSpPr>
        <p:spPr>
          <a:xfrm>
            <a:off x="304800" y="6380692"/>
            <a:ext cx="3276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4"/>
          <p:cNvSpPr txBox="1">
            <a:spLocks noGrp="1"/>
          </p:cNvSpPr>
          <p:nvPr>
            <p:ph type="ftr" idx="11"/>
          </p:nvPr>
        </p:nvSpPr>
        <p:spPr>
          <a:xfrm>
            <a:off x="4038600" y="638069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4"/>
          <p:cNvSpPr txBox="1">
            <a:spLocks noGrp="1"/>
          </p:cNvSpPr>
          <p:nvPr>
            <p:ph type="sldNum" idx="12"/>
          </p:nvPr>
        </p:nvSpPr>
        <p:spPr>
          <a:xfrm>
            <a:off x="8610599" y="6356350"/>
            <a:ext cx="327659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9" name="Google Shape;39;p4"/>
          <p:cNvSpPr/>
          <p:nvPr/>
        </p:nvSpPr>
        <p:spPr>
          <a:xfrm>
            <a:off x="3706812" y="981604"/>
            <a:ext cx="4879976" cy="4879976"/>
          </a:xfrm>
          <a:prstGeom prst="rect">
            <a:avLst/>
          </a:prstGeom>
          <a:blipFill rotWithShape="1">
            <a:blip r:embed="rId2">
              <a:alphaModFix amt="32000"/>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40"/>
        <p:cNvGrpSpPr/>
        <p:nvPr/>
      </p:nvGrpSpPr>
      <p:grpSpPr>
        <a:xfrm>
          <a:off x="0" y="0"/>
          <a:ext cx="0" cy="0"/>
          <a:chOff x="0" y="0"/>
          <a:chExt cx="0" cy="0"/>
        </a:xfrm>
      </p:grpSpPr>
      <p:sp>
        <p:nvSpPr>
          <p:cNvPr id="41" name="Google Shape;41;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wo Content" type="twoObj">
  <p:cSld name="TWO_OBJECTS">
    <p:spTree>
      <p:nvGrpSpPr>
        <p:cNvPr id="1" name="Shape 46"/>
        <p:cNvGrpSpPr/>
        <p:nvPr/>
      </p:nvGrpSpPr>
      <p:grpSpPr>
        <a:xfrm>
          <a:off x="0" y="0"/>
          <a:ext cx="0" cy="0"/>
          <a:chOff x="0" y="0"/>
          <a:chExt cx="0" cy="0"/>
        </a:xfrm>
      </p:grpSpPr>
      <p:sp>
        <p:nvSpPr>
          <p:cNvPr id="47" name="Google Shape;47;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spTree>
      <p:nvGrpSpPr>
        <p:cNvPr id="1" name="Shape 53"/>
        <p:cNvGrpSpPr/>
        <p:nvPr/>
      </p:nvGrpSpPr>
      <p:grpSpPr>
        <a:xfrm>
          <a:off x="0" y="0"/>
          <a:ext cx="0" cy="0"/>
          <a:chOff x="0" y="0"/>
          <a:chExt cx="0" cy="0"/>
        </a:xfrm>
      </p:grpSpPr>
      <p:sp>
        <p:nvSpPr>
          <p:cNvPr id="54" name="Google Shape;54;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Title Only" type="titleOnly">
  <p:cSld name="TITLE_ONLY">
    <p:spTree>
      <p:nvGrpSpPr>
        <p:cNvPr id="1" name="Shape 62"/>
        <p:cNvGrpSpPr/>
        <p:nvPr/>
      </p:nvGrpSpPr>
      <p:grpSpPr>
        <a:xfrm>
          <a:off x="0" y="0"/>
          <a:ext cx="0" cy="0"/>
          <a:chOff x="0" y="0"/>
          <a:chExt cx="0" cy="0"/>
        </a:xfrm>
      </p:grpSpPr>
      <p:sp>
        <p:nvSpPr>
          <p:cNvPr id="63" name="Google Shape;63;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67"/>
        <p:cNvGrpSpPr/>
        <p:nvPr/>
      </p:nvGrpSpPr>
      <p:grpSpPr>
        <a:xfrm>
          <a:off x="0" y="0"/>
          <a:ext cx="0" cy="0"/>
          <a:chOff x="0" y="0"/>
          <a:chExt cx="0" cy="0"/>
        </a:xfrm>
      </p:grpSpPr>
      <p:sp>
        <p:nvSpPr>
          <p:cNvPr id="68" name="Google Shape;6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71"/>
        <p:cNvGrpSpPr/>
        <p:nvPr/>
      </p:nvGrpSpPr>
      <p:grpSpPr>
        <a:xfrm>
          <a:off x="0" y="0"/>
          <a:ext cx="0" cy="0"/>
          <a:chOff x="0" y="0"/>
          <a:chExt cx="0" cy="0"/>
        </a:xfrm>
      </p:grpSpPr>
      <p:sp>
        <p:nvSpPr>
          <p:cNvPr id="72" name="Google Shape;72;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1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4" name="Google Shape;74;p1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5" name="Google Shape;75;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8"/>
        <p:cNvGrpSpPr/>
        <p:nvPr/>
      </p:nvGrpSpPr>
      <p:grpSpPr>
        <a:xfrm>
          <a:off x="0" y="0"/>
          <a:ext cx="0" cy="0"/>
          <a:chOff x="0" y="0"/>
          <a:chExt cx="0" cy="0"/>
        </a:xfrm>
      </p:grpSpPr>
      <p:sp>
        <p:nvSpPr>
          <p:cNvPr id="79" name="Google Shape;79;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1"/>
          <p:cNvSpPr>
            <a:spLocks noGrp="1"/>
          </p:cNvSpPr>
          <p:nvPr>
            <p:ph type="pic" idx="2"/>
          </p:nvPr>
        </p:nvSpPr>
        <p:spPr>
          <a:xfrm>
            <a:off x="5183188" y="987425"/>
            <a:ext cx="6172200" cy="4873625"/>
          </a:xfrm>
          <a:prstGeom prst="rect">
            <a:avLst/>
          </a:prstGeom>
          <a:noFill/>
          <a:ln>
            <a:noFill/>
          </a:ln>
        </p:spPr>
      </p:sp>
      <p:sp>
        <p:nvSpPr>
          <p:cNvPr id="81" name="Google Shape;81;p1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2" name="Google Shape;8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Vertical Text" type="vertTx">
  <p:cSld name="VERTICAL_TEXT">
    <p:spTree>
      <p:nvGrpSpPr>
        <p:cNvPr id="1" name="Shape 85"/>
        <p:cNvGrpSpPr/>
        <p:nvPr/>
      </p:nvGrpSpPr>
      <p:grpSpPr>
        <a:xfrm>
          <a:off x="0" y="0"/>
          <a:ext cx="0" cy="0"/>
          <a:chOff x="0" y="0"/>
          <a:chExt cx="0" cy="0"/>
        </a:xfrm>
      </p:grpSpPr>
      <p:sp>
        <p:nvSpPr>
          <p:cNvPr id="86" name="Google Shape;86;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1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91"/>
        <p:cNvGrpSpPr/>
        <p:nvPr/>
      </p:nvGrpSpPr>
      <p:grpSpPr>
        <a:xfrm>
          <a:off x="0" y="0"/>
          <a:ext cx="0" cy="0"/>
          <a:chOff x="0" y="0"/>
          <a:chExt cx="0" cy="0"/>
        </a:xfrm>
      </p:grpSpPr>
      <p:sp>
        <p:nvSpPr>
          <p:cNvPr id="92" name="Google Shape;92;p1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1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4" name="Google Shape;9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100"/>
        <p:cNvGrpSpPr/>
        <p:nvPr/>
      </p:nvGrpSpPr>
      <p:grpSpPr>
        <a:xfrm>
          <a:off x="0" y="0"/>
          <a:ext cx="0" cy="0"/>
          <a:chOff x="0" y="0"/>
          <a:chExt cx="0" cy="0"/>
        </a:xfrm>
      </p:grpSpPr>
      <p:sp>
        <p:nvSpPr>
          <p:cNvPr id="102" name="Google Shape;102;p14"/>
          <p:cNvSpPr txBox="1">
            <a:spLocks noGrp="1"/>
          </p:cNvSpPr>
          <p:nvPr>
            <p:ph type="body" idx="1"/>
          </p:nvPr>
        </p:nvSpPr>
        <p:spPr>
          <a:xfrm>
            <a:off x="144925" y="2068524"/>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sz="4800" b="1" dirty="0">
                <a:solidFill>
                  <a:srgbClr val="FF0000"/>
                </a:solidFill>
                <a:latin typeface="Arial Black"/>
                <a:ea typeface="Arial Black"/>
                <a:cs typeface="Arial Black"/>
                <a:sym typeface="Arial Black"/>
              </a:rPr>
              <a:t>				ALPHABET TEST</a:t>
            </a:r>
            <a:endParaRPr sz="4800"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00"/>
        <p:cNvGrpSpPr/>
        <p:nvPr/>
      </p:nvGrpSpPr>
      <p:grpSpPr>
        <a:xfrm>
          <a:off x="0" y="0"/>
          <a:ext cx="0" cy="0"/>
          <a:chOff x="0" y="0"/>
          <a:chExt cx="0" cy="0"/>
        </a:xfrm>
      </p:grpSpPr>
      <p:sp>
        <p:nvSpPr>
          <p:cNvPr id="102" name="Google Shape;102;p14"/>
          <p:cNvSpPr txBox="1">
            <a:spLocks noGrp="1"/>
          </p:cNvSpPr>
          <p:nvPr>
            <p:ph type="body" idx="1"/>
          </p:nvPr>
        </p:nvSpPr>
        <p:spPr>
          <a:xfrm>
            <a:off x="157451" y="1060179"/>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dirty="0"/>
          </a:p>
        </p:txBody>
      </p:sp>
      <p:pic>
        <p:nvPicPr>
          <p:cNvPr id="3" name="Picture 2">
            <a:extLst>
              <a:ext uri="{FF2B5EF4-FFF2-40B4-BE49-F238E27FC236}">
                <a16:creationId xmlns:a16="http://schemas.microsoft.com/office/drawing/2014/main" id="{8F83EBD3-8FB9-0516-2437-58FE7DF7C84C}"/>
              </a:ext>
            </a:extLst>
          </p:cNvPr>
          <p:cNvPicPr>
            <a:picLocks noChangeAspect="1"/>
          </p:cNvPicPr>
          <p:nvPr/>
        </p:nvPicPr>
        <p:blipFill rotWithShape="1">
          <a:blip r:embed="rId3"/>
          <a:srcRect l="24182" t="36530" r="29357" b="40639"/>
          <a:stretch/>
        </p:blipFill>
        <p:spPr>
          <a:xfrm>
            <a:off x="375943" y="1847588"/>
            <a:ext cx="11440113" cy="3513552"/>
          </a:xfrm>
          <a:prstGeom prst="rect">
            <a:avLst/>
          </a:prstGeom>
        </p:spPr>
      </p:pic>
    </p:spTree>
    <p:extLst>
      <p:ext uri="{BB962C8B-B14F-4D97-AF65-F5344CB8AC3E}">
        <p14:creationId xmlns:p14="http://schemas.microsoft.com/office/powerpoint/2010/main" val="18294039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100"/>
        <p:cNvGrpSpPr/>
        <p:nvPr/>
      </p:nvGrpSpPr>
      <p:grpSpPr>
        <a:xfrm>
          <a:off x="0" y="0"/>
          <a:ext cx="0" cy="0"/>
          <a:chOff x="0" y="0"/>
          <a:chExt cx="0" cy="0"/>
        </a:xfrm>
      </p:grpSpPr>
      <p:pic>
        <p:nvPicPr>
          <p:cNvPr id="6" name="Picture 5">
            <a:extLst>
              <a:ext uri="{FF2B5EF4-FFF2-40B4-BE49-F238E27FC236}">
                <a16:creationId xmlns:a16="http://schemas.microsoft.com/office/drawing/2014/main" id="{9915EB06-91FE-7FD1-2587-C10E1A8E55FF}"/>
              </a:ext>
            </a:extLst>
          </p:cNvPr>
          <p:cNvPicPr>
            <a:picLocks noChangeAspect="1"/>
          </p:cNvPicPr>
          <p:nvPr/>
        </p:nvPicPr>
        <p:blipFill rotWithShape="1">
          <a:blip r:embed="rId3"/>
          <a:srcRect l="18931" t="28128" r="34779" b="15708"/>
          <a:stretch/>
        </p:blipFill>
        <p:spPr>
          <a:xfrm>
            <a:off x="181626" y="964504"/>
            <a:ext cx="8874692" cy="5376308"/>
          </a:xfrm>
          <a:prstGeom prst="rect">
            <a:avLst/>
          </a:prstGeom>
        </p:spPr>
      </p:pic>
    </p:spTree>
    <p:extLst>
      <p:ext uri="{BB962C8B-B14F-4D97-AF65-F5344CB8AC3E}">
        <p14:creationId xmlns:p14="http://schemas.microsoft.com/office/powerpoint/2010/main" val="34597473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100"/>
        <p:cNvGrpSpPr/>
        <p:nvPr/>
      </p:nvGrpSpPr>
      <p:grpSpPr>
        <a:xfrm>
          <a:off x="0" y="0"/>
          <a:ext cx="0" cy="0"/>
          <a:chOff x="0" y="0"/>
          <a:chExt cx="0" cy="0"/>
        </a:xfrm>
      </p:grpSpPr>
      <p:sp>
        <p:nvSpPr>
          <p:cNvPr id="102" name="Google Shape;102;p14"/>
          <p:cNvSpPr txBox="1">
            <a:spLocks noGrp="1"/>
          </p:cNvSpPr>
          <p:nvPr>
            <p:ph type="body" idx="1"/>
          </p:nvPr>
        </p:nvSpPr>
        <p:spPr>
          <a:xfrm>
            <a:off x="157451" y="719529"/>
            <a:ext cx="11733048" cy="568516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dirty="0"/>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a:t>
            </a:r>
            <a:r>
              <a:rPr lang="en-US" b="1" dirty="0">
                <a:latin typeface="Arial" panose="020B0604020202020204" pitchFamily="34" charset="0"/>
                <a:cs typeface="Arial" panose="020B0604020202020204" pitchFamily="34" charset="0"/>
              </a:rPr>
              <a:t>1. Which letter is 5th to the left of thirteenth letter from the left end ?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(a) H 		(b) R 		(c) I 		(d) G 		(e) None of these</a:t>
            </a:r>
            <a:endParaRP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51366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100"/>
        <p:cNvGrpSpPr/>
        <p:nvPr/>
      </p:nvGrpSpPr>
      <p:grpSpPr>
        <a:xfrm>
          <a:off x="0" y="0"/>
          <a:ext cx="0" cy="0"/>
          <a:chOff x="0" y="0"/>
          <a:chExt cx="0" cy="0"/>
        </a:xfrm>
      </p:grpSpPr>
      <p:sp>
        <p:nvSpPr>
          <p:cNvPr id="102" name="Google Shape;102;p14"/>
          <p:cNvSpPr txBox="1">
            <a:spLocks noGrp="1"/>
          </p:cNvSpPr>
          <p:nvPr>
            <p:ph type="body" idx="1"/>
          </p:nvPr>
        </p:nvSpPr>
        <p:spPr>
          <a:xfrm>
            <a:off x="157451" y="749509"/>
            <a:ext cx="11733048" cy="565518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dirty="0"/>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a:t>
            </a:r>
            <a:r>
              <a:rPr lang="en-US" b="1" dirty="0">
                <a:latin typeface="Arial" panose="020B0604020202020204" pitchFamily="34" charset="0"/>
                <a:cs typeface="Arial" panose="020B0604020202020204" pitchFamily="34" charset="0"/>
              </a:rPr>
              <a:t>1. Which letter is 5th to the left of thirteenth letter from the left end ?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solidFill>
                  <a:srgbClr val="FF0000"/>
                </a:solidFill>
                <a:latin typeface="Arial" panose="020B0604020202020204" pitchFamily="34" charset="0"/>
                <a:cs typeface="Arial" panose="020B0604020202020204" pitchFamily="34" charset="0"/>
              </a:rPr>
              <a:t>(a) H </a:t>
            </a:r>
            <a:r>
              <a:rPr lang="en-US" b="1" dirty="0">
                <a:latin typeface="Arial" panose="020B0604020202020204" pitchFamily="34" charset="0"/>
                <a:cs typeface="Arial" panose="020B0604020202020204" pitchFamily="34" charset="0"/>
              </a:rPr>
              <a:t>		(b) R 		(c) I 		(d) G 		(e) None of these</a:t>
            </a:r>
            <a:endParaRP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3801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106"/>
        <p:cNvGrpSpPr/>
        <p:nvPr/>
      </p:nvGrpSpPr>
      <p:grpSpPr>
        <a:xfrm>
          <a:off x="0" y="0"/>
          <a:ext cx="0" cy="0"/>
          <a:chOff x="0" y="0"/>
          <a:chExt cx="0" cy="0"/>
        </a:xfrm>
      </p:grpSpPr>
      <p:sp>
        <p:nvSpPr>
          <p:cNvPr id="108" name="Google Shape;108;p15"/>
          <p:cNvSpPr txBox="1">
            <a:spLocks noGrp="1"/>
          </p:cNvSpPr>
          <p:nvPr>
            <p:ph type="body" idx="1"/>
          </p:nvPr>
        </p:nvSpPr>
        <p:spPr>
          <a:xfrm>
            <a:off x="157451" y="749509"/>
            <a:ext cx="11733048" cy="565518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dirty="0"/>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a:t>
            </a:r>
            <a:r>
              <a:rPr lang="en-US" b="1" dirty="0">
                <a:latin typeface="Arial" panose="020B0604020202020204" pitchFamily="34" charset="0"/>
                <a:cs typeface="Arial" panose="020B0604020202020204" pitchFamily="34" charset="0"/>
              </a:rPr>
              <a:t>2. Which letter is 6th to the right of twelfth letter from the right end ?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(a) T 		(b) U 		(c) F 		(d) R 		(e) None of these</a:t>
            </a:r>
            <a:endParaRPr dirty="0">
              <a:latin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106"/>
        <p:cNvGrpSpPr/>
        <p:nvPr/>
      </p:nvGrpSpPr>
      <p:grpSpPr>
        <a:xfrm>
          <a:off x="0" y="0"/>
          <a:ext cx="0" cy="0"/>
          <a:chOff x="0" y="0"/>
          <a:chExt cx="0" cy="0"/>
        </a:xfrm>
      </p:grpSpPr>
      <p:sp>
        <p:nvSpPr>
          <p:cNvPr id="108" name="Google Shape;108;p15"/>
          <p:cNvSpPr txBox="1">
            <a:spLocks noGrp="1"/>
          </p:cNvSpPr>
          <p:nvPr>
            <p:ph type="body" idx="1"/>
          </p:nvPr>
        </p:nvSpPr>
        <p:spPr>
          <a:xfrm>
            <a:off x="157451" y="749509"/>
            <a:ext cx="11733048" cy="565518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dirty="0"/>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a:t>
            </a:r>
            <a:r>
              <a:rPr lang="en-US" b="1" dirty="0">
                <a:latin typeface="Arial" panose="020B0604020202020204" pitchFamily="34" charset="0"/>
                <a:cs typeface="Arial" panose="020B0604020202020204" pitchFamily="34" charset="0"/>
              </a:rPr>
              <a:t>2. Which letter is 6th to the right of twelfth letter from the right end ?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(a) T 		</a:t>
            </a:r>
            <a:r>
              <a:rPr lang="en-US" b="1" dirty="0">
                <a:solidFill>
                  <a:srgbClr val="FF0000"/>
                </a:solidFill>
                <a:latin typeface="Arial" panose="020B0604020202020204" pitchFamily="34" charset="0"/>
                <a:cs typeface="Arial" panose="020B0604020202020204" pitchFamily="34" charset="0"/>
              </a:rPr>
              <a:t>(b) U </a:t>
            </a:r>
            <a:r>
              <a:rPr lang="en-US" b="1" dirty="0">
                <a:latin typeface="Arial" panose="020B0604020202020204" pitchFamily="34" charset="0"/>
                <a:cs typeface="Arial" panose="020B0604020202020204" pitchFamily="34" charset="0"/>
              </a:rPr>
              <a:t>		(c) F 		(d) R 		(e) None of these</a:t>
            </a:r>
            <a:endParaRP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44090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112"/>
        <p:cNvGrpSpPr/>
        <p:nvPr/>
      </p:nvGrpSpPr>
      <p:grpSpPr>
        <a:xfrm>
          <a:off x="0" y="0"/>
          <a:ext cx="0" cy="0"/>
          <a:chOff x="0" y="0"/>
          <a:chExt cx="0" cy="0"/>
        </a:xfrm>
      </p:grpSpPr>
      <p:sp>
        <p:nvSpPr>
          <p:cNvPr id="114" name="Google Shape;114;p16"/>
          <p:cNvSpPr txBox="1">
            <a:spLocks noGrp="1"/>
          </p:cNvSpPr>
          <p:nvPr>
            <p:ph type="body" idx="1"/>
          </p:nvPr>
        </p:nvSpPr>
        <p:spPr>
          <a:xfrm>
            <a:off x="157451" y="749509"/>
            <a:ext cx="11733048" cy="565518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dirty="0"/>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a:t>
            </a:r>
            <a:r>
              <a:rPr lang="en-US" b="1" dirty="0">
                <a:latin typeface="Arial" panose="020B0604020202020204" pitchFamily="34" charset="0"/>
                <a:cs typeface="Arial" panose="020B0604020202020204" pitchFamily="34" charset="0"/>
              </a:rPr>
              <a:t>3. Which letter is Seventh to the right of thirteenth letter from the left end ? (a) U 	(b) G 		(c) T 		(d) V 		(e) None of these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112"/>
        <p:cNvGrpSpPr/>
        <p:nvPr/>
      </p:nvGrpSpPr>
      <p:grpSpPr>
        <a:xfrm>
          <a:off x="0" y="0"/>
          <a:ext cx="0" cy="0"/>
          <a:chOff x="0" y="0"/>
          <a:chExt cx="0" cy="0"/>
        </a:xfrm>
      </p:grpSpPr>
      <p:sp>
        <p:nvSpPr>
          <p:cNvPr id="114" name="Google Shape;114;p16"/>
          <p:cNvSpPr txBox="1">
            <a:spLocks noGrp="1"/>
          </p:cNvSpPr>
          <p:nvPr>
            <p:ph type="body" idx="1"/>
          </p:nvPr>
        </p:nvSpPr>
        <p:spPr>
          <a:xfrm>
            <a:off x="157451" y="749509"/>
            <a:ext cx="11733048" cy="565518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dirty="0"/>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a:t>
            </a:r>
            <a:r>
              <a:rPr lang="en-US" b="1" dirty="0">
                <a:latin typeface="Arial" panose="020B0604020202020204" pitchFamily="34" charset="0"/>
                <a:cs typeface="Arial" panose="020B0604020202020204" pitchFamily="34" charset="0"/>
              </a:rPr>
              <a:t>3. Which letter is Seventh to the right of thirteenth letter from the left end ? (a) U 	(b) G 		</a:t>
            </a:r>
            <a:r>
              <a:rPr lang="en-US" b="1" dirty="0">
                <a:solidFill>
                  <a:srgbClr val="FF0000"/>
                </a:solidFill>
                <a:latin typeface="Arial" panose="020B0604020202020204" pitchFamily="34" charset="0"/>
                <a:cs typeface="Arial" panose="020B0604020202020204" pitchFamily="34" charset="0"/>
              </a:rPr>
              <a:t>(c) T </a:t>
            </a:r>
            <a:r>
              <a:rPr lang="en-US" b="1" dirty="0">
                <a:latin typeface="Arial" panose="020B0604020202020204" pitchFamily="34" charset="0"/>
                <a:cs typeface="Arial" panose="020B0604020202020204" pitchFamily="34" charset="0"/>
              </a:rPr>
              <a:t>		(d) V 		(e) None of these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35549645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118"/>
        <p:cNvGrpSpPr/>
        <p:nvPr/>
      </p:nvGrpSpPr>
      <p:grpSpPr>
        <a:xfrm>
          <a:off x="0" y="0"/>
          <a:ext cx="0" cy="0"/>
          <a:chOff x="0" y="0"/>
          <a:chExt cx="0" cy="0"/>
        </a:xfrm>
      </p:grpSpPr>
      <p:sp>
        <p:nvSpPr>
          <p:cNvPr id="120" name="Google Shape;120;p17"/>
          <p:cNvSpPr txBox="1">
            <a:spLocks noGrp="1"/>
          </p:cNvSpPr>
          <p:nvPr>
            <p:ph type="body" idx="1"/>
          </p:nvPr>
        </p:nvSpPr>
        <p:spPr>
          <a:xfrm>
            <a:off x="157451" y="719529"/>
            <a:ext cx="11733048" cy="568516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dirty="0"/>
          </a:p>
          <a:p>
            <a:pPr marL="228600" lvl="0" indent="-228600" algn="l" rtl="0">
              <a:lnSpc>
                <a:spcPct val="90000"/>
              </a:lnSpc>
              <a:spcBef>
                <a:spcPts val="1000"/>
              </a:spcBef>
              <a:spcAft>
                <a:spcPts val="0"/>
              </a:spcAft>
              <a:buClr>
                <a:schemeClr val="dk1"/>
              </a:buClr>
              <a:buSzPts val="2400"/>
              <a:buNone/>
            </a:pPr>
            <a:r>
              <a:rPr lang="en-US" b="1" dirty="0"/>
              <a:t>Direction: Each question is based on the following alphabet series</a:t>
            </a:r>
            <a:endParaRPr dirty="0"/>
          </a:p>
          <a:p>
            <a:pPr marL="228600" lvl="0" indent="-228600" algn="l" rtl="0">
              <a:lnSpc>
                <a:spcPct val="90000"/>
              </a:lnSpc>
              <a:spcBef>
                <a:spcPts val="1000"/>
              </a:spcBef>
              <a:spcAft>
                <a:spcPts val="0"/>
              </a:spcAft>
              <a:buClr>
                <a:schemeClr val="dk1"/>
              </a:buClr>
              <a:buSzPts val="2400"/>
              <a:buNone/>
            </a:pPr>
            <a:r>
              <a:rPr lang="en-US" b="1" dirty="0"/>
              <a:t>		       	A B C D E F G H I J K L M N O P Q R S T U V W X Y Z</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4</a:t>
            </a:r>
            <a:r>
              <a:rPr lang="en-US" b="1" dirty="0"/>
              <a:t>. Which letter is second to the left of fifth to the right to eighth to the left of twentieth letter from the left end ? </a:t>
            </a:r>
            <a:endParaRPr dirty="0"/>
          </a:p>
          <a:p>
            <a:pPr marL="228600" lvl="0" indent="-228600" algn="l" rtl="0">
              <a:lnSpc>
                <a:spcPct val="90000"/>
              </a:lnSpc>
              <a:spcBef>
                <a:spcPts val="1000"/>
              </a:spcBef>
              <a:spcAft>
                <a:spcPts val="0"/>
              </a:spcAft>
              <a:buClr>
                <a:schemeClr val="dk1"/>
              </a:buClr>
              <a:buSzPts val="2400"/>
              <a:buNone/>
            </a:pPr>
            <a:r>
              <a:rPr lang="en-US" b="1" dirty="0"/>
              <a:t>(a) O 		(b) P 		(c) Q 		(d) N 		(e) None of these</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118"/>
        <p:cNvGrpSpPr/>
        <p:nvPr/>
      </p:nvGrpSpPr>
      <p:grpSpPr>
        <a:xfrm>
          <a:off x="0" y="0"/>
          <a:ext cx="0" cy="0"/>
          <a:chOff x="0" y="0"/>
          <a:chExt cx="0" cy="0"/>
        </a:xfrm>
      </p:grpSpPr>
      <p:sp>
        <p:nvSpPr>
          <p:cNvPr id="120" name="Google Shape;120;p17"/>
          <p:cNvSpPr txBox="1">
            <a:spLocks noGrp="1"/>
          </p:cNvSpPr>
          <p:nvPr>
            <p:ph type="body" idx="1"/>
          </p:nvPr>
        </p:nvSpPr>
        <p:spPr>
          <a:xfrm>
            <a:off x="157451" y="719529"/>
            <a:ext cx="11733048" cy="568516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dirty="0"/>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4</a:t>
            </a:r>
            <a:r>
              <a:rPr lang="en-US" b="1" dirty="0">
                <a:latin typeface="Arial" panose="020B0604020202020204" pitchFamily="34" charset="0"/>
                <a:cs typeface="Arial" panose="020B0604020202020204" pitchFamily="34" charset="0"/>
              </a:rPr>
              <a:t>. Which letter is second to the left of fifth to the right to eighth to the left of twentieth letter from the left end ?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solidFill>
                  <a:srgbClr val="FF0000"/>
                </a:solidFill>
                <a:latin typeface="Arial" panose="020B0604020202020204" pitchFamily="34" charset="0"/>
                <a:cs typeface="Arial" panose="020B0604020202020204" pitchFamily="34" charset="0"/>
              </a:rPr>
              <a:t>(a) O </a:t>
            </a:r>
            <a:r>
              <a:rPr lang="en-US" b="1" dirty="0">
                <a:latin typeface="Arial" panose="020B0604020202020204" pitchFamily="34" charset="0"/>
                <a:cs typeface="Arial" panose="020B0604020202020204" pitchFamily="34" charset="0"/>
              </a:rPr>
              <a:t>		(b) P 		(c) Q 		(d) N 		(e) None of these</a:t>
            </a:r>
            <a:endParaRP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025743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124"/>
        <p:cNvGrpSpPr/>
        <p:nvPr/>
      </p:nvGrpSpPr>
      <p:grpSpPr>
        <a:xfrm>
          <a:off x="0" y="0"/>
          <a:ext cx="0" cy="0"/>
          <a:chOff x="0" y="0"/>
          <a:chExt cx="0" cy="0"/>
        </a:xfrm>
      </p:grpSpPr>
      <p:sp>
        <p:nvSpPr>
          <p:cNvPr id="126" name="Google Shape;126;p18"/>
          <p:cNvSpPr txBox="1">
            <a:spLocks noGrp="1"/>
          </p:cNvSpPr>
          <p:nvPr>
            <p:ph type="body" idx="1"/>
          </p:nvPr>
        </p:nvSpPr>
        <p:spPr>
          <a:xfrm>
            <a:off x="157451" y="704539"/>
            <a:ext cx="11733048" cy="570015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dirty="0"/>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5</a:t>
            </a:r>
            <a:r>
              <a:rPr lang="en-US" b="1" dirty="0">
                <a:latin typeface="Arial" panose="020B0604020202020204" pitchFamily="34" charset="0"/>
                <a:cs typeface="Arial" panose="020B0604020202020204" pitchFamily="34" charset="0"/>
              </a:rPr>
              <a:t>. Which letter is 8th to the right of seventh letter from the left ?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(a) O 		(b) A 		(c) L 		(d) K 		(e) None of these</a:t>
            </a:r>
            <a:r>
              <a:rPr lang="en-US" b="1" dirty="0">
                <a:latin typeface="Arial" panose="020B0604020202020204" pitchFamily="34" charset="0"/>
                <a:ea typeface="Arial Black"/>
                <a:cs typeface="Arial" panose="020B0604020202020204" pitchFamily="34" charset="0"/>
                <a:sym typeface="Arial Black"/>
              </a:rPr>
              <a:t> </a:t>
            </a:r>
            <a:r>
              <a:rPr lang="en-US" b="1" dirty="0">
                <a:latin typeface="Arial" panose="020B0604020202020204" pitchFamily="34" charset="0"/>
                <a:cs typeface="Arial" panose="020B0604020202020204" pitchFamily="34" charset="0"/>
              </a:rPr>
              <a:t>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124"/>
        <p:cNvGrpSpPr/>
        <p:nvPr/>
      </p:nvGrpSpPr>
      <p:grpSpPr>
        <a:xfrm>
          <a:off x="0" y="0"/>
          <a:ext cx="0" cy="0"/>
          <a:chOff x="0" y="0"/>
          <a:chExt cx="0" cy="0"/>
        </a:xfrm>
      </p:grpSpPr>
      <p:sp>
        <p:nvSpPr>
          <p:cNvPr id="126" name="Google Shape;126;p18"/>
          <p:cNvSpPr txBox="1">
            <a:spLocks noGrp="1"/>
          </p:cNvSpPr>
          <p:nvPr>
            <p:ph type="body" idx="1"/>
          </p:nvPr>
        </p:nvSpPr>
        <p:spPr>
          <a:xfrm>
            <a:off x="157451" y="719529"/>
            <a:ext cx="11733048" cy="568516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dirty="0"/>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5</a:t>
            </a:r>
            <a:r>
              <a:rPr lang="en-US" b="1" dirty="0">
                <a:latin typeface="Arial" panose="020B0604020202020204" pitchFamily="34" charset="0"/>
                <a:cs typeface="Arial" panose="020B0604020202020204" pitchFamily="34" charset="0"/>
              </a:rPr>
              <a:t>. Which letter is 8th to the right of seventh letter from the left ?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solidFill>
                  <a:srgbClr val="FF0000"/>
                </a:solidFill>
                <a:latin typeface="Arial" panose="020B0604020202020204" pitchFamily="34" charset="0"/>
                <a:cs typeface="Arial" panose="020B0604020202020204" pitchFamily="34" charset="0"/>
              </a:rPr>
              <a:t>(a) O </a:t>
            </a:r>
            <a:r>
              <a:rPr lang="en-US" b="1" dirty="0">
                <a:latin typeface="Arial" panose="020B0604020202020204" pitchFamily="34" charset="0"/>
                <a:cs typeface="Arial" panose="020B0604020202020204" pitchFamily="34" charset="0"/>
              </a:rPr>
              <a:t>		(b) A 		(c) L 		(d) K 		(e) None of these</a:t>
            </a:r>
            <a:r>
              <a:rPr lang="en-US" b="1" dirty="0">
                <a:latin typeface="Arial" panose="020B0604020202020204" pitchFamily="34" charset="0"/>
                <a:ea typeface="Arial Black"/>
                <a:cs typeface="Arial" panose="020B0604020202020204" pitchFamily="34" charset="0"/>
                <a:sym typeface="Arial Black"/>
              </a:rPr>
              <a:t> </a:t>
            </a:r>
            <a:r>
              <a:rPr lang="en-US" b="1" dirty="0">
                <a:latin typeface="Arial" panose="020B0604020202020204" pitchFamily="34" charset="0"/>
                <a:cs typeface="Arial" panose="020B0604020202020204" pitchFamily="34" charset="0"/>
              </a:rPr>
              <a:t>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17962596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148"/>
        <p:cNvGrpSpPr/>
        <p:nvPr/>
      </p:nvGrpSpPr>
      <p:grpSpPr>
        <a:xfrm>
          <a:off x="0" y="0"/>
          <a:ext cx="0" cy="0"/>
          <a:chOff x="0" y="0"/>
          <a:chExt cx="0" cy="0"/>
        </a:xfrm>
      </p:grpSpPr>
      <p:sp>
        <p:nvSpPr>
          <p:cNvPr id="150" name="Google Shape;150;p22"/>
          <p:cNvSpPr txBox="1">
            <a:spLocks noGrp="1"/>
          </p:cNvSpPr>
          <p:nvPr>
            <p:ph type="body" idx="1"/>
          </p:nvPr>
        </p:nvSpPr>
        <p:spPr>
          <a:xfrm>
            <a:off x="157451" y="719529"/>
            <a:ext cx="11733048" cy="568516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Direction: Reverse the following sequence of the English alphabet then answer the following questions.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  </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6</a:t>
            </a:r>
            <a:r>
              <a:rPr lang="en-US" b="1" dirty="0">
                <a:latin typeface="Arial" panose="020B0604020202020204" pitchFamily="34" charset="0"/>
                <a:cs typeface="Arial" panose="020B0604020202020204" pitchFamily="34" charset="0"/>
              </a:rPr>
              <a:t>. Which letter is 9th to the left of 24th letter from the left in new series?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(a) X 		(b) C 		(c) O 		(d) L 		(e) None of these</a:t>
            </a:r>
            <a:endParaRPr dirty="0">
              <a:latin typeface="Arial" panose="020B0604020202020204" pitchFamily="34" charset="0"/>
              <a:cs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148"/>
        <p:cNvGrpSpPr/>
        <p:nvPr/>
      </p:nvGrpSpPr>
      <p:grpSpPr>
        <a:xfrm>
          <a:off x="0" y="0"/>
          <a:ext cx="0" cy="0"/>
          <a:chOff x="0" y="0"/>
          <a:chExt cx="0" cy="0"/>
        </a:xfrm>
      </p:grpSpPr>
      <p:sp>
        <p:nvSpPr>
          <p:cNvPr id="150" name="Google Shape;150;p22"/>
          <p:cNvSpPr txBox="1">
            <a:spLocks noGrp="1"/>
          </p:cNvSpPr>
          <p:nvPr>
            <p:ph type="body" idx="1"/>
          </p:nvPr>
        </p:nvSpPr>
        <p:spPr>
          <a:xfrm>
            <a:off x="157451" y="689549"/>
            <a:ext cx="11733048" cy="571514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Direction: Reverse the following sequence of the English alphabet then answer the following questions.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  </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6</a:t>
            </a:r>
            <a:r>
              <a:rPr lang="en-US" b="1" dirty="0">
                <a:latin typeface="Arial" panose="020B0604020202020204" pitchFamily="34" charset="0"/>
                <a:cs typeface="Arial" panose="020B0604020202020204" pitchFamily="34" charset="0"/>
              </a:rPr>
              <a:t>. Which letter is 9th to the left of 24th letter from the left in new series?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(a) X 		(b) C 		(c) O 		</a:t>
            </a:r>
            <a:r>
              <a:rPr lang="en-US" b="1" dirty="0">
                <a:solidFill>
                  <a:srgbClr val="FF0000"/>
                </a:solidFill>
                <a:latin typeface="Arial" panose="020B0604020202020204" pitchFamily="34" charset="0"/>
                <a:cs typeface="Arial" panose="020B0604020202020204" pitchFamily="34" charset="0"/>
              </a:rPr>
              <a:t>(d) L </a:t>
            </a:r>
            <a:r>
              <a:rPr lang="en-US" b="1" dirty="0">
                <a:latin typeface="Arial" panose="020B0604020202020204" pitchFamily="34" charset="0"/>
                <a:cs typeface="Arial" panose="020B0604020202020204" pitchFamily="34" charset="0"/>
              </a:rPr>
              <a:t>		(e) None of these</a:t>
            </a:r>
            <a:endParaRP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361504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160"/>
        <p:cNvGrpSpPr/>
        <p:nvPr/>
      </p:nvGrpSpPr>
      <p:grpSpPr>
        <a:xfrm>
          <a:off x="0" y="0"/>
          <a:ext cx="0" cy="0"/>
          <a:chOff x="0" y="0"/>
          <a:chExt cx="0" cy="0"/>
        </a:xfrm>
      </p:grpSpPr>
      <p:sp>
        <p:nvSpPr>
          <p:cNvPr id="162" name="Google Shape;162;p24"/>
          <p:cNvSpPr txBox="1">
            <a:spLocks noGrp="1"/>
          </p:cNvSpPr>
          <p:nvPr>
            <p:ph type="body" idx="1"/>
          </p:nvPr>
        </p:nvSpPr>
        <p:spPr>
          <a:xfrm>
            <a:off x="157451" y="764499"/>
            <a:ext cx="11733048" cy="564019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Direction: Reverse the following sequence of the English alphabet then answer the following questions.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  </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7</a:t>
            </a:r>
            <a:r>
              <a:rPr lang="en-US" b="1" dirty="0">
                <a:latin typeface="Arial" panose="020B0604020202020204" pitchFamily="34" charset="0"/>
                <a:cs typeface="Arial" panose="020B0604020202020204" pitchFamily="34" charset="0"/>
              </a:rPr>
              <a:t>. Which letter is 6th to the right of first vowel from the left end of English alphabet in new series?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(a) O 		(b) A 		(c) B 		(d) P 		(e)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160"/>
        <p:cNvGrpSpPr/>
        <p:nvPr/>
      </p:nvGrpSpPr>
      <p:grpSpPr>
        <a:xfrm>
          <a:off x="0" y="0"/>
          <a:ext cx="0" cy="0"/>
          <a:chOff x="0" y="0"/>
          <a:chExt cx="0" cy="0"/>
        </a:xfrm>
      </p:grpSpPr>
      <p:sp>
        <p:nvSpPr>
          <p:cNvPr id="162" name="Google Shape;162;p24"/>
          <p:cNvSpPr txBox="1">
            <a:spLocks noGrp="1"/>
          </p:cNvSpPr>
          <p:nvPr>
            <p:ph type="body" idx="1"/>
          </p:nvPr>
        </p:nvSpPr>
        <p:spPr>
          <a:xfrm>
            <a:off x="157451" y="719529"/>
            <a:ext cx="11733048" cy="568516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Direction: Reverse the following sequence of the English alphabet then answer the following questions.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  </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7</a:t>
            </a:r>
            <a:r>
              <a:rPr lang="en-US" b="1" dirty="0">
                <a:latin typeface="Arial" panose="020B0604020202020204" pitchFamily="34" charset="0"/>
                <a:cs typeface="Arial" panose="020B0604020202020204" pitchFamily="34" charset="0"/>
              </a:rPr>
              <a:t>. Which letter is 6th to the right of first vowel from the left end of English alphabet in new series?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solidFill>
                  <a:srgbClr val="FF0000"/>
                </a:solidFill>
                <a:latin typeface="Arial" panose="020B0604020202020204" pitchFamily="34" charset="0"/>
                <a:cs typeface="Arial" panose="020B0604020202020204" pitchFamily="34" charset="0"/>
              </a:rPr>
              <a:t>(a) O </a:t>
            </a:r>
            <a:r>
              <a:rPr lang="en-US" b="1" dirty="0">
                <a:latin typeface="Arial" panose="020B0604020202020204" pitchFamily="34" charset="0"/>
                <a:cs typeface="Arial" panose="020B0604020202020204" pitchFamily="34" charset="0"/>
              </a:rPr>
              <a:t>		</a:t>
            </a:r>
            <a:r>
              <a:rPr lang="en-US" b="1" dirty="0">
                <a:solidFill>
                  <a:schemeClr val="tx1"/>
                </a:solidFill>
                <a:latin typeface="Arial" panose="020B0604020202020204" pitchFamily="34" charset="0"/>
                <a:cs typeface="Arial" panose="020B0604020202020204" pitchFamily="34" charset="0"/>
              </a:rPr>
              <a:t>(b) A </a:t>
            </a:r>
            <a:r>
              <a:rPr lang="en-US" b="1" dirty="0">
                <a:latin typeface="Arial" panose="020B0604020202020204" pitchFamily="34" charset="0"/>
                <a:cs typeface="Arial" panose="020B0604020202020204" pitchFamily="34" charset="0"/>
              </a:rPr>
              <a:t>		(c) B 		(d) P 		(e)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18069612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166"/>
        <p:cNvGrpSpPr/>
        <p:nvPr/>
      </p:nvGrpSpPr>
      <p:grpSpPr>
        <a:xfrm>
          <a:off x="0" y="0"/>
          <a:ext cx="0" cy="0"/>
          <a:chOff x="0" y="0"/>
          <a:chExt cx="0" cy="0"/>
        </a:xfrm>
      </p:grpSpPr>
      <p:sp>
        <p:nvSpPr>
          <p:cNvPr id="168" name="Google Shape;168;p25"/>
          <p:cNvSpPr txBox="1">
            <a:spLocks noGrp="1"/>
          </p:cNvSpPr>
          <p:nvPr>
            <p:ph type="body" idx="1"/>
          </p:nvPr>
        </p:nvSpPr>
        <p:spPr>
          <a:xfrm>
            <a:off x="157451" y="749509"/>
            <a:ext cx="11733048" cy="565518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Direction: Reverse the following sequence of the English alphabet then answer the following questions.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  </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8</a:t>
            </a:r>
            <a:r>
              <a:rPr lang="en-US" b="1" dirty="0">
                <a:latin typeface="Arial" panose="020B0604020202020204" pitchFamily="34" charset="0"/>
                <a:cs typeface="Arial" panose="020B0604020202020204" pitchFamily="34" charset="0"/>
              </a:rPr>
              <a:t>. Which letter will be twelfth to the left of sixteenth letter from your left?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(a) D 		(b) V 		(c) W 		(d) X 		(e)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166"/>
        <p:cNvGrpSpPr/>
        <p:nvPr/>
      </p:nvGrpSpPr>
      <p:grpSpPr>
        <a:xfrm>
          <a:off x="0" y="0"/>
          <a:ext cx="0" cy="0"/>
          <a:chOff x="0" y="0"/>
          <a:chExt cx="0" cy="0"/>
        </a:xfrm>
      </p:grpSpPr>
      <p:sp>
        <p:nvSpPr>
          <p:cNvPr id="168" name="Google Shape;168;p25"/>
          <p:cNvSpPr txBox="1">
            <a:spLocks noGrp="1"/>
          </p:cNvSpPr>
          <p:nvPr>
            <p:ph type="body" idx="1"/>
          </p:nvPr>
        </p:nvSpPr>
        <p:spPr>
          <a:xfrm>
            <a:off x="157451" y="719529"/>
            <a:ext cx="11733048" cy="568516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Direction: Reverse the following sequence of the English alphabet then answer the following questions.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  </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8</a:t>
            </a:r>
            <a:r>
              <a:rPr lang="en-US" b="1" dirty="0">
                <a:latin typeface="Arial" panose="020B0604020202020204" pitchFamily="34" charset="0"/>
                <a:cs typeface="Arial" panose="020B0604020202020204" pitchFamily="34" charset="0"/>
              </a:rPr>
              <a:t>. Which letter will be twelfth to the left of sixteenth letter from your left?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(a) D 		(b) V 		</a:t>
            </a:r>
            <a:r>
              <a:rPr lang="en-US" b="1" dirty="0">
                <a:solidFill>
                  <a:srgbClr val="FF0000"/>
                </a:solidFill>
                <a:latin typeface="Arial" panose="020B0604020202020204" pitchFamily="34" charset="0"/>
                <a:cs typeface="Arial" panose="020B0604020202020204" pitchFamily="34" charset="0"/>
              </a:rPr>
              <a:t>(c) W </a:t>
            </a:r>
            <a:r>
              <a:rPr lang="en-US" b="1" dirty="0">
                <a:latin typeface="Arial" panose="020B0604020202020204" pitchFamily="34" charset="0"/>
                <a:cs typeface="Arial" panose="020B0604020202020204" pitchFamily="34" charset="0"/>
              </a:rPr>
              <a:t>		(d) X 		(e)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19425129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Shape 178"/>
        <p:cNvGrpSpPr/>
        <p:nvPr/>
      </p:nvGrpSpPr>
      <p:grpSpPr>
        <a:xfrm>
          <a:off x="0" y="0"/>
          <a:ext cx="0" cy="0"/>
          <a:chOff x="0" y="0"/>
          <a:chExt cx="0" cy="0"/>
        </a:xfrm>
      </p:grpSpPr>
      <p:sp>
        <p:nvSpPr>
          <p:cNvPr id="180" name="Google Shape;180;p27"/>
          <p:cNvSpPr txBox="1">
            <a:spLocks noGrp="1"/>
          </p:cNvSpPr>
          <p:nvPr>
            <p:ph type="body" idx="1"/>
          </p:nvPr>
        </p:nvSpPr>
        <p:spPr>
          <a:xfrm>
            <a:off x="157451" y="779489"/>
            <a:ext cx="11733048" cy="562520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 Direction: Each question is based on the following alphabet series:</a:t>
            </a:r>
            <a:endParaRPr dirty="0"/>
          </a:p>
          <a:p>
            <a:pPr marL="228600" lvl="0" indent="-228600" algn="l" rtl="0">
              <a:lnSpc>
                <a:spcPct val="90000"/>
              </a:lnSpc>
              <a:spcBef>
                <a:spcPts val="1000"/>
              </a:spcBef>
              <a:spcAft>
                <a:spcPts val="0"/>
              </a:spcAft>
              <a:buClr>
                <a:schemeClr val="dk1"/>
              </a:buClr>
              <a:buSzPts val="2400"/>
              <a:buNone/>
            </a:pPr>
            <a:r>
              <a:rPr lang="en-US" b="1" dirty="0"/>
              <a:t>			A B C D E F G H I J K L M N O P Q R S T U V W X Y Z</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9</a:t>
            </a:r>
            <a:r>
              <a:rPr lang="en-US" b="1" dirty="0"/>
              <a:t>. How many letter between 7th letter from left and 24th letter from left. </a:t>
            </a:r>
            <a:endParaRPr dirty="0"/>
          </a:p>
          <a:p>
            <a:pPr marL="228600" lvl="0" indent="-228600" algn="l" rtl="0">
              <a:lnSpc>
                <a:spcPct val="90000"/>
              </a:lnSpc>
              <a:spcBef>
                <a:spcPts val="1000"/>
              </a:spcBef>
              <a:spcAft>
                <a:spcPts val="0"/>
              </a:spcAft>
              <a:buClr>
                <a:schemeClr val="dk1"/>
              </a:buClr>
              <a:buSzPts val="2400"/>
              <a:buNone/>
            </a:pPr>
            <a:r>
              <a:rPr lang="en-US" b="1" dirty="0"/>
              <a:t>(a) 17 		(b) 16 		(c) 15 		(d) 20 		(e) None of these</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178"/>
        <p:cNvGrpSpPr/>
        <p:nvPr/>
      </p:nvGrpSpPr>
      <p:grpSpPr>
        <a:xfrm>
          <a:off x="0" y="0"/>
          <a:ext cx="0" cy="0"/>
          <a:chOff x="0" y="0"/>
          <a:chExt cx="0" cy="0"/>
        </a:xfrm>
      </p:grpSpPr>
      <p:sp>
        <p:nvSpPr>
          <p:cNvPr id="180" name="Google Shape;180;p27"/>
          <p:cNvSpPr txBox="1">
            <a:spLocks noGrp="1"/>
          </p:cNvSpPr>
          <p:nvPr>
            <p:ph type="body" idx="1"/>
          </p:nvPr>
        </p:nvSpPr>
        <p:spPr>
          <a:xfrm>
            <a:off x="157451" y="704539"/>
            <a:ext cx="11733048" cy="570015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 </a:t>
            </a: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9</a:t>
            </a:r>
            <a:r>
              <a:rPr lang="en-US" b="1" dirty="0">
                <a:latin typeface="Arial" panose="020B0604020202020204" pitchFamily="34" charset="0"/>
                <a:cs typeface="Arial" panose="020B0604020202020204" pitchFamily="34" charset="0"/>
              </a:rPr>
              <a:t>. How many letter between 7th letter from left and 24th letter from left.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(a) 17 		</a:t>
            </a:r>
            <a:r>
              <a:rPr lang="en-US" b="1" dirty="0">
                <a:solidFill>
                  <a:srgbClr val="FF0000"/>
                </a:solidFill>
                <a:latin typeface="Arial" panose="020B0604020202020204" pitchFamily="34" charset="0"/>
                <a:cs typeface="Arial" panose="020B0604020202020204" pitchFamily="34" charset="0"/>
              </a:rPr>
              <a:t>(b) 16 	</a:t>
            </a:r>
            <a:r>
              <a:rPr lang="en-US" b="1" dirty="0">
                <a:latin typeface="Arial" panose="020B0604020202020204" pitchFamily="34" charset="0"/>
                <a:cs typeface="Arial" panose="020B0604020202020204" pitchFamily="34" charset="0"/>
              </a:rPr>
              <a:t>	(c) 15 		(d) 20 		(e) None of these</a:t>
            </a:r>
            <a:endParaRP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965271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184"/>
        <p:cNvGrpSpPr/>
        <p:nvPr/>
      </p:nvGrpSpPr>
      <p:grpSpPr>
        <a:xfrm>
          <a:off x="0" y="0"/>
          <a:ext cx="0" cy="0"/>
          <a:chOff x="0" y="0"/>
          <a:chExt cx="0" cy="0"/>
        </a:xfrm>
      </p:grpSpPr>
      <p:sp>
        <p:nvSpPr>
          <p:cNvPr id="186" name="Google Shape;186;p28"/>
          <p:cNvSpPr txBox="1">
            <a:spLocks noGrp="1"/>
          </p:cNvSpPr>
          <p:nvPr>
            <p:ph type="body" idx="1"/>
          </p:nvPr>
        </p:nvSpPr>
        <p:spPr>
          <a:xfrm>
            <a:off x="157451" y="764499"/>
            <a:ext cx="11733048" cy="564019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 </a:t>
            </a: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10</a:t>
            </a:r>
            <a:r>
              <a:rPr lang="en-US" b="1" dirty="0">
                <a:latin typeface="Arial" panose="020B0604020202020204" pitchFamily="34" charset="0"/>
                <a:cs typeface="Arial" panose="020B0604020202020204" pitchFamily="34" charset="0"/>
              </a:rPr>
              <a:t>. How many letters between 22nd letter from right and 9th letter from right end in give series.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(a) 13 		(b) 14 		(c) 12 		(d) 11 		(e)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184"/>
        <p:cNvGrpSpPr/>
        <p:nvPr/>
      </p:nvGrpSpPr>
      <p:grpSpPr>
        <a:xfrm>
          <a:off x="0" y="0"/>
          <a:ext cx="0" cy="0"/>
          <a:chOff x="0" y="0"/>
          <a:chExt cx="0" cy="0"/>
        </a:xfrm>
      </p:grpSpPr>
      <p:sp>
        <p:nvSpPr>
          <p:cNvPr id="186" name="Google Shape;186;p28"/>
          <p:cNvSpPr txBox="1">
            <a:spLocks noGrp="1"/>
          </p:cNvSpPr>
          <p:nvPr>
            <p:ph type="body" idx="1"/>
          </p:nvPr>
        </p:nvSpPr>
        <p:spPr>
          <a:xfrm>
            <a:off x="157451" y="734519"/>
            <a:ext cx="11733048" cy="567017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 </a:t>
            </a: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10</a:t>
            </a:r>
            <a:r>
              <a:rPr lang="en-US" b="1" dirty="0">
                <a:latin typeface="Arial" panose="020B0604020202020204" pitchFamily="34" charset="0"/>
                <a:cs typeface="Arial" panose="020B0604020202020204" pitchFamily="34" charset="0"/>
              </a:rPr>
              <a:t>. How many letters between 22nd letter from right and 9th letter from right end in give series.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(a) 13 		(b) 14 		</a:t>
            </a:r>
            <a:r>
              <a:rPr lang="en-US" b="1" dirty="0">
                <a:solidFill>
                  <a:srgbClr val="FF0000"/>
                </a:solidFill>
                <a:latin typeface="Arial" panose="020B0604020202020204" pitchFamily="34" charset="0"/>
                <a:cs typeface="Arial" panose="020B0604020202020204" pitchFamily="34" charset="0"/>
              </a:rPr>
              <a:t>(c) 12 </a:t>
            </a:r>
            <a:r>
              <a:rPr lang="en-US" b="1" dirty="0">
                <a:latin typeface="Arial" panose="020B0604020202020204" pitchFamily="34" charset="0"/>
                <a:cs typeface="Arial" panose="020B0604020202020204" pitchFamily="34" charset="0"/>
              </a:rPr>
              <a:t>		(d) 11 		(e)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endParaRPr b="1"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546460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190"/>
        <p:cNvGrpSpPr/>
        <p:nvPr/>
      </p:nvGrpSpPr>
      <p:grpSpPr>
        <a:xfrm>
          <a:off x="0" y="0"/>
          <a:ext cx="0" cy="0"/>
          <a:chOff x="0" y="0"/>
          <a:chExt cx="0" cy="0"/>
        </a:xfrm>
      </p:grpSpPr>
      <p:sp>
        <p:nvSpPr>
          <p:cNvPr id="192" name="Google Shape;192;p29"/>
          <p:cNvSpPr txBox="1">
            <a:spLocks noGrp="1"/>
          </p:cNvSpPr>
          <p:nvPr>
            <p:ph type="body" idx="1"/>
          </p:nvPr>
        </p:nvSpPr>
        <p:spPr>
          <a:xfrm>
            <a:off x="157451" y="704539"/>
            <a:ext cx="11733048" cy="570015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 </a:t>
            </a: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11</a:t>
            </a:r>
            <a:r>
              <a:rPr lang="en-US" b="1" dirty="0">
                <a:latin typeface="Arial" panose="020B0604020202020204" pitchFamily="34" charset="0"/>
                <a:cs typeface="Arial" panose="020B0604020202020204" pitchFamily="34" charset="0"/>
              </a:rPr>
              <a:t>. How many letters are in midway between 5th letter from the left and 4th letter from the right ?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(a) 15 		(b) 16 		(c) 17 		(d) 18 		(e)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190"/>
        <p:cNvGrpSpPr/>
        <p:nvPr/>
      </p:nvGrpSpPr>
      <p:grpSpPr>
        <a:xfrm>
          <a:off x="0" y="0"/>
          <a:ext cx="0" cy="0"/>
          <a:chOff x="0" y="0"/>
          <a:chExt cx="0" cy="0"/>
        </a:xfrm>
      </p:grpSpPr>
      <p:sp>
        <p:nvSpPr>
          <p:cNvPr id="192" name="Google Shape;192;p29"/>
          <p:cNvSpPr txBox="1">
            <a:spLocks noGrp="1"/>
          </p:cNvSpPr>
          <p:nvPr>
            <p:ph type="body" idx="1"/>
          </p:nvPr>
        </p:nvSpPr>
        <p:spPr>
          <a:xfrm>
            <a:off x="157451" y="719529"/>
            <a:ext cx="11733048" cy="568516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 </a:t>
            </a: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11</a:t>
            </a:r>
            <a:r>
              <a:rPr lang="en-US" b="1" dirty="0">
                <a:latin typeface="Arial" panose="020B0604020202020204" pitchFamily="34" charset="0"/>
                <a:cs typeface="Arial" panose="020B0604020202020204" pitchFamily="34" charset="0"/>
              </a:rPr>
              <a:t>. How many letters are in midway between 5th letter from the left and 4th letter from the right ?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(a) 15 		(b) 16 		</a:t>
            </a:r>
            <a:r>
              <a:rPr lang="en-US" b="1" dirty="0">
                <a:solidFill>
                  <a:srgbClr val="FF0000"/>
                </a:solidFill>
                <a:latin typeface="Arial" panose="020B0604020202020204" pitchFamily="34" charset="0"/>
                <a:cs typeface="Arial" panose="020B0604020202020204" pitchFamily="34" charset="0"/>
              </a:rPr>
              <a:t>(c) 17 	</a:t>
            </a:r>
            <a:r>
              <a:rPr lang="en-US" b="1" dirty="0">
                <a:latin typeface="Arial" panose="020B0604020202020204" pitchFamily="34" charset="0"/>
                <a:cs typeface="Arial" panose="020B0604020202020204" pitchFamily="34" charset="0"/>
              </a:rPr>
              <a:t>	(d) 18 		(e)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8965643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Shape 196"/>
        <p:cNvGrpSpPr/>
        <p:nvPr/>
      </p:nvGrpSpPr>
      <p:grpSpPr>
        <a:xfrm>
          <a:off x="0" y="0"/>
          <a:ext cx="0" cy="0"/>
          <a:chOff x="0" y="0"/>
          <a:chExt cx="0" cy="0"/>
        </a:xfrm>
      </p:grpSpPr>
      <p:sp>
        <p:nvSpPr>
          <p:cNvPr id="198" name="Google Shape;198;p30"/>
          <p:cNvSpPr txBox="1">
            <a:spLocks noGrp="1"/>
          </p:cNvSpPr>
          <p:nvPr>
            <p:ph type="body" idx="1"/>
          </p:nvPr>
        </p:nvSpPr>
        <p:spPr>
          <a:xfrm>
            <a:off x="157451" y="764499"/>
            <a:ext cx="11733048" cy="564019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 </a:t>
            </a: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12</a:t>
            </a:r>
            <a:r>
              <a:rPr lang="en-US" b="1" dirty="0">
                <a:latin typeface="Arial" panose="020B0604020202020204" pitchFamily="34" charset="0"/>
                <a:cs typeface="Arial" panose="020B0604020202020204" pitchFamily="34" charset="0"/>
              </a:rPr>
              <a:t>. How many letters between 18th letter from left and 10th letters from right. (a) 7 	(b) 14 		(c) 0 		(d) 8 		(e)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196"/>
        <p:cNvGrpSpPr/>
        <p:nvPr/>
      </p:nvGrpSpPr>
      <p:grpSpPr>
        <a:xfrm>
          <a:off x="0" y="0"/>
          <a:ext cx="0" cy="0"/>
          <a:chOff x="0" y="0"/>
          <a:chExt cx="0" cy="0"/>
        </a:xfrm>
      </p:grpSpPr>
      <p:sp>
        <p:nvSpPr>
          <p:cNvPr id="198" name="Google Shape;198;p30"/>
          <p:cNvSpPr txBox="1">
            <a:spLocks noGrp="1"/>
          </p:cNvSpPr>
          <p:nvPr>
            <p:ph type="body" idx="1"/>
          </p:nvPr>
        </p:nvSpPr>
        <p:spPr>
          <a:xfrm>
            <a:off x="157451" y="719529"/>
            <a:ext cx="11733048" cy="568516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 </a:t>
            </a: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12</a:t>
            </a:r>
            <a:r>
              <a:rPr lang="en-US" b="1" dirty="0">
                <a:latin typeface="Arial" panose="020B0604020202020204" pitchFamily="34" charset="0"/>
                <a:cs typeface="Arial" panose="020B0604020202020204" pitchFamily="34" charset="0"/>
              </a:rPr>
              <a:t>. How many letters between 18th letter from left and 10th letters from right. (a) 7 	(b) 14 		</a:t>
            </a:r>
            <a:r>
              <a:rPr lang="en-US" b="1" dirty="0">
                <a:solidFill>
                  <a:srgbClr val="FF0000"/>
                </a:solidFill>
                <a:latin typeface="Arial" panose="020B0604020202020204" pitchFamily="34" charset="0"/>
                <a:cs typeface="Arial" panose="020B0604020202020204" pitchFamily="34" charset="0"/>
              </a:rPr>
              <a:t>(c) 0 </a:t>
            </a:r>
            <a:r>
              <a:rPr lang="en-US" b="1" dirty="0">
                <a:latin typeface="Arial" panose="020B0604020202020204" pitchFamily="34" charset="0"/>
                <a:cs typeface="Arial" panose="020B0604020202020204" pitchFamily="34" charset="0"/>
              </a:rPr>
              <a:t>		(d) 8 		(e)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41170332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Shape 202"/>
        <p:cNvGrpSpPr/>
        <p:nvPr/>
      </p:nvGrpSpPr>
      <p:grpSpPr>
        <a:xfrm>
          <a:off x="0" y="0"/>
          <a:ext cx="0" cy="0"/>
          <a:chOff x="0" y="0"/>
          <a:chExt cx="0" cy="0"/>
        </a:xfrm>
      </p:grpSpPr>
      <p:sp>
        <p:nvSpPr>
          <p:cNvPr id="204" name="Google Shape;204;p31"/>
          <p:cNvSpPr txBox="1">
            <a:spLocks noGrp="1"/>
          </p:cNvSpPr>
          <p:nvPr>
            <p:ph type="body" idx="1"/>
          </p:nvPr>
        </p:nvSpPr>
        <p:spPr>
          <a:xfrm>
            <a:off x="157451" y="719529"/>
            <a:ext cx="11733048" cy="568516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 </a:t>
            </a: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13</a:t>
            </a:r>
            <a:r>
              <a:rPr lang="en-US" b="1" dirty="0">
                <a:latin typeface="Arial" panose="020B0604020202020204" pitchFamily="34" charset="0"/>
                <a:cs typeface="Arial" panose="020B0604020202020204" pitchFamily="34" charset="0"/>
              </a:rPr>
              <a:t>. How many letters between 22nd letter to the left and 23rd letter from right end.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(a) 0 		(b) 17 		(c) 15 		(d) 1 		(e)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Shape 202"/>
        <p:cNvGrpSpPr/>
        <p:nvPr/>
      </p:nvGrpSpPr>
      <p:grpSpPr>
        <a:xfrm>
          <a:off x="0" y="0"/>
          <a:ext cx="0" cy="0"/>
          <a:chOff x="0" y="0"/>
          <a:chExt cx="0" cy="0"/>
        </a:xfrm>
      </p:grpSpPr>
      <p:sp>
        <p:nvSpPr>
          <p:cNvPr id="204" name="Google Shape;204;p31"/>
          <p:cNvSpPr txBox="1">
            <a:spLocks noGrp="1"/>
          </p:cNvSpPr>
          <p:nvPr>
            <p:ph type="body" idx="1"/>
          </p:nvPr>
        </p:nvSpPr>
        <p:spPr>
          <a:xfrm>
            <a:off x="157451" y="749509"/>
            <a:ext cx="11733048" cy="565518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 </a:t>
            </a: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13</a:t>
            </a:r>
            <a:r>
              <a:rPr lang="en-US" b="1" dirty="0">
                <a:latin typeface="Arial" panose="020B0604020202020204" pitchFamily="34" charset="0"/>
                <a:cs typeface="Arial" panose="020B0604020202020204" pitchFamily="34" charset="0"/>
              </a:rPr>
              <a:t>. How many letters between 22nd letter to the left and 23rd letter from right end.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(a) 0 		</a:t>
            </a:r>
            <a:r>
              <a:rPr lang="en-US" b="1" dirty="0">
                <a:solidFill>
                  <a:srgbClr val="FF0000"/>
                </a:solidFill>
                <a:latin typeface="Arial" panose="020B0604020202020204" pitchFamily="34" charset="0"/>
                <a:cs typeface="Arial" panose="020B0604020202020204" pitchFamily="34" charset="0"/>
              </a:rPr>
              <a:t>(b) 17 </a:t>
            </a:r>
            <a:r>
              <a:rPr lang="en-US" b="1" dirty="0">
                <a:latin typeface="Arial" panose="020B0604020202020204" pitchFamily="34" charset="0"/>
                <a:cs typeface="Arial" panose="020B0604020202020204" pitchFamily="34" charset="0"/>
              </a:rPr>
              <a:t>		(c) 15 		(d) 1 		(e)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17399915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Shape 208"/>
        <p:cNvGrpSpPr/>
        <p:nvPr/>
      </p:nvGrpSpPr>
      <p:grpSpPr>
        <a:xfrm>
          <a:off x="0" y="0"/>
          <a:ext cx="0" cy="0"/>
          <a:chOff x="0" y="0"/>
          <a:chExt cx="0" cy="0"/>
        </a:xfrm>
      </p:grpSpPr>
      <p:sp>
        <p:nvSpPr>
          <p:cNvPr id="210" name="Google Shape;210;p32"/>
          <p:cNvSpPr txBox="1">
            <a:spLocks noGrp="1"/>
          </p:cNvSpPr>
          <p:nvPr>
            <p:ph type="body" idx="1"/>
          </p:nvPr>
        </p:nvSpPr>
        <p:spPr>
          <a:xfrm>
            <a:off x="157451" y="749509"/>
            <a:ext cx="11733048" cy="565518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 </a:t>
            </a: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14</a:t>
            </a:r>
            <a:r>
              <a:rPr lang="en-US" b="1" dirty="0">
                <a:latin typeface="Arial" panose="020B0604020202020204" pitchFamily="34" charset="0"/>
                <a:cs typeface="Arial" panose="020B0604020202020204" pitchFamily="34" charset="0"/>
              </a:rPr>
              <a:t>. How many letters between 2nd and last vowel of given alphabet.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(a) 16 		(b) 15 		(c) 14 		(d) 17 		(e)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Shape 208"/>
        <p:cNvGrpSpPr/>
        <p:nvPr/>
      </p:nvGrpSpPr>
      <p:grpSpPr>
        <a:xfrm>
          <a:off x="0" y="0"/>
          <a:ext cx="0" cy="0"/>
          <a:chOff x="0" y="0"/>
          <a:chExt cx="0" cy="0"/>
        </a:xfrm>
      </p:grpSpPr>
      <p:sp>
        <p:nvSpPr>
          <p:cNvPr id="210" name="Google Shape;210;p32"/>
          <p:cNvSpPr txBox="1">
            <a:spLocks noGrp="1"/>
          </p:cNvSpPr>
          <p:nvPr>
            <p:ph type="body" idx="1"/>
          </p:nvPr>
        </p:nvSpPr>
        <p:spPr>
          <a:xfrm>
            <a:off x="157451" y="779489"/>
            <a:ext cx="11733048" cy="562520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 </a:t>
            </a: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14</a:t>
            </a:r>
            <a:r>
              <a:rPr lang="en-US" b="1" dirty="0">
                <a:latin typeface="Arial" panose="020B0604020202020204" pitchFamily="34" charset="0"/>
                <a:cs typeface="Arial" panose="020B0604020202020204" pitchFamily="34" charset="0"/>
              </a:rPr>
              <a:t>. How many letters between 2nd and last vowel of given alphabet.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(a) 16 		</a:t>
            </a:r>
            <a:r>
              <a:rPr lang="en-US" b="1" dirty="0">
                <a:solidFill>
                  <a:srgbClr val="FF0000"/>
                </a:solidFill>
                <a:latin typeface="Arial" panose="020B0604020202020204" pitchFamily="34" charset="0"/>
                <a:cs typeface="Arial" panose="020B0604020202020204" pitchFamily="34" charset="0"/>
              </a:rPr>
              <a:t>(b) 15 </a:t>
            </a:r>
            <a:r>
              <a:rPr lang="en-US" b="1" dirty="0">
                <a:latin typeface="Arial" panose="020B0604020202020204" pitchFamily="34" charset="0"/>
                <a:cs typeface="Arial" panose="020B0604020202020204" pitchFamily="34" charset="0"/>
              </a:rPr>
              <a:t>		(c) 14 		(d) 17 		(e)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27872781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Shape 214"/>
        <p:cNvGrpSpPr/>
        <p:nvPr/>
      </p:nvGrpSpPr>
      <p:grpSpPr>
        <a:xfrm>
          <a:off x="0" y="0"/>
          <a:ext cx="0" cy="0"/>
          <a:chOff x="0" y="0"/>
          <a:chExt cx="0" cy="0"/>
        </a:xfrm>
      </p:grpSpPr>
      <p:sp>
        <p:nvSpPr>
          <p:cNvPr id="216" name="Google Shape;216;p33"/>
          <p:cNvSpPr txBox="1">
            <a:spLocks noGrp="1"/>
          </p:cNvSpPr>
          <p:nvPr>
            <p:ph type="body" idx="1"/>
          </p:nvPr>
        </p:nvSpPr>
        <p:spPr>
          <a:xfrm>
            <a:off x="157451" y="719529"/>
            <a:ext cx="11733048" cy="568516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 </a:t>
            </a: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15</a:t>
            </a:r>
            <a:r>
              <a:rPr lang="en-US" b="1" dirty="0">
                <a:latin typeface="Arial" panose="020B0604020202020204" pitchFamily="34" charset="0"/>
                <a:cs typeface="Arial" panose="020B0604020202020204" pitchFamily="34" charset="0"/>
              </a:rPr>
              <a:t>. How many letters between 22nd letter to the left and 3rd vowel from beginning in English alphabet.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(a) 13 		(b) 14 		(c) 15 		(d) 11 		(e) None of these</a:t>
            </a:r>
            <a:endParaRPr dirty="0">
              <a:latin typeface="Arial" panose="020B0604020202020204" pitchFamily="34" charset="0"/>
              <a:cs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Shape 214"/>
        <p:cNvGrpSpPr/>
        <p:nvPr/>
      </p:nvGrpSpPr>
      <p:grpSpPr>
        <a:xfrm>
          <a:off x="0" y="0"/>
          <a:ext cx="0" cy="0"/>
          <a:chOff x="0" y="0"/>
          <a:chExt cx="0" cy="0"/>
        </a:xfrm>
      </p:grpSpPr>
      <p:sp>
        <p:nvSpPr>
          <p:cNvPr id="216" name="Google Shape;216;p33"/>
          <p:cNvSpPr txBox="1">
            <a:spLocks noGrp="1"/>
          </p:cNvSpPr>
          <p:nvPr>
            <p:ph type="body" idx="1"/>
          </p:nvPr>
        </p:nvSpPr>
        <p:spPr>
          <a:xfrm>
            <a:off x="157451" y="689549"/>
            <a:ext cx="11733048" cy="571514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 </a:t>
            </a: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15</a:t>
            </a:r>
            <a:r>
              <a:rPr lang="en-US" b="1" dirty="0">
                <a:latin typeface="Arial" panose="020B0604020202020204" pitchFamily="34" charset="0"/>
                <a:cs typeface="Arial" panose="020B0604020202020204" pitchFamily="34" charset="0"/>
              </a:rPr>
              <a:t>. How many letters between 22nd letter to the left and 3rd vowel from beginning in English alphabet.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(a) 13 		(b) 14 		</a:t>
            </a:r>
            <a:r>
              <a:rPr lang="en-US" b="1" dirty="0">
                <a:solidFill>
                  <a:schemeClr val="tx1"/>
                </a:solidFill>
                <a:latin typeface="Arial" panose="020B0604020202020204" pitchFamily="34" charset="0"/>
                <a:cs typeface="Arial" panose="020B0604020202020204" pitchFamily="34" charset="0"/>
              </a:rPr>
              <a:t>(c) 15 </a:t>
            </a:r>
            <a:r>
              <a:rPr lang="en-US" b="1" dirty="0">
                <a:latin typeface="Arial" panose="020B0604020202020204" pitchFamily="34" charset="0"/>
                <a:cs typeface="Arial" panose="020B0604020202020204" pitchFamily="34" charset="0"/>
              </a:rPr>
              <a:t>		(d) 11 		</a:t>
            </a:r>
            <a:r>
              <a:rPr lang="en-US" b="1" dirty="0">
                <a:solidFill>
                  <a:srgbClr val="FF0000"/>
                </a:solidFill>
                <a:latin typeface="Arial" panose="020B0604020202020204" pitchFamily="34" charset="0"/>
                <a:cs typeface="Arial" panose="020B0604020202020204" pitchFamily="34" charset="0"/>
              </a:rPr>
              <a:t>(e) None of these</a:t>
            </a:r>
            <a:endParaRPr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584143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Shape 220"/>
        <p:cNvGrpSpPr/>
        <p:nvPr/>
      </p:nvGrpSpPr>
      <p:grpSpPr>
        <a:xfrm>
          <a:off x="0" y="0"/>
          <a:ext cx="0" cy="0"/>
          <a:chOff x="0" y="0"/>
          <a:chExt cx="0" cy="0"/>
        </a:xfrm>
      </p:grpSpPr>
      <p:sp>
        <p:nvSpPr>
          <p:cNvPr id="222" name="Google Shape;222;p34"/>
          <p:cNvSpPr txBox="1">
            <a:spLocks noGrp="1"/>
          </p:cNvSpPr>
          <p:nvPr>
            <p:ph type="body" idx="1"/>
          </p:nvPr>
        </p:nvSpPr>
        <p:spPr>
          <a:xfrm>
            <a:off x="157451" y="659567"/>
            <a:ext cx="11733048" cy="574512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 Direction: Each question is based on the following alphabet series:</a:t>
            </a:r>
            <a:endParaRPr dirty="0"/>
          </a:p>
          <a:p>
            <a:pPr marL="228600" lvl="0" indent="-228600" algn="l" rtl="0">
              <a:lnSpc>
                <a:spcPct val="90000"/>
              </a:lnSpc>
              <a:spcBef>
                <a:spcPts val="1000"/>
              </a:spcBef>
              <a:spcAft>
                <a:spcPts val="0"/>
              </a:spcAft>
              <a:buClr>
                <a:schemeClr val="dk1"/>
              </a:buClr>
              <a:buSzPts val="2400"/>
              <a:buNone/>
            </a:pPr>
            <a:r>
              <a:rPr lang="en-US" b="1" dirty="0"/>
              <a:t>			A B C D E F G H I J K L M N O P Q R S T U V W X Y Z</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16</a:t>
            </a:r>
            <a:r>
              <a:rPr lang="en-US" b="1" dirty="0"/>
              <a:t>. Which letter is between midway of 13th letter from the left and 4th letter from the right ? </a:t>
            </a:r>
            <a:endParaRPr dirty="0"/>
          </a:p>
          <a:p>
            <a:pPr marL="228600" lvl="0" indent="-228600" algn="l" rtl="0">
              <a:lnSpc>
                <a:spcPct val="90000"/>
              </a:lnSpc>
              <a:spcBef>
                <a:spcPts val="1000"/>
              </a:spcBef>
              <a:spcAft>
                <a:spcPts val="0"/>
              </a:spcAft>
              <a:buClr>
                <a:schemeClr val="dk1"/>
              </a:buClr>
              <a:buSzPts val="2400"/>
              <a:buNone/>
            </a:pPr>
            <a:r>
              <a:rPr lang="en-US" b="1" dirty="0"/>
              <a:t>(a) R 		(b) I 		(c) J 		(d) S 		(e) None of these</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Shape 220"/>
        <p:cNvGrpSpPr/>
        <p:nvPr/>
      </p:nvGrpSpPr>
      <p:grpSpPr>
        <a:xfrm>
          <a:off x="0" y="0"/>
          <a:ext cx="0" cy="0"/>
          <a:chOff x="0" y="0"/>
          <a:chExt cx="0" cy="0"/>
        </a:xfrm>
      </p:grpSpPr>
      <p:sp>
        <p:nvSpPr>
          <p:cNvPr id="222" name="Google Shape;222;p34"/>
          <p:cNvSpPr txBox="1">
            <a:spLocks noGrp="1"/>
          </p:cNvSpPr>
          <p:nvPr>
            <p:ph type="body" idx="1"/>
          </p:nvPr>
        </p:nvSpPr>
        <p:spPr>
          <a:xfrm>
            <a:off x="157451" y="764499"/>
            <a:ext cx="11733048" cy="564019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 Direction: Each question is based on the following alphabet series:</a:t>
            </a:r>
            <a:endParaRPr dirty="0"/>
          </a:p>
          <a:p>
            <a:pPr marL="228600" lvl="0" indent="-228600" algn="l" rtl="0">
              <a:lnSpc>
                <a:spcPct val="90000"/>
              </a:lnSpc>
              <a:spcBef>
                <a:spcPts val="1000"/>
              </a:spcBef>
              <a:spcAft>
                <a:spcPts val="0"/>
              </a:spcAft>
              <a:buClr>
                <a:schemeClr val="dk1"/>
              </a:buClr>
              <a:buSzPts val="2400"/>
              <a:buNone/>
            </a:pPr>
            <a:r>
              <a:rPr lang="en-US" b="1" dirty="0"/>
              <a:t>			A B C D E F G H I J K L M N O P Q R S T U V W X Y Z</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16</a:t>
            </a:r>
            <a:r>
              <a:rPr lang="en-US" b="1" dirty="0"/>
              <a:t>. Which letter is between midway of 13th letter from the left and 4th letter from the right ? </a:t>
            </a:r>
            <a:endParaRPr dirty="0"/>
          </a:p>
          <a:p>
            <a:pPr marL="228600" lvl="0" indent="-228600" algn="l" rtl="0">
              <a:lnSpc>
                <a:spcPct val="90000"/>
              </a:lnSpc>
              <a:spcBef>
                <a:spcPts val="1000"/>
              </a:spcBef>
              <a:spcAft>
                <a:spcPts val="0"/>
              </a:spcAft>
              <a:buClr>
                <a:schemeClr val="dk1"/>
              </a:buClr>
              <a:buSzPts val="2400"/>
              <a:buNone/>
            </a:pPr>
            <a:r>
              <a:rPr lang="en-US" b="1" dirty="0">
                <a:solidFill>
                  <a:srgbClr val="FF0000"/>
                </a:solidFill>
              </a:rPr>
              <a:t>(a) R </a:t>
            </a:r>
            <a:r>
              <a:rPr lang="en-US" b="1" dirty="0"/>
              <a:t>		(b) I 		(c) J 		(d) S 		(e) None of these</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42685382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Shape 226"/>
        <p:cNvGrpSpPr/>
        <p:nvPr/>
      </p:nvGrpSpPr>
      <p:grpSpPr>
        <a:xfrm>
          <a:off x="0" y="0"/>
          <a:ext cx="0" cy="0"/>
          <a:chOff x="0" y="0"/>
          <a:chExt cx="0" cy="0"/>
        </a:xfrm>
      </p:grpSpPr>
      <p:sp>
        <p:nvSpPr>
          <p:cNvPr id="228" name="Google Shape;228;p35"/>
          <p:cNvSpPr txBox="1">
            <a:spLocks noGrp="1"/>
          </p:cNvSpPr>
          <p:nvPr>
            <p:ph type="body" idx="1"/>
          </p:nvPr>
        </p:nvSpPr>
        <p:spPr>
          <a:xfrm>
            <a:off x="157451" y="704539"/>
            <a:ext cx="11733048" cy="570015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 </a:t>
            </a: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17</a:t>
            </a:r>
            <a:r>
              <a:rPr lang="en-US" b="1" dirty="0">
                <a:latin typeface="Arial" panose="020B0604020202020204" pitchFamily="34" charset="0"/>
                <a:cs typeface="Arial" panose="020B0604020202020204" pitchFamily="34" charset="0"/>
              </a:rPr>
              <a:t>. Which letter is exactly between the 7th letter from the left and 23rd letter from left end.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(a) O 		(b) P 		(c) N 		(d) L 		(e)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Shape 226"/>
        <p:cNvGrpSpPr/>
        <p:nvPr/>
      </p:nvGrpSpPr>
      <p:grpSpPr>
        <a:xfrm>
          <a:off x="0" y="0"/>
          <a:ext cx="0" cy="0"/>
          <a:chOff x="0" y="0"/>
          <a:chExt cx="0" cy="0"/>
        </a:xfrm>
      </p:grpSpPr>
      <p:sp>
        <p:nvSpPr>
          <p:cNvPr id="228" name="Google Shape;228;p35"/>
          <p:cNvSpPr txBox="1">
            <a:spLocks noGrp="1"/>
          </p:cNvSpPr>
          <p:nvPr>
            <p:ph type="body" idx="1"/>
          </p:nvPr>
        </p:nvSpPr>
        <p:spPr>
          <a:xfrm>
            <a:off x="157451" y="704539"/>
            <a:ext cx="11733048" cy="570015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 </a:t>
            </a: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17</a:t>
            </a:r>
            <a:r>
              <a:rPr lang="en-US" b="1" dirty="0">
                <a:latin typeface="Arial" panose="020B0604020202020204" pitchFamily="34" charset="0"/>
                <a:cs typeface="Arial" panose="020B0604020202020204" pitchFamily="34" charset="0"/>
              </a:rPr>
              <a:t>. Which letter is exactly between the 7th letter from the left and 23rd letter from left end.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solidFill>
                  <a:srgbClr val="FF0000"/>
                </a:solidFill>
                <a:latin typeface="Arial" panose="020B0604020202020204" pitchFamily="34" charset="0"/>
                <a:cs typeface="Arial" panose="020B0604020202020204" pitchFamily="34" charset="0"/>
              </a:rPr>
              <a:t>(a) O </a:t>
            </a:r>
            <a:r>
              <a:rPr lang="en-US" b="1" dirty="0">
                <a:latin typeface="Arial" panose="020B0604020202020204" pitchFamily="34" charset="0"/>
                <a:cs typeface="Arial" panose="020B0604020202020204" pitchFamily="34" charset="0"/>
              </a:rPr>
              <a:t>		(b) P 		(c) N 		(d) L 		(e)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28057742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Shape 232"/>
        <p:cNvGrpSpPr/>
        <p:nvPr/>
      </p:nvGrpSpPr>
      <p:grpSpPr>
        <a:xfrm>
          <a:off x="0" y="0"/>
          <a:ext cx="0" cy="0"/>
          <a:chOff x="0" y="0"/>
          <a:chExt cx="0" cy="0"/>
        </a:xfrm>
      </p:grpSpPr>
      <p:sp>
        <p:nvSpPr>
          <p:cNvPr id="234" name="Google Shape;234;p36"/>
          <p:cNvSpPr txBox="1">
            <a:spLocks noGrp="1"/>
          </p:cNvSpPr>
          <p:nvPr>
            <p:ph type="body" idx="1"/>
          </p:nvPr>
        </p:nvSpPr>
        <p:spPr>
          <a:xfrm>
            <a:off x="157451" y="689549"/>
            <a:ext cx="11733048" cy="571514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 </a:t>
            </a: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18</a:t>
            </a:r>
            <a:r>
              <a:rPr lang="en-US" b="1" dirty="0">
                <a:latin typeface="Arial" panose="020B0604020202020204" pitchFamily="34" charset="0"/>
                <a:cs typeface="Arial" panose="020B0604020202020204" pitchFamily="34" charset="0"/>
              </a:rPr>
              <a:t>. Which letter/s is/are exactly between the 7th letter from the left and 20th letter from left end.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(a) M, N 	(b) M 		(c) N 		(d) N, P 	(e)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t>
            </a:r>
            <a:endParaRPr dirty="0">
              <a:latin typeface="Arial" panose="020B0604020202020204" pitchFamily="34" charset="0"/>
              <a:cs typeface="Arial" panose="020B060402020202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Shape 232"/>
        <p:cNvGrpSpPr/>
        <p:nvPr/>
      </p:nvGrpSpPr>
      <p:grpSpPr>
        <a:xfrm>
          <a:off x="0" y="0"/>
          <a:ext cx="0" cy="0"/>
          <a:chOff x="0" y="0"/>
          <a:chExt cx="0" cy="0"/>
        </a:xfrm>
      </p:grpSpPr>
      <p:sp>
        <p:nvSpPr>
          <p:cNvPr id="234" name="Google Shape;234;p36"/>
          <p:cNvSpPr txBox="1">
            <a:spLocks noGrp="1"/>
          </p:cNvSpPr>
          <p:nvPr>
            <p:ph type="body" idx="1"/>
          </p:nvPr>
        </p:nvSpPr>
        <p:spPr>
          <a:xfrm>
            <a:off x="157451" y="1060179"/>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 </a:t>
            </a: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18</a:t>
            </a:r>
            <a:r>
              <a:rPr lang="en-US" b="1" dirty="0">
                <a:latin typeface="Arial" panose="020B0604020202020204" pitchFamily="34" charset="0"/>
                <a:cs typeface="Arial" panose="020B0604020202020204" pitchFamily="34" charset="0"/>
              </a:rPr>
              <a:t>. Which letter/s is/are exactly between the 7th letter from the left and 20th letter from left end.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solidFill>
                  <a:srgbClr val="FF0000"/>
                </a:solidFill>
                <a:latin typeface="Arial" panose="020B0604020202020204" pitchFamily="34" charset="0"/>
                <a:cs typeface="Arial" panose="020B0604020202020204" pitchFamily="34" charset="0"/>
              </a:rPr>
              <a:t>(a) M, N </a:t>
            </a:r>
            <a:r>
              <a:rPr lang="en-US" b="1" dirty="0">
                <a:latin typeface="Arial" panose="020B0604020202020204" pitchFamily="34" charset="0"/>
                <a:cs typeface="Arial" panose="020B0604020202020204" pitchFamily="34" charset="0"/>
              </a:rPr>
              <a:t>	(b) M 		(c) N 		(d) N, P 	(e)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36291731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Shape 238"/>
        <p:cNvGrpSpPr/>
        <p:nvPr/>
      </p:nvGrpSpPr>
      <p:grpSpPr>
        <a:xfrm>
          <a:off x="0" y="0"/>
          <a:ext cx="0" cy="0"/>
          <a:chOff x="0" y="0"/>
          <a:chExt cx="0" cy="0"/>
        </a:xfrm>
      </p:grpSpPr>
      <p:sp>
        <p:nvSpPr>
          <p:cNvPr id="240" name="Google Shape;240;p37"/>
          <p:cNvSpPr txBox="1">
            <a:spLocks noGrp="1"/>
          </p:cNvSpPr>
          <p:nvPr>
            <p:ph type="body" idx="1"/>
          </p:nvPr>
        </p:nvSpPr>
        <p:spPr>
          <a:xfrm>
            <a:off x="157451" y="704539"/>
            <a:ext cx="11733048" cy="570015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 </a:t>
            </a: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19</a:t>
            </a:r>
            <a:r>
              <a:rPr lang="en-US" b="1" dirty="0">
                <a:latin typeface="Arial" panose="020B0604020202020204" pitchFamily="34" charset="0"/>
                <a:cs typeface="Arial" panose="020B0604020202020204" pitchFamily="34" charset="0"/>
              </a:rPr>
              <a:t>. Which letter is exactly between the 6th letter from the left and 18th letter from left end.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(a) L 		(b) N 		(c) O 		(d) P 		(e) None of these</a:t>
            </a:r>
            <a:r>
              <a:rPr lang="en-US" b="1" dirty="0">
                <a:latin typeface="Arial" panose="020B0604020202020204" pitchFamily="34" charset="0"/>
                <a:ea typeface="Arial Black"/>
                <a:cs typeface="Arial" panose="020B0604020202020204" pitchFamily="34" charset="0"/>
                <a:sym typeface="Arial Black"/>
              </a:rPr>
              <a:t> </a:t>
            </a:r>
            <a:endParaRPr b="1"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Shape 238"/>
        <p:cNvGrpSpPr/>
        <p:nvPr/>
      </p:nvGrpSpPr>
      <p:grpSpPr>
        <a:xfrm>
          <a:off x="0" y="0"/>
          <a:ext cx="0" cy="0"/>
          <a:chOff x="0" y="0"/>
          <a:chExt cx="0" cy="0"/>
        </a:xfrm>
      </p:grpSpPr>
      <p:sp>
        <p:nvSpPr>
          <p:cNvPr id="240" name="Google Shape;240;p37"/>
          <p:cNvSpPr txBox="1">
            <a:spLocks noGrp="1"/>
          </p:cNvSpPr>
          <p:nvPr>
            <p:ph type="body" idx="1"/>
          </p:nvPr>
        </p:nvSpPr>
        <p:spPr>
          <a:xfrm>
            <a:off x="157451" y="734519"/>
            <a:ext cx="11733048" cy="567017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 </a:t>
            </a: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19</a:t>
            </a:r>
            <a:r>
              <a:rPr lang="en-US" b="1" dirty="0">
                <a:latin typeface="Arial" panose="020B0604020202020204" pitchFamily="34" charset="0"/>
                <a:cs typeface="Arial" panose="020B0604020202020204" pitchFamily="34" charset="0"/>
              </a:rPr>
              <a:t>. Which letter is exactly between the 6th letter from the left and 18th letter from left end.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solidFill>
                  <a:srgbClr val="FF0000"/>
                </a:solidFill>
                <a:latin typeface="Arial" panose="020B0604020202020204" pitchFamily="34" charset="0"/>
                <a:cs typeface="Arial" panose="020B0604020202020204" pitchFamily="34" charset="0"/>
              </a:rPr>
              <a:t>(a) L </a:t>
            </a:r>
            <a:r>
              <a:rPr lang="en-US" b="1" dirty="0">
                <a:latin typeface="Arial" panose="020B0604020202020204" pitchFamily="34" charset="0"/>
                <a:cs typeface="Arial" panose="020B0604020202020204" pitchFamily="34" charset="0"/>
              </a:rPr>
              <a:t>		(b) N 		</a:t>
            </a:r>
            <a:r>
              <a:rPr lang="en-US" b="1" dirty="0">
                <a:solidFill>
                  <a:schemeClr val="tx1"/>
                </a:solidFill>
                <a:latin typeface="Arial" panose="020B0604020202020204" pitchFamily="34" charset="0"/>
                <a:cs typeface="Arial" panose="020B0604020202020204" pitchFamily="34" charset="0"/>
              </a:rPr>
              <a:t>(c) O </a:t>
            </a:r>
            <a:r>
              <a:rPr lang="en-US" b="1" dirty="0">
                <a:solidFill>
                  <a:srgbClr val="FF0000"/>
                </a:solidFill>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	(d) P 		(e) None of these</a:t>
            </a:r>
            <a:r>
              <a:rPr lang="en-US" b="1" dirty="0">
                <a:latin typeface="Arial" panose="020B0604020202020204" pitchFamily="34" charset="0"/>
                <a:ea typeface="Arial Black"/>
                <a:cs typeface="Arial" panose="020B0604020202020204" pitchFamily="34" charset="0"/>
                <a:sym typeface="Arial Black"/>
              </a:rPr>
              <a:t> </a:t>
            </a:r>
            <a:endParaRPr b="1"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16456347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Shape 244"/>
        <p:cNvGrpSpPr/>
        <p:nvPr/>
      </p:nvGrpSpPr>
      <p:grpSpPr>
        <a:xfrm>
          <a:off x="0" y="0"/>
          <a:ext cx="0" cy="0"/>
          <a:chOff x="0" y="0"/>
          <a:chExt cx="0" cy="0"/>
        </a:xfrm>
      </p:grpSpPr>
      <p:sp>
        <p:nvSpPr>
          <p:cNvPr id="246" name="Google Shape;246;p38"/>
          <p:cNvSpPr txBox="1">
            <a:spLocks noGrp="1"/>
          </p:cNvSpPr>
          <p:nvPr>
            <p:ph type="body" idx="1"/>
          </p:nvPr>
        </p:nvSpPr>
        <p:spPr>
          <a:xfrm>
            <a:off x="157451" y="689549"/>
            <a:ext cx="11733048" cy="571514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  </a:t>
            </a: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20</a:t>
            </a:r>
            <a:r>
              <a:rPr lang="en-US" b="1" dirty="0">
                <a:latin typeface="Arial" panose="020B0604020202020204" pitchFamily="34" charset="0"/>
                <a:cs typeface="Arial" panose="020B0604020202020204" pitchFamily="34" charset="0"/>
              </a:rPr>
              <a:t>. If the letters from T to Z are interchanged by the letters A to G in such a way that A takes the position of T and so on, then which will be the third letter to the left of 18th letter from the right ?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(a) Y 		(b) U 		(c) C 		(d) S 		(e)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Shape 244"/>
        <p:cNvGrpSpPr/>
        <p:nvPr/>
      </p:nvGrpSpPr>
      <p:grpSpPr>
        <a:xfrm>
          <a:off x="0" y="0"/>
          <a:ext cx="0" cy="0"/>
          <a:chOff x="0" y="0"/>
          <a:chExt cx="0" cy="0"/>
        </a:xfrm>
      </p:grpSpPr>
      <p:sp>
        <p:nvSpPr>
          <p:cNvPr id="246" name="Google Shape;246;p38"/>
          <p:cNvSpPr txBox="1">
            <a:spLocks noGrp="1"/>
          </p:cNvSpPr>
          <p:nvPr>
            <p:ph type="body" idx="1"/>
          </p:nvPr>
        </p:nvSpPr>
        <p:spPr>
          <a:xfrm>
            <a:off x="157451" y="674557"/>
            <a:ext cx="11733048" cy="573013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  </a:t>
            </a: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20</a:t>
            </a:r>
            <a:r>
              <a:rPr lang="en-US" b="1" dirty="0">
                <a:latin typeface="Arial" panose="020B0604020202020204" pitchFamily="34" charset="0"/>
                <a:cs typeface="Arial" panose="020B0604020202020204" pitchFamily="34" charset="0"/>
              </a:rPr>
              <a:t>. If the letters from T to Z are interchanged by the letters A to G in such a way that A takes the position of T and so on, then which will be the third letter to the left of 18th letter from the right ?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solidFill>
                  <a:srgbClr val="FF0000"/>
                </a:solidFill>
                <a:latin typeface="Arial" panose="020B0604020202020204" pitchFamily="34" charset="0"/>
                <a:cs typeface="Arial" panose="020B0604020202020204" pitchFamily="34" charset="0"/>
              </a:rPr>
              <a:t>(a) Y </a:t>
            </a:r>
            <a:r>
              <a:rPr lang="en-US" b="1" dirty="0">
                <a:latin typeface="Arial" panose="020B0604020202020204" pitchFamily="34" charset="0"/>
                <a:cs typeface="Arial" panose="020B0604020202020204" pitchFamily="34" charset="0"/>
              </a:rPr>
              <a:t>		(b) U 		(c) C 		(d) S 		(e)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20770569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Shape 250"/>
        <p:cNvGrpSpPr/>
        <p:nvPr/>
      </p:nvGrpSpPr>
      <p:grpSpPr>
        <a:xfrm>
          <a:off x="0" y="0"/>
          <a:ext cx="0" cy="0"/>
          <a:chOff x="0" y="0"/>
          <a:chExt cx="0" cy="0"/>
        </a:xfrm>
      </p:grpSpPr>
      <p:sp>
        <p:nvSpPr>
          <p:cNvPr id="252" name="Google Shape;252;p39"/>
          <p:cNvSpPr txBox="1">
            <a:spLocks noGrp="1"/>
          </p:cNvSpPr>
          <p:nvPr>
            <p:ph type="body" idx="1"/>
          </p:nvPr>
        </p:nvSpPr>
        <p:spPr>
          <a:xfrm>
            <a:off x="157451" y="704539"/>
            <a:ext cx="11733048" cy="570015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  </a:t>
            </a: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21</a:t>
            </a:r>
            <a:r>
              <a:rPr lang="en-US" b="1" dirty="0">
                <a:latin typeface="Arial" panose="020B0604020202020204" pitchFamily="34" charset="0"/>
                <a:cs typeface="Arial" panose="020B0604020202020204" pitchFamily="34" charset="0"/>
              </a:rPr>
              <a:t>. If the first 5 letters are written in reversed order, then the next five letters are written in reversed order and so on, which is 7th letter to the right of 9th letter from the left ?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(a) T 		(b) S 		(c) P 		(d) Q 		(e)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Shape 250"/>
        <p:cNvGrpSpPr/>
        <p:nvPr/>
      </p:nvGrpSpPr>
      <p:grpSpPr>
        <a:xfrm>
          <a:off x="0" y="0"/>
          <a:ext cx="0" cy="0"/>
          <a:chOff x="0" y="0"/>
          <a:chExt cx="0" cy="0"/>
        </a:xfrm>
      </p:grpSpPr>
      <p:sp>
        <p:nvSpPr>
          <p:cNvPr id="252" name="Google Shape;252;p39"/>
          <p:cNvSpPr txBox="1">
            <a:spLocks noGrp="1"/>
          </p:cNvSpPr>
          <p:nvPr>
            <p:ph type="body" idx="1"/>
          </p:nvPr>
        </p:nvSpPr>
        <p:spPr>
          <a:xfrm>
            <a:off x="157451" y="689549"/>
            <a:ext cx="11733048" cy="571514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  </a:t>
            </a: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21</a:t>
            </a:r>
            <a:r>
              <a:rPr lang="en-US" b="1" dirty="0">
                <a:latin typeface="Arial" panose="020B0604020202020204" pitchFamily="34" charset="0"/>
                <a:cs typeface="Arial" panose="020B0604020202020204" pitchFamily="34" charset="0"/>
              </a:rPr>
              <a:t>. If the first 5 letters are written in reversed order, then the next five letters are written in reversed order and so on, which is 7th letter to the right of 9th letter from the left ?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solidFill>
                  <a:srgbClr val="FF0000"/>
                </a:solidFill>
                <a:latin typeface="Arial" panose="020B0604020202020204" pitchFamily="34" charset="0"/>
                <a:cs typeface="Arial" panose="020B0604020202020204" pitchFamily="34" charset="0"/>
              </a:rPr>
              <a:t>(a) T </a:t>
            </a:r>
            <a:r>
              <a:rPr lang="en-US" b="1" dirty="0">
                <a:latin typeface="Arial" panose="020B0604020202020204" pitchFamily="34" charset="0"/>
                <a:cs typeface="Arial" panose="020B0604020202020204" pitchFamily="34" charset="0"/>
              </a:rPr>
              <a:t>		</a:t>
            </a:r>
            <a:r>
              <a:rPr lang="en-US" b="1" dirty="0">
                <a:solidFill>
                  <a:schemeClr val="tx1"/>
                </a:solidFill>
                <a:latin typeface="Arial" panose="020B0604020202020204" pitchFamily="34" charset="0"/>
                <a:cs typeface="Arial" panose="020B0604020202020204" pitchFamily="34" charset="0"/>
              </a:rPr>
              <a:t>(b) S </a:t>
            </a:r>
            <a:r>
              <a:rPr lang="en-US" b="1" dirty="0">
                <a:solidFill>
                  <a:srgbClr val="FF0000"/>
                </a:solidFill>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	(c) P 		(d) Q 		(e)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21687032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Shape 256"/>
        <p:cNvGrpSpPr/>
        <p:nvPr/>
      </p:nvGrpSpPr>
      <p:grpSpPr>
        <a:xfrm>
          <a:off x="0" y="0"/>
          <a:ext cx="0" cy="0"/>
          <a:chOff x="0" y="0"/>
          <a:chExt cx="0" cy="0"/>
        </a:xfrm>
      </p:grpSpPr>
      <p:sp>
        <p:nvSpPr>
          <p:cNvPr id="258" name="Google Shape;258;p40"/>
          <p:cNvSpPr txBox="1">
            <a:spLocks noGrp="1"/>
          </p:cNvSpPr>
          <p:nvPr>
            <p:ph type="body" idx="1"/>
          </p:nvPr>
        </p:nvSpPr>
        <p:spPr>
          <a:xfrm>
            <a:off x="157451" y="689549"/>
            <a:ext cx="11733048" cy="571514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  </a:t>
            </a: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22</a:t>
            </a:r>
            <a:r>
              <a:rPr lang="en-US" b="1" dirty="0">
                <a:latin typeface="Arial" panose="020B0604020202020204" pitchFamily="34" charset="0"/>
                <a:cs typeface="Arial" panose="020B0604020202020204" pitchFamily="34" charset="0"/>
              </a:rPr>
              <a:t>. If the first 6 letters are written in reversed order, then the next 5 letters are written in reversed order and again next 6 letters are written in reversed order then which letter is midway between 7th letter from the left and 12th letter from the right?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(a) G 		(b) T 		(c) H 		(d) U 		(e) None of these</a:t>
            </a:r>
            <a:endParaRPr dirty="0">
              <a:latin typeface="Arial" panose="020B0604020202020204" pitchFamily="34" charset="0"/>
              <a:cs typeface="Arial" panose="020B060402020202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Shape 256"/>
        <p:cNvGrpSpPr/>
        <p:nvPr/>
      </p:nvGrpSpPr>
      <p:grpSpPr>
        <a:xfrm>
          <a:off x="0" y="0"/>
          <a:ext cx="0" cy="0"/>
          <a:chOff x="0" y="0"/>
          <a:chExt cx="0" cy="0"/>
        </a:xfrm>
      </p:grpSpPr>
      <p:sp>
        <p:nvSpPr>
          <p:cNvPr id="258" name="Google Shape;258;p40"/>
          <p:cNvSpPr txBox="1">
            <a:spLocks noGrp="1"/>
          </p:cNvSpPr>
          <p:nvPr>
            <p:ph type="body" idx="1"/>
          </p:nvPr>
        </p:nvSpPr>
        <p:spPr>
          <a:xfrm>
            <a:off x="157451" y="674557"/>
            <a:ext cx="11733048" cy="573013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  </a:t>
            </a: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22</a:t>
            </a:r>
            <a:r>
              <a:rPr lang="en-US" b="1" dirty="0">
                <a:latin typeface="Arial" panose="020B0604020202020204" pitchFamily="34" charset="0"/>
                <a:cs typeface="Arial" panose="020B0604020202020204" pitchFamily="34" charset="0"/>
              </a:rPr>
              <a:t>. If the first 6 letters are written in reversed order, then the next 5 letters are written in reversed order and again next 6 letters are written in reversed order then which letter is midway between 7th letter from the left and 12th letter from the right?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solidFill>
                  <a:srgbClr val="FF0000"/>
                </a:solidFill>
                <a:latin typeface="Arial" panose="020B0604020202020204" pitchFamily="34" charset="0"/>
                <a:cs typeface="Arial" panose="020B0604020202020204" pitchFamily="34" charset="0"/>
              </a:rPr>
              <a:t>(a) G </a:t>
            </a:r>
            <a:r>
              <a:rPr lang="en-US" b="1" dirty="0">
                <a:latin typeface="Arial" panose="020B0604020202020204" pitchFamily="34" charset="0"/>
                <a:cs typeface="Arial" panose="020B0604020202020204" pitchFamily="34" charset="0"/>
              </a:rPr>
              <a:t>		(b) T 		(c) H 		(d) U 		(e) None of these</a:t>
            </a:r>
            <a:endParaRP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219749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Shape 262"/>
        <p:cNvGrpSpPr/>
        <p:nvPr/>
      </p:nvGrpSpPr>
      <p:grpSpPr>
        <a:xfrm>
          <a:off x="0" y="0"/>
          <a:ext cx="0" cy="0"/>
          <a:chOff x="0" y="0"/>
          <a:chExt cx="0" cy="0"/>
        </a:xfrm>
      </p:grpSpPr>
      <p:sp>
        <p:nvSpPr>
          <p:cNvPr id="264" name="Google Shape;264;p41"/>
          <p:cNvSpPr txBox="1">
            <a:spLocks noGrp="1"/>
          </p:cNvSpPr>
          <p:nvPr>
            <p:ph type="body" idx="1"/>
          </p:nvPr>
        </p:nvSpPr>
        <p:spPr>
          <a:xfrm>
            <a:off x="157451" y="629587"/>
            <a:ext cx="11733048" cy="577510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  </a:t>
            </a:r>
            <a:r>
              <a:rPr lang="en-US" b="1" dirty="0">
                <a:solidFill>
                  <a:schemeClr val="tx1"/>
                </a:solidFill>
                <a:latin typeface="Arial" panose="020B0604020202020204" pitchFamily="34" charset="0"/>
                <a:cs typeface="Arial" panose="020B0604020202020204" pitchFamily="34" charset="0"/>
              </a:rPr>
              <a:t>Direction: Each question is based on the following alphabet series:</a:t>
            </a:r>
            <a:endParaRPr dirty="0">
              <a:solidFill>
                <a:schemeClr val="tx1"/>
              </a:solidFill>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solidFill>
                  <a:schemeClr val="tx1"/>
                </a:solidFill>
                <a:latin typeface="Arial" panose="020B0604020202020204" pitchFamily="34" charset="0"/>
                <a:cs typeface="Arial" panose="020B0604020202020204" pitchFamily="34" charset="0"/>
              </a:rPr>
              <a:t>			A B C D E F G H I J K L M N O P Q R S T U V W X Y Z</a:t>
            </a:r>
            <a:endParaRPr b="1" dirty="0">
              <a:solidFill>
                <a:schemeClr val="tx1"/>
              </a:solidFill>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solidFill>
                  <a:schemeClr val="tx1"/>
                </a:solidFill>
                <a:latin typeface="Arial" panose="020B0604020202020204" pitchFamily="34" charset="0"/>
                <a:ea typeface="Arial Black"/>
                <a:cs typeface="Arial" panose="020B0604020202020204" pitchFamily="34" charset="0"/>
                <a:sym typeface="Arial Black"/>
              </a:rPr>
              <a:t>Q 23</a:t>
            </a:r>
            <a:r>
              <a:rPr lang="en-US" b="1" dirty="0">
                <a:solidFill>
                  <a:schemeClr val="tx1"/>
                </a:solidFill>
                <a:latin typeface="Arial" panose="020B0604020202020204" pitchFamily="34" charset="0"/>
                <a:cs typeface="Arial" panose="020B0604020202020204" pitchFamily="34" charset="0"/>
              </a:rPr>
              <a:t>. If the first 5 letters are fixed next 12 letter written in reversed order and remaining letters are also fixed. Then how many letters are at the same place when it is written in alphabetical order. </a:t>
            </a:r>
            <a:endParaRPr dirty="0">
              <a:solidFill>
                <a:schemeClr val="tx1"/>
              </a:solidFill>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solidFill>
                  <a:schemeClr val="tx1"/>
                </a:solidFill>
                <a:latin typeface="Arial" panose="020B0604020202020204" pitchFamily="34" charset="0"/>
                <a:cs typeface="Arial" panose="020B0604020202020204" pitchFamily="34" charset="0"/>
              </a:rPr>
              <a:t>(a) 5 		(b) 7 		(c) 6 		(d) 8 		(e) None of these</a:t>
            </a:r>
            <a:r>
              <a:rPr lang="en-US" b="1" dirty="0">
                <a:solidFill>
                  <a:schemeClr val="tx1"/>
                </a:solidFill>
                <a:latin typeface="Arial" panose="020B0604020202020204" pitchFamily="34" charset="0"/>
                <a:ea typeface="Arial Black"/>
                <a:cs typeface="Arial" panose="020B0604020202020204" pitchFamily="34" charset="0"/>
                <a:sym typeface="Arial Black"/>
              </a:rPr>
              <a:t> </a:t>
            </a:r>
            <a:endParaRPr b="1" dirty="0">
              <a:solidFill>
                <a:schemeClr val="tx1"/>
              </a:solidFill>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Shape 262"/>
        <p:cNvGrpSpPr/>
        <p:nvPr/>
      </p:nvGrpSpPr>
      <p:grpSpPr>
        <a:xfrm>
          <a:off x="0" y="0"/>
          <a:ext cx="0" cy="0"/>
          <a:chOff x="0" y="0"/>
          <a:chExt cx="0" cy="0"/>
        </a:xfrm>
      </p:grpSpPr>
      <p:sp>
        <p:nvSpPr>
          <p:cNvPr id="264" name="Google Shape;264;p41"/>
          <p:cNvSpPr txBox="1">
            <a:spLocks noGrp="1"/>
          </p:cNvSpPr>
          <p:nvPr>
            <p:ph type="body" idx="1"/>
          </p:nvPr>
        </p:nvSpPr>
        <p:spPr>
          <a:xfrm>
            <a:off x="157451" y="734519"/>
            <a:ext cx="11733048" cy="567017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  </a:t>
            </a: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23</a:t>
            </a:r>
            <a:r>
              <a:rPr lang="en-US" b="1" dirty="0">
                <a:latin typeface="Arial" panose="020B0604020202020204" pitchFamily="34" charset="0"/>
                <a:cs typeface="Arial" panose="020B0604020202020204" pitchFamily="34" charset="0"/>
              </a:rPr>
              <a:t>. If the first 5 letters are fixed next 12 letter written in reversed order and remaining letters are also fixed. Then how many letters are at the same place when it is written in alphabetical order.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(a) 5 		(b) 7 		</a:t>
            </a:r>
            <a:r>
              <a:rPr lang="en-US" b="1" dirty="0">
                <a:solidFill>
                  <a:schemeClr val="tx1"/>
                </a:solidFill>
                <a:latin typeface="Arial" panose="020B0604020202020204" pitchFamily="34" charset="0"/>
                <a:cs typeface="Arial" panose="020B0604020202020204" pitchFamily="34" charset="0"/>
              </a:rPr>
              <a:t>(c) 6 </a:t>
            </a:r>
            <a:r>
              <a:rPr lang="en-US" b="1" dirty="0">
                <a:latin typeface="Arial" panose="020B0604020202020204" pitchFamily="34" charset="0"/>
                <a:cs typeface="Arial" panose="020B0604020202020204" pitchFamily="34" charset="0"/>
              </a:rPr>
              <a:t>		(d) 8 		</a:t>
            </a:r>
            <a:r>
              <a:rPr lang="en-US" b="1" dirty="0">
                <a:solidFill>
                  <a:srgbClr val="FF0000"/>
                </a:solidFill>
                <a:latin typeface="Arial" panose="020B0604020202020204" pitchFamily="34" charset="0"/>
                <a:cs typeface="Arial" panose="020B0604020202020204" pitchFamily="34" charset="0"/>
              </a:rPr>
              <a:t>(e) None of these</a:t>
            </a:r>
            <a:r>
              <a:rPr lang="en-US" b="1" dirty="0">
                <a:solidFill>
                  <a:srgbClr val="FF0000"/>
                </a:solidFill>
                <a:latin typeface="Arial" panose="020B0604020202020204" pitchFamily="34" charset="0"/>
                <a:ea typeface="Arial Black"/>
                <a:cs typeface="Arial" panose="020B0604020202020204" pitchFamily="34" charset="0"/>
                <a:sym typeface="Arial Black"/>
              </a:rPr>
              <a:t> </a:t>
            </a:r>
            <a:endParaRPr b="1" dirty="0">
              <a:solidFill>
                <a:srgbClr val="FF0000"/>
              </a:solidFill>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33852741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Shape 268"/>
        <p:cNvGrpSpPr/>
        <p:nvPr/>
      </p:nvGrpSpPr>
      <p:grpSpPr>
        <a:xfrm>
          <a:off x="0" y="0"/>
          <a:ext cx="0" cy="0"/>
          <a:chOff x="0" y="0"/>
          <a:chExt cx="0" cy="0"/>
        </a:xfrm>
      </p:grpSpPr>
      <p:sp>
        <p:nvSpPr>
          <p:cNvPr id="270" name="Google Shape;270;p42"/>
          <p:cNvSpPr txBox="1">
            <a:spLocks noGrp="1"/>
          </p:cNvSpPr>
          <p:nvPr>
            <p:ph type="body" idx="1"/>
          </p:nvPr>
        </p:nvSpPr>
        <p:spPr>
          <a:xfrm>
            <a:off x="157451" y="689549"/>
            <a:ext cx="11733048" cy="571514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  </a:t>
            </a: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24</a:t>
            </a:r>
            <a:r>
              <a:rPr lang="en-US" b="1" dirty="0">
                <a:latin typeface="Arial" panose="020B0604020202020204" pitchFamily="34" charset="0"/>
                <a:cs typeface="Arial" panose="020B0604020202020204" pitchFamily="34" charset="0"/>
              </a:rPr>
              <a:t>. If the first ten letters of the given alphabet are written in the reversed order. Which of the following letters will be the seventh to the left of the twelfth letter from the right end.</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(b) I 		(c) H 		(d) C 		(e)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Shape 268"/>
        <p:cNvGrpSpPr/>
        <p:nvPr/>
      </p:nvGrpSpPr>
      <p:grpSpPr>
        <a:xfrm>
          <a:off x="0" y="0"/>
          <a:ext cx="0" cy="0"/>
          <a:chOff x="0" y="0"/>
          <a:chExt cx="0" cy="0"/>
        </a:xfrm>
      </p:grpSpPr>
      <p:sp>
        <p:nvSpPr>
          <p:cNvPr id="270" name="Google Shape;270;p42"/>
          <p:cNvSpPr txBox="1">
            <a:spLocks noGrp="1"/>
          </p:cNvSpPr>
          <p:nvPr>
            <p:ph type="body" idx="1"/>
          </p:nvPr>
        </p:nvSpPr>
        <p:spPr>
          <a:xfrm>
            <a:off x="157451" y="659567"/>
            <a:ext cx="11733048" cy="574512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  </a:t>
            </a: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24</a:t>
            </a:r>
            <a:r>
              <a:rPr lang="en-US" b="1" dirty="0">
                <a:latin typeface="Arial" panose="020B0604020202020204" pitchFamily="34" charset="0"/>
                <a:cs typeface="Arial" panose="020B0604020202020204" pitchFamily="34" charset="0"/>
              </a:rPr>
              <a:t>. If the first ten letters of the given alphabet are written in the reversed order. Which of the following letters will be the seventh to the left of the twelfth letter from the right end.</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(b) I 		(c) H 		</a:t>
            </a:r>
            <a:r>
              <a:rPr lang="en-US" b="1" dirty="0">
                <a:solidFill>
                  <a:srgbClr val="FF0000"/>
                </a:solidFill>
                <a:latin typeface="Arial" panose="020B0604020202020204" pitchFamily="34" charset="0"/>
                <a:cs typeface="Arial" panose="020B0604020202020204" pitchFamily="34" charset="0"/>
              </a:rPr>
              <a:t>(d) C </a:t>
            </a:r>
            <a:r>
              <a:rPr lang="en-US" b="1" dirty="0">
                <a:latin typeface="Arial" panose="020B0604020202020204" pitchFamily="34" charset="0"/>
                <a:cs typeface="Arial" panose="020B0604020202020204" pitchFamily="34" charset="0"/>
              </a:rPr>
              <a:t>		(e)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23593263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Shape 274"/>
        <p:cNvGrpSpPr/>
        <p:nvPr/>
      </p:nvGrpSpPr>
      <p:grpSpPr>
        <a:xfrm>
          <a:off x="0" y="0"/>
          <a:ext cx="0" cy="0"/>
          <a:chOff x="0" y="0"/>
          <a:chExt cx="0" cy="0"/>
        </a:xfrm>
      </p:grpSpPr>
      <p:sp>
        <p:nvSpPr>
          <p:cNvPr id="276" name="Google Shape;276;p43"/>
          <p:cNvSpPr txBox="1">
            <a:spLocks noGrp="1"/>
          </p:cNvSpPr>
          <p:nvPr>
            <p:ph type="body" idx="1"/>
          </p:nvPr>
        </p:nvSpPr>
        <p:spPr>
          <a:xfrm>
            <a:off x="157451" y="674557"/>
            <a:ext cx="11733048" cy="573013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  </a:t>
            </a: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25</a:t>
            </a:r>
            <a:r>
              <a:rPr lang="en-US" b="1" dirty="0">
                <a:latin typeface="Arial" panose="020B0604020202020204" pitchFamily="34" charset="0"/>
                <a:cs typeface="Arial" panose="020B0604020202020204" pitchFamily="34" charset="0"/>
              </a:rPr>
              <a:t>. If every alternate letter, starting with A, is removed from the alphabet, which letter among the remaining letters would be the third to the right of the fifth letter from the right?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(a) X 		(b) V 		(c) L 		(d) J 		(e) None of these</a:t>
            </a:r>
            <a:r>
              <a:rPr lang="en-US" b="1" dirty="0">
                <a:latin typeface="Arial" panose="020B0604020202020204" pitchFamily="34" charset="0"/>
                <a:ea typeface="Arial Black"/>
                <a:cs typeface="Arial" panose="020B0604020202020204" pitchFamily="34" charset="0"/>
                <a:sym typeface="Arial Black"/>
              </a:rPr>
              <a:t> </a:t>
            </a:r>
            <a:endParaRPr b="1"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r>
              <a:rPr lang="en-US" b="1" dirty="0">
                <a:latin typeface="Arial Black"/>
                <a:ea typeface="Arial Black"/>
                <a:cs typeface="Arial Black"/>
                <a:sym typeface="Arial Black"/>
              </a:rPr>
              <a:t> </a:t>
            </a:r>
            <a:endParaRPr b="1" dirty="0"/>
          </a:p>
          <a:p>
            <a:pPr marL="228600" lvl="0" indent="-228600" algn="l" rtl="0">
              <a:lnSpc>
                <a:spcPct val="90000"/>
              </a:lnSpc>
              <a:spcBef>
                <a:spcPts val="1000"/>
              </a:spcBef>
              <a:spcAft>
                <a:spcPts val="0"/>
              </a:spcAft>
              <a:buClr>
                <a:schemeClr val="dk1"/>
              </a:buClr>
              <a:buSzPts val="2400"/>
              <a:buNone/>
            </a:pPr>
            <a:r>
              <a:rPr lang="en-US" b="1" dirty="0"/>
              <a:t> </a:t>
            </a:r>
            <a:r>
              <a:rPr lang="en-US" b="1" dirty="0">
                <a:latin typeface="Arial Black"/>
                <a:ea typeface="Arial Black"/>
                <a:cs typeface="Arial Black"/>
                <a:sym typeface="Arial Black"/>
              </a:rPr>
              <a:t> </a:t>
            </a: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Shape 274"/>
        <p:cNvGrpSpPr/>
        <p:nvPr/>
      </p:nvGrpSpPr>
      <p:grpSpPr>
        <a:xfrm>
          <a:off x="0" y="0"/>
          <a:ext cx="0" cy="0"/>
          <a:chOff x="0" y="0"/>
          <a:chExt cx="0" cy="0"/>
        </a:xfrm>
      </p:grpSpPr>
      <p:sp>
        <p:nvSpPr>
          <p:cNvPr id="276" name="Google Shape;276;p43"/>
          <p:cNvSpPr txBox="1">
            <a:spLocks noGrp="1"/>
          </p:cNvSpPr>
          <p:nvPr>
            <p:ph type="body" idx="1"/>
          </p:nvPr>
        </p:nvSpPr>
        <p:spPr>
          <a:xfrm>
            <a:off x="157451" y="689549"/>
            <a:ext cx="11733048" cy="571514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ALPHABET TEST</a:t>
            </a:r>
            <a:endParaRPr b="1" dirty="0">
              <a:latin typeface="Arial Black"/>
              <a:ea typeface="Arial Black"/>
              <a:cs typeface="Arial Black"/>
              <a:sym typeface="Arial Black"/>
            </a:endParaRPr>
          </a:p>
          <a:p>
            <a:pPr marL="228600" lvl="0" indent="-228600" algn="l" rtl="0">
              <a:lnSpc>
                <a:spcPct val="90000"/>
              </a:lnSpc>
              <a:spcBef>
                <a:spcPts val="1000"/>
              </a:spcBef>
              <a:spcAft>
                <a:spcPts val="0"/>
              </a:spcAft>
              <a:buClr>
                <a:schemeClr val="dk1"/>
              </a:buClr>
              <a:buSzPts val="2400"/>
              <a:buNone/>
            </a:pPr>
            <a:r>
              <a:rPr lang="en-US" b="1" dirty="0"/>
              <a:t>  </a:t>
            </a:r>
            <a:r>
              <a:rPr lang="en-US" b="1" dirty="0">
                <a:latin typeface="Arial" panose="020B0604020202020204" pitchFamily="34" charset="0"/>
                <a:cs typeface="Arial" panose="020B0604020202020204" pitchFamily="34" charset="0"/>
              </a:rPr>
              <a:t>Direction: Each question is based on the following alphabet series:</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 B C D E F G H I J K L M N O P Q R S T U V W X Y Z</a:t>
            </a:r>
            <a:endParaRPr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25</a:t>
            </a:r>
            <a:r>
              <a:rPr lang="en-US" b="1" dirty="0">
                <a:latin typeface="Arial" panose="020B0604020202020204" pitchFamily="34" charset="0"/>
                <a:cs typeface="Arial" panose="020B0604020202020204" pitchFamily="34" charset="0"/>
              </a:rPr>
              <a:t>. If every alternate letter, starting with A, is removed from the alphabet, which letter among the remaining letters would be the third to the right of the fifth letter from the right?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solidFill>
                  <a:srgbClr val="FF0000"/>
                </a:solidFill>
                <a:latin typeface="Arial" panose="020B0604020202020204" pitchFamily="34" charset="0"/>
                <a:cs typeface="Arial" panose="020B0604020202020204" pitchFamily="34" charset="0"/>
              </a:rPr>
              <a:t>(a) X </a:t>
            </a:r>
            <a:r>
              <a:rPr lang="en-US" b="1" dirty="0">
                <a:latin typeface="Arial" panose="020B0604020202020204" pitchFamily="34" charset="0"/>
                <a:cs typeface="Arial" panose="020B0604020202020204" pitchFamily="34" charset="0"/>
              </a:rPr>
              <a:t>		(b) V 		(c) L 		(d) J 		(e) None of these</a:t>
            </a:r>
            <a:r>
              <a:rPr lang="en-US" b="1" dirty="0">
                <a:latin typeface="Arial" panose="020B0604020202020204" pitchFamily="34" charset="0"/>
                <a:ea typeface="Arial Black"/>
                <a:cs typeface="Arial" panose="020B0604020202020204" pitchFamily="34" charset="0"/>
                <a:sym typeface="Arial Black"/>
              </a:rPr>
              <a:t> </a:t>
            </a:r>
            <a:endParaRPr b="1"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r>
              <a:rPr lang="en-US" b="1" dirty="0">
                <a:latin typeface="Arial Black"/>
                <a:ea typeface="Arial Black"/>
                <a:cs typeface="Arial Black"/>
                <a:sym typeface="Arial Black"/>
              </a:rPr>
              <a:t> </a:t>
            </a:r>
            <a:endParaRPr b="1" dirty="0"/>
          </a:p>
          <a:p>
            <a:pPr marL="228600" lvl="0" indent="-228600" algn="l" rtl="0">
              <a:lnSpc>
                <a:spcPct val="90000"/>
              </a:lnSpc>
              <a:spcBef>
                <a:spcPts val="1000"/>
              </a:spcBef>
              <a:spcAft>
                <a:spcPts val="0"/>
              </a:spcAft>
              <a:buClr>
                <a:schemeClr val="dk1"/>
              </a:buClr>
              <a:buSzPts val="2400"/>
              <a:buNone/>
            </a:pPr>
            <a:r>
              <a:rPr lang="en-US" b="1" dirty="0"/>
              <a:t> </a:t>
            </a:r>
            <a:r>
              <a:rPr lang="en-US" b="1" dirty="0">
                <a:latin typeface="Arial Black"/>
                <a:ea typeface="Arial Black"/>
                <a:cs typeface="Arial Black"/>
                <a:sym typeface="Arial Black"/>
              </a:rPr>
              <a:t> </a:t>
            </a:r>
            <a:endParaRPr b="1"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36520971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Shape 100"/>
        <p:cNvGrpSpPr/>
        <p:nvPr/>
      </p:nvGrpSpPr>
      <p:grpSpPr>
        <a:xfrm>
          <a:off x="0" y="0"/>
          <a:ext cx="0" cy="0"/>
          <a:chOff x="0" y="0"/>
          <a:chExt cx="0" cy="0"/>
        </a:xfrm>
      </p:grpSpPr>
      <p:sp>
        <p:nvSpPr>
          <p:cNvPr id="102" name="Google Shape;102;p14"/>
          <p:cNvSpPr txBox="1">
            <a:spLocks noGrp="1"/>
          </p:cNvSpPr>
          <p:nvPr>
            <p:ph type="body" idx="1"/>
          </p:nvPr>
        </p:nvSpPr>
        <p:spPr>
          <a:xfrm>
            <a:off x="229476" y="756744"/>
            <a:ext cx="11733048" cy="5344511"/>
          </a:xfrm>
          <a:prstGeom prst="rect">
            <a:avLst/>
          </a:prstGeom>
          <a:noFill/>
          <a:ln>
            <a:noFill/>
          </a:ln>
        </p:spPr>
        <p:txBody>
          <a:bodyPr spcFirstLastPara="1" wrap="square" lIns="91425" tIns="45700" rIns="91425" bIns="45700" anchor="t" anchorCtr="0">
            <a:normAutofit/>
          </a:bodyPr>
          <a:lstStyle/>
          <a:p>
            <a:pPr marL="228600" lvl="0" indent="-228600" algn="ctr" rtl="0">
              <a:lnSpc>
                <a:spcPct val="90000"/>
              </a:lnSpc>
              <a:spcBef>
                <a:spcPts val="0"/>
              </a:spcBef>
              <a:spcAft>
                <a:spcPts val="0"/>
              </a:spcAft>
              <a:buClr>
                <a:srgbClr val="0C0C0C"/>
              </a:buClr>
              <a:buSzPts val="2400"/>
              <a:buNone/>
            </a:pPr>
            <a:r>
              <a:rPr lang="en-US" sz="9600" b="1" dirty="0">
                <a:solidFill>
                  <a:srgbClr val="FF0000"/>
                </a:solidFill>
                <a:latin typeface="Arial Black"/>
                <a:ea typeface="Arial Black"/>
                <a:cs typeface="Arial Black"/>
                <a:sym typeface="Arial Black"/>
              </a:rPr>
              <a:t>THANK YOU</a:t>
            </a:r>
            <a:endParaRPr sz="9600" dirty="0">
              <a:solidFill>
                <a:srgbClr val="FF0000"/>
              </a:solidFill>
            </a:endParaRPr>
          </a:p>
        </p:txBody>
      </p:sp>
    </p:spTree>
    <p:extLst>
      <p:ext uri="{BB962C8B-B14F-4D97-AF65-F5344CB8AC3E}">
        <p14:creationId xmlns:p14="http://schemas.microsoft.com/office/powerpoint/2010/main" val="4106451324"/>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349</TotalTime>
  <Words>5275</Words>
  <Application>Microsoft Office PowerPoint</Application>
  <PresentationFormat>Widescreen</PresentationFormat>
  <Paragraphs>375</Paragraphs>
  <Slides>54</Slides>
  <Notes>54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54</vt:i4>
      </vt:variant>
    </vt:vector>
  </HeadingPairs>
  <TitlesOfParts>
    <vt:vector size="58" baseType="lpstr">
      <vt:lpstr>Arial Black</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LOGICAL REASONING</dc:title>
  <cp:lastModifiedBy>Suresh Sanwak</cp:lastModifiedBy>
  <cp:revision>16</cp:revision>
  <dcterms:modified xsi:type="dcterms:W3CDTF">2025-06-02T09:51:52Z</dcterms:modified>
</cp:coreProperties>
</file>