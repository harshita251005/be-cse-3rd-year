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8231175" cx="14330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miXEtpqtHQvsEAa6p+rHfmTpt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93" orient="horz"/>
        <p:guide pos="4579"/>
        <p:guide pos="2079" orient="horz"/>
        <p:guide pos="2496" orient="horz"/>
        <p:guide pos="2245" orient="horz"/>
        <p:guide pos="2694" orient="horz"/>
        <p:guide pos="2162" orient="horz"/>
        <p:guide pos="2594" orient="horz"/>
        <p:guide pos="3785"/>
        <p:guide pos="4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444500" y="685800"/>
            <a:ext cx="596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6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6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1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6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6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subTitle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8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 flipH="1" rot="10800000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5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5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5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5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2212183" y="2024154"/>
            <a:ext cx="1036319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583781" y="3865685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204653" y="4892639"/>
            <a:ext cx="3531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(CC)(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CS0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09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154781" y="153194"/>
            <a:ext cx="76497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15865"/>
          <a:stretch/>
        </p:blipFill>
        <p:spPr>
          <a:xfrm>
            <a:off x="610643" y="1372394"/>
            <a:ext cx="13183937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1450181" y="6136826"/>
            <a:ext cx="11506200" cy="142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Amazon Migration Services help businesses move their data, applications, and workloads to Amazon Web Services (AWS). These services are especially useful when moving from on-premises infrastructure, private cloud, or another cloud provider (like Azure or GCP) to AWS.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381" y="1219994"/>
            <a:ext cx="13344451" cy="66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383381" y="197128"/>
            <a:ext cx="76497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" y="1194050"/>
            <a:ext cx="13639800" cy="643027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-454819" y="242045"/>
            <a:ext cx="8534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540" y="1117395"/>
            <a:ext cx="13687281" cy="67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-531019" y="223527"/>
            <a:ext cx="8839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581" y="1143794"/>
            <a:ext cx="13487400" cy="66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 txBox="1"/>
          <p:nvPr/>
        </p:nvSpPr>
        <p:spPr>
          <a:xfrm>
            <a:off x="-58429" y="273328"/>
            <a:ext cx="844280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81" y="1050606"/>
            <a:ext cx="7086600" cy="684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7580" y="1091388"/>
            <a:ext cx="6781801" cy="6935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 txBox="1"/>
          <p:nvPr/>
        </p:nvSpPr>
        <p:spPr>
          <a:xfrm>
            <a:off x="535781" y="286167"/>
            <a:ext cx="7772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981" y="1143794"/>
            <a:ext cx="13182600" cy="657316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 txBox="1"/>
          <p:nvPr/>
        </p:nvSpPr>
        <p:spPr>
          <a:xfrm>
            <a:off x="-150019" y="229394"/>
            <a:ext cx="8305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9"/>
          <p:cNvSpPr txBox="1"/>
          <p:nvPr/>
        </p:nvSpPr>
        <p:spPr>
          <a:xfrm>
            <a:off x="383381" y="197128"/>
            <a:ext cx="77259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381" y="1372394"/>
            <a:ext cx="13487400" cy="6256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69" y="1219994"/>
            <a:ext cx="13012671" cy="654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" y="1186656"/>
            <a:ext cx="13792200" cy="67389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2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581" y="1164457"/>
            <a:ext cx="13472036" cy="6684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AWS Migration Tools, Migration Hub &amp; AWS SMS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298" y="1166539"/>
            <a:ext cx="13448368" cy="6606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 txBox="1"/>
          <p:nvPr>
            <p:ph idx="12" type="sldNum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" y="1248880"/>
            <a:ext cx="13258800" cy="638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