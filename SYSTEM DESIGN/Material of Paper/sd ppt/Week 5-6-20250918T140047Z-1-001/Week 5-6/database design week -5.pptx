
<file path=[Content_Types].xml><?xml version="1.0" encoding="utf-8"?>
<Types xmlns="http://schemas.openxmlformats.org/package/2006/content-types">
  <Default ContentType="image/jpeg" Extension="jpg"/>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2.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8.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2.xml"/>
  <Override ContentType="application/vnd.openxmlformats-officedocument.presentationml.slideLayout+xml" PartName="/ppt/slideLayouts/slideLayout1.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12.xml"/>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9.xml"/>
  <Override ContentType="application/vnd.openxmlformats-officedocument.presentationml.slide+xml" PartName="/ppt/slides/slide5.xml"/>
  <Override ContentType="application/vnd.openxmlformats-officedocument.presentationml.slide+xml" PartName="/ppt/slides/slide8.xml"/>
  <Override ContentType="application/vnd.openxmlformats-officedocument.presentationml.slide+xml" PartName="/ppt/slides/slide7.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48"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Lst>
  <p:sldSz cy="8231175" cx="1433035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160">
          <p15:clr>
            <a:srgbClr val="A4A3A4"/>
          </p15:clr>
        </p15:guide>
        <p15:guide id="2" pos="3840">
          <p15:clr>
            <a:srgbClr val="A4A3A4"/>
          </p15:clr>
        </p15:guide>
        <p15:guide id="3" orient="horz" pos="2593">
          <p15:clr>
            <a:srgbClr val="A4A3A4"/>
          </p15:clr>
        </p15:guide>
        <p15:guide id="4" pos="4579">
          <p15:clr>
            <a:srgbClr val="A4A3A4"/>
          </p15:clr>
        </p15:guide>
        <p15:guide id="5" orient="horz" pos="2079">
          <p15:clr>
            <a:srgbClr val="A4A3A4"/>
          </p15:clr>
        </p15:guide>
        <p15:guide id="6" orient="horz" pos="2496">
          <p15:clr>
            <a:srgbClr val="A4A3A4"/>
          </p15:clr>
        </p15:guide>
        <p15:guide id="7" orient="horz" pos="2245">
          <p15:clr>
            <a:srgbClr val="A4A3A4"/>
          </p15:clr>
        </p15:guide>
        <p15:guide id="8" orient="horz" pos="2694">
          <p15:clr>
            <a:srgbClr val="A4A3A4"/>
          </p15:clr>
        </p15:guide>
        <p15:guide id="9" orient="horz" pos="2162">
          <p15:clr>
            <a:srgbClr val="A4A3A4"/>
          </p15:clr>
        </p15:guide>
        <p15:guide id="10" orient="horz" pos="2594">
          <p15:clr>
            <a:srgbClr val="A4A3A4"/>
          </p15:clr>
        </p15:guide>
        <p15:guide id="11" pos="3785">
          <p15:clr>
            <a:srgbClr val="A4A3A4"/>
          </p15:clr>
        </p15:guide>
        <p15:guide id="12" pos="4514">
          <p15:clr>
            <a:srgbClr val="A4A3A4"/>
          </p15:clr>
        </p15:guide>
      </p15:sldGuideLst>
    </p:ext>
    <p:ext uri="GoogleSlidesCustomDataVersion2">
      <go:slidesCustomData xmlns:go="http://customooxmlschemas.google.com/" r:id="rId18" roundtripDataSignature="AMtx7mhsC+11/Pfl55aK7UlFTM1XaXKamA=="/>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160" orient="horz"/>
        <p:guide pos="3840"/>
        <p:guide pos="2593" orient="horz"/>
        <p:guide pos="4579"/>
        <p:guide pos="2079" orient="horz"/>
        <p:guide pos="2496" orient="horz"/>
        <p:guide pos="2245" orient="horz"/>
        <p:guide pos="2694" orient="horz"/>
        <p:guide pos="2162" orient="horz"/>
        <p:guide pos="2594" orient="horz"/>
        <p:guide pos="3785"/>
        <p:guide pos="4514"/>
      </p:guideLst>
    </p:cSldViewPr>
  </p:slideViewPr>
</p:viewPr>
</file>

<file path=ppt/_rels/presentation.xml.rels><?xml version="1.0" encoding="UTF-8" standalone="yes"?><Relationships xmlns="http://schemas.openxmlformats.org/package/2006/relationships"><Relationship Id="rId11" Type="http://schemas.openxmlformats.org/officeDocument/2006/relationships/slide" Target="slides/slide6.xml"/><Relationship Id="rId10" Type="http://schemas.openxmlformats.org/officeDocument/2006/relationships/slide" Target="slides/slide5.xml"/><Relationship Id="rId13" Type="http://schemas.openxmlformats.org/officeDocument/2006/relationships/slide" Target="slides/slide8.xml"/><Relationship Id="rId12" Type="http://schemas.openxmlformats.org/officeDocument/2006/relationships/slide" Target="slides/slide7.xml"/><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5" Type="http://schemas.openxmlformats.org/officeDocument/2006/relationships/notesMaster" Target="notesMasters/notesMaster1.xml"/><Relationship Id="rId6" Type="http://schemas.openxmlformats.org/officeDocument/2006/relationships/slide" Target="slides/slide1.xml"/><Relationship Id="rId18" Type="http://customschemas.google.com/relationships/presentationmetadata" Target="metadata"/><Relationship Id="rId7" Type="http://schemas.openxmlformats.org/officeDocument/2006/relationships/slide" Target="slides/slide2.xml"/><Relationship Id="rId8" Type="http://schemas.openxmlformats.org/officeDocument/2006/relationships/slide" Target="slides/slide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7200"/>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9pPr>
          </a:lstStyle>
          <a:p/>
        </p:txBody>
      </p:sp>
      <p:sp>
        <p:nvSpPr>
          <p:cNvPr id="4" name="Google Shape;4;n"/>
          <p:cNvSpPr txBox="1"/>
          <p:nvPr>
            <p:ph idx="10" type="dt"/>
          </p:nvPr>
        </p:nvSpPr>
        <p:spPr>
          <a:xfrm>
            <a:off x="3884613" y="0"/>
            <a:ext cx="2971800" cy="457200"/>
          </a:xfrm>
          <a:prstGeom prst="rect">
            <a:avLst/>
          </a:prstGeom>
          <a:noFill/>
          <a:ln>
            <a:noFill/>
          </a:ln>
        </p:spPr>
        <p:txBody>
          <a:bodyPr anchorCtr="0" anchor="t" bIns="45700" lIns="91425" spcFirstLastPara="1" rIns="91425" wrap="square" tIns="45700">
            <a:noAutofit/>
          </a:bodyPr>
          <a:lstStyle>
            <a:lvl1pPr lvl="0" marR="0" rtl="0" algn="r">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9pPr>
          </a:lstStyle>
          <a:p/>
        </p:txBody>
      </p:sp>
      <p:sp>
        <p:nvSpPr>
          <p:cNvPr id="5" name="Google Shape;5;n"/>
          <p:cNvSpPr/>
          <p:nvPr>
            <p:ph idx="3" type="sldImg"/>
          </p:nvPr>
        </p:nvSpPr>
        <p:spPr>
          <a:xfrm>
            <a:off x="444500" y="685800"/>
            <a:ext cx="5969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lvl1pPr indent="-228600" lvl="0" marL="457200" marR="0" rtl="0" algn="l">
              <a:lnSpc>
                <a:spcPct val="100000"/>
              </a:lnSpc>
              <a:spcBef>
                <a:spcPts val="36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indent="-228600" lvl="1" marL="914400" marR="0" rtl="0" algn="l">
              <a:lnSpc>
                <a:spcPct val="100000"/>
              </a:lnSpc>
              <a:spcBef>
                <a:spcPts val="36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2pPr>
            <a:lvl3pPr indent="-228600" lvl="2" marL="1371600" marR="0" rtl="0" algn="l">
              <a:lnSpc>
                <a:spcPct val="100000"/>
              </a:lnSpc>
              <a:spcBef>
                <a:spcPts val="36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3pPr>
            <a:lvl4pPr indent="-228600" lvl="3" marL="1828800" marR="0" rtl="0" algn="l">
              <a:lnSpc>
                <a:spcPct val="100000"/>
              </a:lnSpc>
              <a:spcBef>
                <a:spcPts val="36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4pPr>
            <a:lvl5pPr indent="-228600" lvl="4" marL="2286000" marR="0" rtl="0" algn="l">
              <a:lnSpc>
                <a:spcPct val="100000"/>
              </a:lnSpc>
              <a:spcBef>
                <a:spcPts val="36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5pPr>
            <a:lvl6pPr indent="-228600" lvl="5" marL="27432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6pPr>
            <a:lvl7pPr indent="-228600" lvl="6" marL="32004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7pPr>
            <a:lvl8pPr indent="-228600" lvl="7" marL="36576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8pPr>
            <a:lvl9pPr indent="-228600" lvl="8" marL="41148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8685213"/>
            <a:ext cx="2971800" cy="457200"/>
          </a:xfrm>
          <a:prstGeom prst="rect">
            <a:avLst/>
          </a:prstGeom>
          <a:noFill/>
          <a:ln>
            <a:noFill/>
          </a:ln>
        </p:spPr>
        <p:txBody>
          <a:bodyPr anchorCtr="0" anchor="b"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9pPr>
          </a:lstStyle>
          <a:p/>
        </p:txBody>
      </p:sp>
      <p:sp>
        <p:nvSpPr>
          <p:cNvPr id="8" name="Google Shape;8;n"/>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Arial"/>
              <a:buNone/>
            </a:pPr>
            <a:fld id="{00000000-1234-1234-1234-123412341234}" type="slidenum">
              <a:rPr b="0" i="0" lang="en-US"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 name="Shape 46"/>
        <p:cNvGrpSpPr/>
        <p:nvPr/>
      </p:nvGrpSpPr>
      <p:grpSpPr>
        <a:xfrm>
          <a:off x="0" y="0"/>
          <a:ext cx="0" cy="0"/>
          <a:chOff x="0" y="0"/>
          <a:chExt cx="0" cy="0"/>
        </a:xfrm>
      </p:grpSpPr>
      <p:sp>
        <p:nvSpPr>
          <p:cNvPr id="47" name="Google Shape;47;g36420c64f2d_0_882:notes"/>
          <p:cNvSpPr/>
          <p:nvPr>
            <p:ph idx="2" type="sldImg"/>
          </p:nvPr>
        </p:nvSpPr>
        <p:spPr>
          <a:xfrm>
            <a:off x="444500" y="685800"/>
            <a:ext cx="59691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8" name="Google Shape;48;g36420c64f2d_0_882: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360"/>
              </a:spcBef>
              <a:spcAft>
                <a:spcPts val="0"/>
              </a:spcAft>
              <a:buSzPts val="1400"/>
              <a:buNone/>
            </a:pPr>
            <a:r>
              <a:t/>
            </a:r>
            <a:endParaRPr/>
          </a:p>
        </p:txBody>
      </p:sp>
      <p:sp>
        <p:nvSpPr>
          <p:cNvPr id="49" name="Google Shape;49;g36420c64f2d_0_882: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Clr>
                <a:srgbClr val="000000"/>
              </a:buClr>
              <a:buSzPts val="1200"/>
              <a:buFont typeface="Arial"/>
              <a:buNone/>
            </a:pPr>
            <a:fld id="{00000000-1234-1234-1234-123412341234}" type="slidenum">
              <a:rPr lang="en-US"/>
              <a:t>‹#›</a:t>
            </a:fld>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 name="Shape 54"/>
        <p:cNvGrpSpPr/>
        <p:nvPr/>
      </p:nvGrpSpPr>
      <p:grpSpPr>
        <a:xfrm>
          <a:off x="0" y="0"/>
          <a:ext cx="0" cy="0"/>
          <a:chOff x="0" y="0"/>
          <a:chExt cx="0" cy="0"/>
        </a:xfrm>
      </p:grpSpPr>
      <p:sp>
        <p:nvSpPr>
          <p:cNvPr id="55" name="Google Shape;55;g36420c64f2d_0_898:notes"/>
          <p:cNvSpPr/>
          <p:nvPr>
            <p:ph idx="2" type="sldImg"/>
          </p:nvPr>
        </p:nvSpPr>
        <p:spPr>
          <a:xfrm>
            <a:off x="444500" y="685800"/>
            <a:ext cx="59691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6" name="Google Shape;56;g36420c64f2d_0_898: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360"/>
              </a:spcBef>
              <a:spcAft>
                <a:spcPts val="0"/>
              </a:spcAft>
              <a:buSzPts val="1400"/>
              <a:buNone/>
            </a:pPr>
            <a:r>
              <a:t/>
            </a:r>
            <a:endParaRPr/>
          </a:p>
        </p:txBody>
      </p:sp>
      <p:sp>
        <p:nvSpPr>
          <p:cNvPr id="57" name="Google Shape;57;g36420c64f2d_0_898: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Clr>
                <a:srgbClr val="000000"/>
              </a:buClr>
              <a:buSzPts val="1200"/>
              <a:buFont typeface="Arial"/>
              <a:buNone/>
            </a:pPr>
            <a:fld id="{00000000-1234-1234-1234-123412341234}" type="slidenum">
              <a:rPr lang="en-US"/>
              <a:t>‹#›</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1" name="Shape 61"/>
        <p:cNvGrpSpPr/>
        <p:nvPr/>
      </p:nvGrpSpPr>
      <p:grpSpPr>
        <a:xfrm>
          <a:off x="0" y="0"/>
          <a:ext cx="0" cy="0"/>
          <a:chOff x="0" y="0"/>
          <a:chExt cx="0" cy="0"/>
        </a:xfrm>
      </p:grpSpPr>
      <p:sp>
        <p:nvSpPr>
          <p:cNvPr id="62" name="Google Shape;62;g36420c64f2d_0_890:notes"/>
          <p:cNvSpPr/>
          <p:nvPr>
            <p:ph idx="2" type="sldImg"/>
          </p:nvPr>
        </p:nvSpPr>
        <p:spPr>
          <a:xfrm>
            <a:off x="444500" y="685800"/>
            <a:ext cx="59691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3" name="Google Shape;63;g36420c64f2d_0_890: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360"/>
              </a:spcBef>
              <a:spcAft>
                <a:spcPts val="0"/>
              </a:spcAft>
              <a:buSzPts val="1400"/>
              <a:buNone/>
            </a:pPr>
            <a:r>
              <a:t/>
            </a:r>
            <a:endParaRPr/>
          </a:p>
        </p:txBody>
      </p:sp>
      <p:sp>
        <p:nvSpPr>
          <p:cNvPr id="64" name="Google Shape;64;g36420c64f2d_0_890: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Clr>
                <a:srgbClr val="000000"/>
              </a:buClr>
              <a:buSzPts val="1200"/>
              <a:buFont typeface="Arial"/>
              <a:buNone/>
            </a:pPr>
            <a:fld id="{00000000-1234-1234-1234-123412341234}" type="slidenum">
              <a:rPr lang="en-US"/>
              <a:t>‹#›</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9" name="Shape 69"/>
        <p:cNvGrpSpPr/>
        <p:nvPr/>
      </p:nvGrpSpPr>
      <p:grpSpPr>
        <a:xfrm>
          <a:off x="0" y="0"/>
          <a:ext cx="0" cy="0"/>
          <a:chOff x="0" y="0"/>
          <a:chExt cx="0" cy="0"/>
        </a:xfrm>
      </p:grpSpPr>
      <p:sp>
        <p:nvSpPr>
          <p:cNvPr id="70" name="Google Shape;70;g36420c64f2d_0_859:notes"/>
          <p:cNvSpPr/>
          <p:nvPr>
            <p:ph idx="2" type="sldImg"/>
          </p:nvPr>
        </p:nvSpPr>
        <p:spPr>
          <a:xfrm>
            <a:off x="444500" y="685800"/>
            <a:ext cx="59691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1" name="Google Shape;71;g36420c64f2d_0_859: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360"/>
              </a:spcBef>
              <a:spcAft>
                <a:spcPts val="0"/>
              </a:spcAft>
              <a:buSzPts val="1400"/>
              <a:buNone/>
            </a:pPr>
            <a:r>
              <a:t/>
            </a:r>
            <a:endParaRPr/>
          </a:p>
        </p:txBody>
      </p:sp>
      <p:sp>
        <p:nvSpPr>
          <p:cNvPr id="72" name="Google Shape;72;g36420c64f2d_0_859: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Clr>
                <a:srgbClr val="000000"/>
              </a:buClr>
              <a:buSzPts val="1200"/>
              <a:buFont typeface="Arial"/>
              <a:buNone/>
            </a:pPr>
            <a:fld id="{00000000-1234-1234-1234-123412341234}" type="slidenum">
              <a:rPr lang="en-US"/>
              <a:t>‹#›</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6" name="Shape 76"/>
        <p:cNvGrpSpPr/>
        <p:nvPr/>
      </p:nvGrpSpPr>
      <p:grpSpPr>
        <a:xfrm>
          <a:off x="0" y="0"/>
          <a:ext cx="0" cy="0"/>
          <a:chOff x="0" y="0"/>
          <a:chExt cx="0" cy="0"/>
        </a:xfrm>
      </p:grpSpPr>
      <p:sp>
        <p:nvSpPr>
          <p:cNvPr id="77" name="Google Shape;77;g36420c64f2d_0_906:notes"/>
          <p:cNvSpPr/>
          <p:nvPr>
            <p:ph idx="2" type="sldImg"/>
          </p:nvPr>
        </p:nvSpPr>
        <p:spPr>
          <a:xfrm>
            <a:off x="444500" y="685800"/>
            <a:ext cx="59691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8" name="Google Shape;78;g36420c64f2d_0_906: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360"/>
              </a:spcBef>
              <a:spcAft>
                <a:spcPts val="0"/>
              </a:spcAft>
              <a:buSzPts val="1400"/>
              <a:buNone/>
            </a:pPr>
            <a:r>
              <a:t/>
            </a:r>
            <a:endParaRPr/>
          </a:p>
        </p:txBody>
      </p:sp>
      <p:sp>
        <p:nvSpPr>
          <p:cNvPr id="79" name="Google Shape;79;g36420c64f2d_0_906: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Clr>
                <a:srgbClr val="000000"/>
              </a:buClr>
              <a:buSzPts val="1200"/>
              <a:buFont typeface="Arial"/>
              <a:buNone/>
            </a:pPr>
            <a:fld id="{00000000-1234-1234-1234-123412341234}" type="slidenum">
              <a:rPr lang="en-US"/>
              <a:t>‹#›</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4" name="Shape 84"/>
        <p:cNvGrpSpPr/>
        <p:nvPr/>
      </p:nvGrpSpPr>
      <p:grpSpPr>
        <a:xfrm>
          <a:off x="0" y="0"/>
          <a:ext cx="0" cy="0"/>
          <a:chOff x="0" y="0"/>
          <a:chExt cx="0" cy="0"/>
        </a:xfrm>
      </p:grpSpPr>
      <p:sp>
        <p:nvSpPr>
          <p:cNvPr id="85" name="Google Shape;85;g36420c64f2d_0_914:notes"/>
          <p:cNvSpPr/>
          <p:nvPr>
            <p:ph idx="2" type="sldImg"/>
          </p:nvPr>
        </p:nvSpPr>
        <p:spPr>
          <a:xfrm>
            <a:off x="444500" y="685800"/>
            <a:ext cx="59691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86" name="Google Shape;86;g36420c64f2d_0_914: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360"/>
              </a:spcBef>
              <a:spcAft>
                <a:spcPts val="0"/>
              </a:spcAft>
              <a:buSzPts val="1400"/>
              <a:buNone/>
            </a:pPr>
            <a:r>
              <a:t/>
            </a:r>
            <a:endParaRPr/>
          </a:p>
        </p:txBody>
      </p:sp>
      <p:sp>
        <p:nvSpPr>
          <p:cNvPr id="87" name="Google Shape;87;g36420c64f2d_0_914: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Clr>
                <a:srgbClr val="000000"/>
              </a:buClr>
              <a:buSzPts val="1200"/>
              <a:buFont typeface="Arial"/>
              <a:buNone/>
            </a:pPr>
            <a:fld id="{00000000-1234-1234-1234-123412341234}" type="slidenum">
              <a:rPr lang="en-US"/>
              <a:t>‹#›</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2" name="Shape 92"/>
        <p:cNvGrpSpPr/>
        <p:nvPr/>
      </p:nvGrpSpPr>
      <p:grpSpPr>
        <a:xfrm>
          <a:off x="0" y="0"/>
          <a:ext cx="0" cy="0"/>
          <a:chOff x="0" y="0"/>
          <a:chExt cx="0" cy="0"/>
        </a:xfrm>
      </p:grpSpPr>
      <p:sp>
        <p:nvSpPr>
          <p:cNvPr id="93" name="Google Shape;93;g36420c64f2d_0_922:notes"/>
          <p:cNvSpPr/>
          <p:nvPr>
            <p:ph idx="2" type="sldImg"/>
          </p:nvPr>
        </p:nvSpPr>
        <p:spPr>
          <a:xfrm>
            <a:off x="444500" y="685800"/>
            <a:ext cx="59691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94" name="Google Shape;94;g36420c64f2d_0_922: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360"/>
              </a:spcBef>
              <a:spcAft>
                <a:spcPts val="0"/>
              </a:spcAft>
              <a:buSzPts val="1400"/>
              <a:buNone/>
            </a:pPr>
            <a:r>
              <a:t/>
            </a:r>
            <a:endParaRPr/>
          </a:p>
        </p:txBody>
      </p:sp>
      <p:sp>
        <p:nvSpPr>
          <p:cNvPr id="95" name="Google Shape;95;g36420c64f2d_0_922: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Clr>
                <a:srgbClr val="000000"/>
              </a:buClr>
              <a:buSzPts val="1200"/>
              <a:buFont typeface="Arial"/>
              <a:buNone/>
            </a:pPr>
            <a:fld id="{00000000-1234-1234-1234-123412341234}" type="slidenum">
              <a:rPr lang="en-US"/>
              <a:t>‹#›</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0" name="Shape 100"/>
        <p:cNvGrpSpPr/>
        <p:nvPr/>
      </p:nvGrpSpPr>
      <p:grpSpPr>
        <a:xfrm>
          <a:off x="0" y="0"/>
          <a:ext cx="0" cy="0"/>
          <a:chOff x="0" y="0"/>
          <a:chExt cx="0" cy="0"/>
        </a:xfrm>
      </p:grpSpPr>
      <p:sp>
        <p:nvSpPr>
          <p:cNvPr id="101" name="Google Shape;101;g36420c64f2d_0_931:notes"/>
          <p:cNvSpPr/>
          <p:nvPr>
            <p:ph idx="2" type="sldImg"/>
          </p:nvPr>
        </p:nvSpPr>
        <p:spPr>
          <a:xfrm>
            <a:off x="444500" y="685800"/>
            <a:ext cx="59691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02" name="Google Shape;102;g36420c64f2d_0_931: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360"/>
              </a:spcBef>
              <a:spcAft>
                <a:spcPts val="0"/>
              </a:spcAft>
              <a:buSzPts val="1400"/>
              <a:buNone/>
            </a:pPr>
            <a:r>
              <a:t/>
            </a:r>
            <a:endParaRPr/>
          </a:p>
        </p:txBody>
      </p:sp>
      <p:sp>
        <p:nvSpPr>
          <p:cNvPr id="103" name="Google Shape;103;g36420c64f2d_0_931: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Clr>
                <a:srgbClr val="000000"/>
              </a:buClr>
              <a:buSzPts val="1200"/>
              <a:buFont typeface="Arial"/>
              <a:buNone/>
            </a:pPr>
            <a:fld id="{00000000-1234-1234-1234-123412341234}" type="slidenum">
              <a:rPr lang="en-US"/>
              <a:t>‹#›</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8" name="Shape 108"/>
        <p:cNvGrpSpPr/>
        <p:nvPr/>
      </p:nvGrpSpPr>
      <p:grpSpPr>
        <a:xfrm>
          <a:off x="0" y="0"/>
          <a:ext cx="0" cy="0"/>
          <a:chOff x="0" y="0"/>
          <a:chExt cx="0" cy="0"/>
        </a:xfrm>
      </p:grpSpPr>
      <p:sp>
        <p:nvSpPr>
          <p:cNvPr id="109" name="Google Shape;109;g36420c64f2d_0_938:notes"/>
          <p:cNvSpPr/>
          <p:nvPr>
            <p:ph idx="2" type="sldImg"/>
          </p:nvPr>
        </p:nvSpPr>
        <p:spPr>
          <a:xfrm>
            <a:off x="444500" y="685800"/>
            <a:ext cx="59691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10" name="Google Shape;110;g36420c64f2d_0_938: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360"/>
              </a:spcBef>
              <a:spcAft>
                <a:spcPts val="0"/>
              </a:spcAft>
              <a:buSzPts val="1400"/>
              <a:buNone/>
            </a:pPr>
            <a:r>
              <a:t/>
            </a:r>
            <a:endParaRPr/>
          </a:p>
        </p:txBody>
      </p:sp>
      <p:sp>
        <p:nvSpPr>
          <p:cNvPr id="111" name="Google Shape;111;g36420c64f2d_0_938: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Clr>
                <a:srgbClr val="000000"/>
              </a:buClr>
              <a:buSzPts val="1200"/>
              <a:buFont typeface="Arial"/>
              <a:buNone/>
            </a:pPr>
            <a:fld id="{00000000-1234-1234-1234-123412341234}" type="slidenum">
              <a:rPr lang="en-US"/>
              <a:t>‹#›</a:t>
            </a:fld>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5" name="Shape 115"/>
        <p:cNvGrpSpPr/>
        <p:nvPr/>
      </p:nvGrpSpPr>
      <p:grpSpPr>
        <a:xfrm>
          <a:off x="0" y="0"/>
          <a:ext cx="0" cy="0"/>
          <a:chOff x="0" y="0"/>
          <a:chExt cx="0" cy="0"/>
        </a:xfrm>
      </p:grpSpPr>
      <p:sp>
        <p:nvSpPr>
          <p:cNvPr id="116" name="Google Shape;116;g36420c64f2d_0_947:notes"/>
          <p:cNvSpPr/>
          <p:nvPr>
            <p:ph idx="2" type="sldImg"/>
          </p:nvPr>
        </p:nvSpPr>
        <p:spPr>
          <a:xfrm>
            <a:off x="444500" y="685800"/>
            <a:ext cx="59691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17" name="Google Shape;117;g36420c64f2d_0_947: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360"/>
              </a:spcBef>
              <a:spcAft>
                <a:spcPts val="0"/>
              </a:spcAft>
              <a:buSzPts val="1400"/>
              <a:buNone/>
            </a:pPr>
            <a:r>
              <a:t/>
            </a:r>
            <a:endParaRPr/>
          </a:p>
        </p:txBody>
      </p:sp>
      <p:sp>
        <p:nvSpPr>
          <p:cNvPr id="118" name="Google Shape;118;g36420c64f2d_0_947: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Clr>
                <a:srgbClr val="000000"/>
              </a:buClr>
              <a:buSzPts val="1200"/>
              <a:buFont typeface="Arial"/>
              <a:buNone/>
            </a:pPr>
            <a:fld id="{00000000-1234-1234-1234-123412341234}" type="slidenum">
              <a:rPr lang="en-US"/>
              <a:t>‹#›</a:t>
            </a:fld>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2" name="Shape 122"/>
        <p:cNvGrpSpPr/>
        <p:nvPr/>
      </p:nvGrpSpPr>
      <p:grpSpPr>
        <a:xfrm>
          <a:off x="0" y="0"/>
          <a:ext cx="0" cy="0"/>
          <a:chOff x="0" y="0"/>
          <a:chExt cx="0" cy="0"/>
        </a:xfrm>
      </p:grpSpPr>
      <p:sp>
        <p:nvSpPr>
          <p:cNvPr id="123" name="Google Shape;123;g36420c64f2d_0_867:notes"/>
          <p:cNvSpPr/>
          <p:nvPr>
            <p:ph idx="2" type="sldImg"/>
          </p:nvPr>
        </p:nvSpPr>
        <p:spPr>
          <a:xfrm>
            <a:off x="444500" y="685800"/>
            <a:ext cx="59691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24" name="Google Shape;124;g36420c64f2d_0_867: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360"/>
              </a:spcBef>
              <a:spcAft>
                <a:spcPts val="0"/>
              </a:spcAft>
              <a:buSzPts val="1400"/>
              <a:buNone/>
            </a:pPr>
            <a:r>
              <a:t/>
            </a:r>
            <a:endParaRPr/>
          </a:p>
        </p:txBody>
      </p:sp>
      <p:sp>
        <p:nvSpPr>
          <p:cNvPr id="125" name="Google Shape;125;g36420c64f2d_0_867: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Clr>
                <a:srgbClr val="000000"/>
              </a:buClr>
              <a:buSzPts val="1200"/>
              <a:buFont typeface="Arial"/>
              <a:buNone/>
            </a:pPr>
            <a:fld id="{00000000-1234-1234-1234-123412341234}" type="slidenum">
              <a:rPr lang="en-US"/>
              <a:t>‹#›</a:t>
            </a:fld>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0" name="Shape 130"/>
        <p:cNvGrpSpPr/>
        <p:nvPr/>
      </p:nvGrpSpPr>
      <p:grpSpPr>
        <a:xfrm>
          <a:off x="0" y="0"/>
          <a:ext cx="0" cy="0"/>
          <a:chOff x="0" y="0"/>
          <a:chExt cx="0" cy="0"/>
        </a:xfrm>
      </p:grpSpPr>
      <p:sp>
        <p:nvSpPr>
          <p:cNvPr id="131" name="Google Shape;131;g36420c64f2d_0_875:notes"/>
          <p:cNvSpPr/>
          <p:nvPr>
            <p:ph idx="2" type="sldImg"/>
          </p:nvPr>
        </p:nvSpPr>
        <p:spPr>
          <a:xfrm>
            <a:off x="444500" y="685800"/>
            <a:ext cx="59691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32" name="Google Shape;132;g36420c64f2d_0_875: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360"/>
              </a:spcBef>
              <a:spcAft>
                <a:spcPts val="0"/>
              </a:spcAft>
              <a:buSzPts val="1400"/>
              <a:buNone/>
            </a:pPr>
            <a:r>
              <a:t/>
            </a:r>
            <a:endParaRPr/>
          </a:p>
        </p:txBody>
      </p:sp>
      <p:sp>
        <p:nvSpPr>
          <p:cNvPr id="133" name="Google Shape;133;g36420c64f2d_0_875: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Clr>
                <a:srgbClr val="000000"/>
              </a:buClr>
              <a:buSzPts val="1200"/>
              <a:buFont typeface="Arial"/>
              <a:buNone/>
            </a:pPr>
            <a:fld id="{00000000-1234-1234-1234-123412341234}" type="slidenum">
              <a:rPr lang="en-US"/>
              <a:t>‹#›</a:t>
            </a:fld>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4.jp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24" name="Shape 24"/>
        <p:cNvGrpSpPr/>
        <p:nvPr/>
      </p:nvGrpSpPr>
      <p:grpSpPr>
        <a:xfrm>
          <a:off x="0" y="0"/>
          <a:ext cx="0" cy="0"/>
          <a:chOff x="0" y="0"/>
          <a:chExt cx="0" cy="0"/>
        </a:xfrm>
      </p:grpSpPr>
      <p:sp>
        <p:nvSpPr>
          <p:cNvPr id="25" name="Google Shape;25;p103"/>
          <p:cNvSpPr txBox="1"/>
          <p:nvPr>
            <p:ph type="ctrTitle"/>
          </p:nvPr>
        </p:nvSpPr>
        <p:spPr>
          <a:xfrm>
            <a:off x="10" y="3"/>
            <a:ext cx="8598218" cy="1097492"/>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26" name="Google Shape;26;p103"/>
          <p:cNvSpPr txBox="1"/>
          <p:nvPr>
            <p:ph idx="1" type="subTitle"/>
          </p:nvPr>
        </p:nvSpPr>
        <p:spPr>
          <a:xfrm>
            <a:off x="835942" y="1646241"/>
            <a:ext cx="12777907" cy="5670373"/>
          </a:xfrm>
          <a:prstGeom prst="rect">
            <a:avLst/>
          </a:prstGeom>
          <a:noFill/>
          <a:ln>
            <a:noFill/>
          </a:ln>
        </p:spPr>
        <p:txBody>
          <a:bodyPr anchorCtr="0" anchor="t" bIns="45700" lIns="91425" spcFirstLastPara="1" rIns="91425" wrap="square" tIns="45700">
            <a:noAutofit/>
          </a:bodyPr>
          <a:lstStyle>
            <a:lvl1pPr lvl="0" algn="ctr">
              <a:lnSpc>
                <a:spcPct val="100000"/>
              </a:lnSpc>
              <a:spcBef>
                <a:spcPts val="640"/>
              </a:spcBef>
              <a:spcAft>
                <a:spcPts val="0"/>
              </a:spcAft>
              <a:buClr>
                <a:srgbClr val="888888"/>
              </a:buClr>
              <a:buSzPts val="3200"/>
              <a:buNone/>
              <a:defRPr>
                <a:solidFill>
                  <a:srgbClr val="888888"/>
                </a:solidFill>
              </a:defRPr>
            </a:lvl1pPr>
            <a:lvl2pPr lvl="1" algn="ctr">
              <a:lnSpc>
                <a:spcPct val="100000"/>
              </a:lnSpc>
              <a:spcBef>
                <a:spcPts val="560"/>
              </a:spcBef>
              <a:spcAft>
                <a:spcPts val="0"/>
              </a:spcAft>
              <a:buClr>
                <a:srgbClr val="888888"/>
              </a:buClr>
              <a:buSzPts val="2800"/>
              <a:buNone/>
              <a:defRPr>
                <a:solidFill>
                  <a:srgbClr val="888888"/>
                </a:solidFill>
              </a:defRPr>
            </a:lvl2pPr>
            <a:lvl3pPr lvl="2" algn="ctr">
              <a:lnSpc>
                <a:spcPct val="100000"/>
              </a:lnSpc>
              <a:spcBef>
                <a:spcPts val="480"/>
              </a:spcBef>
              <a:spcAft>
                <a:spcPts val="0"/>
              </a:spcAft>
              <a:buClr>
                <a:srgbClr val="888888"/>
              </a:buClr>
              <a:buSzPts val="2400"/>
              <a:buNone/>
              <a:defRPr>
                <a:solidFill>
                  <a:srgbClr val="888888"/>
                </a:solidFill>
              </a:defRPr>
            </a:lvl3pPr>
            <a:lvl4pPr lvl="3" algn="ctr">
              <a:lnSpc>
                <a:spcPct val="100000"/>
              </a:lnSpc>
              <a:spcBef>
                <a:spcPts val="400"/>
              </a:spcBef>
              <a:spcAft>
                <a:spcPts val="0"/>
              </a:spcAft>
              <a:buClr>
                <a:srgbClr val="888888"/>
              </a:buClr>
              <a:buSzPts val="2000"/>
              <a:buNone/>
              <a:defRPr>
                <a:solidFill>
                  <a:srgbClr val="888888"/>
                </a:solidFill>
              </a:defRPr>
            </a:lvl4pPr>
            <a:lvl5pPr lvl="4" algn="ctr">
              <a:lnSpc>
                <a:spcPct val="100000"/>
              </a:lnSpc>
              <a:spcBef>
                <a:spcPts val="400"/>
              </a:spcBef>
              <a:spcAft>
                <a:spcPts val="0"/>
              </a:spcAft>
              <a:buClr>
                <a:srgbClr val="888888"/>
              </a:buClr>
              <a:buSzPts val="2000"/>
              <a:buNone/>
              <a:defRPr>
                <a:solidFill>
                  <a:srgbClr val="888888"/>
                </a:solidFill>
              </a:defRPr>
            </a:lvl5pPr>
            <a:lvl6pPr lvl="5" algn="ctr">
              <a:lnSpc>
                <a:spcPct val="100000"/>
              </a:lnSpc>
              <a:spcBef>
                <a:spcPts val="400"/>
              </a:spcBef>
              <a:spcAft>
                <a:spcPts val="0"/>
              </a:spcAft>
              <a:buClr>
                <a:srgbClr val="888888"/>
              </a:buClr>
              <a:buSzPts val="2000"/>
              <a:buNone/>
              <a:defRPr>
                <a:solidFill>
                  <a:srgbClr val="888888"/>
                </a:solidFill>
              </a:defRPr>
            </a:lvl6pPr>
            <a:lvl7pPr lvl="6" algn="ctr">
              <a:lnSpc>
                <a:spcPct val="100000"/>
              </a:lnSpc>
              <a:spcBef>
                <a:spcPts val="400"/>
              </a:spcBef>
              <a:spcAft>
                <a:spcPts val="0"/>
              </a:spcAft>
              <a:buClr>
                <a:srgbClr val="888888"/>
              </a:buClr>
              <a:buSzPts val="2000"/>
              <a:buNone/>
              <a:defRPr>
                <a:solidFill>
                  <a:srgbClr val="888888"/>
                </a:solidFill>
              </a:defRPr>
            </a:lvl7pPr>
            <a:lvl8pPr lvl="7" algn="ctr">
              <a:lnSpc>
                <a:spcPct val="100000"/>
              </a:lnSpc>
              <a:spcBef>
                <a:spcPts val="400"/>
              </a:spcBef>
              <a:spcAft>
                <a:spcPts val="0"/>
              </a:spcAft>
              <a:buClr>
                <a:srgbClr val="888888"/>
              </a:buClr>
              <a:buSzPts val="2000"/>
              <a:buNone/>
              <a:defRPr>
                <a:solidFill>
                  <a:srgbClr val="888888"/>
                </a:solidFill>
              </a:defRPr>
            </a:lvl8pPr>
            <a:lvl9pPr lvl="8" algn="ctr">
              <a:lnSpc>
                <a:spcPct val="100000"/>
              </a:lnSpc>
              <a:spcBef>
                <a:spcPts val="400"/>
              </a:spcBef>
              <a:spcAft>
                <a:spcPts val="0"/>
              </a:spcAft>
              <a:buClr>
                <a:srgbClr val="888888"/>
              </a:buClr>
              <a:buSzPts val="2000"/>
              <a:buNone/>
              <a:defRPr>
                <a:solidFill>
                  <a:srgbClr val="888888"/>
                </a:solidFill>
              </a:defRPr>
            </a:lvl9pPr>
          </a:lstStyle>
          <a:p/>
        </p:txBody>
      </p:sp>
      <p:sp>
        <p:nvSpPr>
          <p:cNvPr id="27" name="Google Shape;27;p103"/>
          <p:cNvSpPr txBox="1"/>
          <p:nvPr>
            <p:ph idx="10" type="dt"/>
          </p:nvPr>
        </p:nvSpPr>
        <p:spPr>
          <a:xfrm>
            <a:off x="716518" y="7629104"/>
            <a:ext cx="3343752" cy="438234"/>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8" name="Google Shape;28;p103"/>
          <p:cNvSpPr txBox="1"/>
          <p:nvPr>
            <p:ph idx="11" type="ftr"/>
          </p:nvPr>
        </p:nvSpPr>
        <p:spPr>
          <a:xfrm>
            <a:off x="4896212" y="7629104"/>
            <a:ext cx="4537948" cy="438234"/>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9" name="Google Shape;29;p103"/>
          <p:cNvSpPr txBox="1"/>
          <p:nvPr>
            <p:ph idx="12" type="sldNum"/>
          </p:nvPr>
        </p:nvSpPr>
        <p:spPr>
          <a:xfrm>
            <a:off x="10270093" y="7629104"/>
            <a:ext cx="3343752" cy="438234"/>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98989"/>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98989"/>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98989"/>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98989"/>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98989"/>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98989"/>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98989"/>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98989"/>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98989"/>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30" name="Shape 30"/>
        <p:cNvGrpSpPr/>
        <p:nvPr/>
      </p:nvGrpSpPr>
      <p:grpSpPr>
        <a:xfrm>
          <a:off x="0" y="0"/>
          <a:ext cx="0" cy="0"/>
          <a:chOff x="0" y="0"/>
          <a:chExt cx="0" cy="0"/>
        </a:xfrm>
      </p:grpSpPr>
      <p:pic>
        <p:nvPicPr>
          <p:cNvPr descr="LOGO.gif" id="31" name="Google Shape;31;p104"/>
          <p:cNvPicPr preferRelativeResize="0"/>
          <p:nvPr/>
        </p:nvPicPr>
        <p:blipFill rotWithShape="1">
          <a:blip r:embed="rId2">
            <a:alphaModFix/>
          </a:blip>
          <a:srcRect b="10713" l="0" r="0" t="0"/>
          <a:stretch/>
        </p:blipFill>
        <p:spPr>
          <a:xfrm>
            <a:off x="10270103" y="274375"/>
            <a:ext cx="3224332" cy="762147"/>
          </a:xfrm>
          <a:prstGeom prst="rect">
            <a:avLst/>
          </a:prstGeom>
          <a:noFill/>
          <a:ln>
            <a:noFill/>
          </a:ln>
        </p:spPr>
      </p:pic>
      <p:grpSp>
        <p:nvGrpSpPr>
          <p:cNvPr id="32" name="Google Shape;32;p104"/>
          <p:cNvGrpSpPr/>
          <p:nvPr/>
        </p:nvGrpSpPr>
        <p:grpSpPr>
          <a:xfrm>
            <a:off x="9633189" y="2"/>
            <a:ext cx="4697174" cy="1051763"/>
            <a:chOff x="6096000" y="3924300"/>
            <a:chExt cx="2997200" cy="876300"/>
          </a:xfrm>
        </p:grpSpPr>
        <p:sp>
          <p:nvSpPr>
            <p:cNvPr id="33" name="Google Shape;33;p104"/>
            <p:cNvSpPr/>
            <p:nvPr/>
          </p:nvSpPr>
          <p:spPr>
            <a:xfrm>
              <a:off x="6096000" y="3924300"/>
              <a:ext cx="2997200" cy="838200"/>
            </a:xfrm>
            <a:prstGeom prst="rect">
              <a:avLst/>
            </a:prstGeom>
            <a:solidFill>
              <a:srgbClr val="FF3300"/>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pic>
          <p:nvPicPr>
            <p:cNvPr descr="LOGO.gif" id="34" name="Google Shape;34;p104"/>
            <p:cNvPicPr preferRelativeResize="0"/>
            <p:nvPr/>
          </p:nvPicPr>
          <p:blipFill rotWithShape="1">
            <a:blip r:embed="rId2">
              <a:alphaModFix/>
            </a:blip>
            <a:srcRect b="10713" l="0" r="0" t="0"/>
            <a:stretch/>
          </p:blipFill>
          <p:spPr>
            <a:xfrm>
              <a:off x="6502400" y="4152900"/>
              <a:ext cx="2057400" cy="635000"/>
            </a:xfrm>
            <a:prstGeom prst="rect">
              <a:avLst/>
            </a:prstGeom>
            <a:noFill/>
            <a:ln>
              <a:noFill/>
            </a:ln>
          </p:spPr>
        </p:pic>
        <p:sp>
          <p:nvSpPr>
            <p:cNvPr id="35" name="Google Shape;35;p104"/>
            <p:cNvSpPr/>
            <p:nvPr/>
          </p:nvSpPr>
          <p:spPr>
            <a:xfrm>
              <a:off x="6477000" y="4114800"/>
              <a:ext cx="2076450" cy="685800"/>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grpSp>
      <p:pic>
        <p:nvPicPr>
          <p:cNvPr descr="logo.jpg" id="36" name="Google Shape;36;p104"/>
          <p:cNvPicPr preferRelativeResize="0"/>
          <p:nvPr/>
        </p:nvPicPr>
        <p:blipFill rotWithShape="1">
          <a:blip r:embed="rId3">
            <a:alphaModFix/>
          </a:blip>
          <a:srcRect b="0" l="0" r="0" t="0"/>
          <a:stretch/>
        </p:blipFill>
        <p:spPr>
          <a:xfrm>
            <a:off x="10270101" y="274378"/>
            <a:ext cx="3010371" cy="731662"/>
          </a:xfrm>
          <a:prstGeom prst="rect">
            <a:avLst/>
          </a:prstGeom>
          <a:noFill/>
          <a:ln>
            <a:noFill/>
          </a:ln>
        </p:spPr>
      </p:pic>
      <p:sp>
        <p:nvSpPr>
          <p:cNvPr id="37" name="Google Shape;37;p104"/>
          <p:cNvSpPr txBox="1"/>
          <p:nvPr>
            <p:ph type="title"/>
          </p:nvPr>
        </p:nvSpPr>
        <p:spPr>
          <a:xfrm>
            <a:off x="1" y="2"/>
            <a:ext cx="10150674" cy="1006034"/>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38" name="Google Shape;38;p104"/>
          <p:cNvSpPr txBox="1"/>
          <p:nvPr>
            <p:ph idx="1" type="body"/>
          </p:nvPr>
        </p:nvSpPr>
        <p:spPr>
          <a:xfrm>
            <a:off x="716522" y="1646250"/>
            <a:ext cx="12897326" cy="5432203"/>
          </a:xfrm>
          <a:prstGeom prst="rect">
            <a:avLst/>
          </a:prstGeom>
          <a:noFill/>
          <a:ln>
            <a:noFill/>
          </a:ln>
        </p:spPr>
        <p:txBody>
          <a:bodyPr anchorCtr="0" anchor="t" bIns="45700" lIns="91425" spcFirstLastPara="1" rIns="91425" wrap="square" tIns="45700">
            <a:noAutofit/>
          </a:bodyPr>
          <a:lstStyle>
            <a:lvl1pPr indent="-342900" lvl="0" marL="457200" algn="l">
              <a:lnSpc>
                <a:spcPct val="100000"/>
              </a:lnSpc>
              <a:spcBef>
                <a:spcPts val="360"/>
              </a:spcBef>
              <a:spcAft>
                <a:spcPts val="0"/>
              </a:spcAft>
              <a:buClr>
                <a:schemeClr val="dk1"/>
              </a:buClr>
              <a:buSzPts val="1800"/>
              <a:buChar char="•"/>
              <a:defRPr/>
            </a:lvl1pPr>
            <a:lvl2pPr indent="-342900" lvl="1" marL="914400" algn="l">
              <a:lnSpc>
                <a:spcPct val="100000"/>
              </a:lnSpc>
              <a:spcBef>
                <a:spcPts val="360"/>
              </a:spcBef>
              <a:spcAft>
                <a:spcPts val="0"/>
              </a:spcAft>
              <a:buClr>
                <a:schemeClr val="dk1"/>
              </a:buClr>
              <a:buSzPts val="1800"/>
              <a:buChar char="–"/>
              <a:defRPr/>
            </a:lvl2pPr>
            <a:lvl3pPr indent="-342900" lvl="2" marL="1371600" algn="l">
              <a:lnSpc>
                <a:spcPct val="100000"/>
              </a:lnSpc>
              <a:spcBef>
                <a:spcPts val="360"/>
              </a:spcBef>
              <a:spcAft>
                <a:spcPts val="0"/>
              </a:spcAft>
              <a:buClr>
                <a:schemeClr val="dk1"/>
              </a:buClr>
              <a:buSzPts val="1800"/>
              <a:buChar char="•"/>
              <a:defRPr/>
            </a:lvl3pPr>
            <a:lvl4pPr indent="-342900" lvl="3" marL="1828800" algn="l">
              <a:lnSpc>
                <a:spcPct val="100000"/>
              </a:lnSpc>
              <a:spcBef>
                <a:spcPts val="360"/>
              </a:spcBef>
              <a:spcAft>
                <a:spcPts val="0"/>
              </a:spcAft>
              <a:buClr>
                <a:schemeClr val="dk1"/>
              </a:buClr>
              <a:buSzPts val="1800"/>
              <a:buChar char="–"/>
              <a:defRPr/>
            </a:lvl4pPr>
            <a:lvl5pPr indent="-342900" lvl="4" marL="2286000" algn="l">
              <a:lnSpc>
                <a:spcPct val="100000"/>
              </a:lnSpc>
              <a:spcBef>
                <a:spcPts val="360"/>
              </a:spcBef>
              <a:spcAft>
                <a:spcPts val="0"/>
              </a:spcAft>
              <a:buClr>
                <a:schemeClr val="dk1"/>
              </a:buClr>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39" name="Google Shape;39;p104"/>
          <p:cNvSpPr txBox="1"/>
          <p:nvPr>
            <p:ph idx="10" type="dt"/>
          </p:nvPr>
        </p:nvSpPr>
        <p:spPr>
          <a:xfrm>
            <a:off x="716518" y="7629104"/>
            <a:ext cx="3343752" cy="438234"/>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0" name="Google Shape;40;p104"/>
          <p:cNvSpPr txBox="1"/>
          <p:nvPr>
            <p:ph idx="11" type="ftr"/>
          </p:nvPr>
        </p:nvSpPr>
        <p:spPr>
          <a:xfrm>
            <a:off x="4896212" y="7629104"/>
            <a:ext cx="4537948" cy="438234"/>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1" name="Google Shape;41;p104"/>
          <p:cNvSpPr txBox="1"/>
          <p:nvPr>
            <p:ph idx="12" type="sldNum"/>
          </p:nvPr>
        </p:nvSpPr>
        <p:spPr>
          <a:xfrm>
            <a:off x="10270093" y="7629104"/>
            <a:ext cx="3343752" cy="438234"/>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98989"/>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98989"/>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98989"/>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98989"/>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98989"/>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98989"/>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98989"/>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98989"/>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98989"/>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2" name="Shape 42"/>
        <p:cNvGrpSpPr/>
        <p:nvPr/>
      </p:nvGrpSpPr>
      <p:grpSpPr>
        <a:xfrm>
          <a:off x="0" y="0"/>
          <a:ext cx="0" cy="0"/>
          <a:chOff x="0" y="0"/>
          <a:chExt cx="0" cy="0"/>
        </a:xfrm>
      </p:grpSpPr>
      <p:sp>
        <p:nvSpPr>
          <p:cNvPr id="43" name="Google Shape;43;p105"/>
          <p:cNvSpPr txBox="1"/>
          <p:nvPr>
            <p:ph idx="10" type="dt"/>
          </p:nvPr>
        </p:nvSpPr>
        <p:spPr>
          <a:xfrm>
            <a:off x="716518" y="7629104"/>
            <a:ext cx="3343752" cy="438234"/>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4" name="Google Shape;44;p105"/>
          <p:cNvSpPr txBox="1"/>
          <p:nvPr>
            <p:ph idx="11" type="ftr"/>
          </p:nvPr>
        </p:nvSpPr>
        <p:spPr>
          <a:xfrm>
            <a:off x="4896212" y="7629104"/>
            <a:ext cx="4537948" cy="438234"/>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5" name="Google Shape;45;p105"/>
          <p:cNvSpPr txBox="1"/>
          <p:nvPr>
            <p:ph idx="12" type="sldNum"/>
          </p:nvPr>
        </p:nvSpPr>
        <p:spPr>
          <a:xfrm>
            <a:off x="10270093" y="7629104"/>
            <a:ext cx="3343752" cy="438234"/>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98989"/>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98989"/>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98989"/>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98989"/>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98989"/>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98989"/>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98989"/>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98989"/>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98989"/>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image" Target="../media/image1.png"/><Relationship Id="rId2" Type="http://schemas.openxmlformats.org/officeDocument/2006/relationships/image" Target="../media/image4.jpg"/><Relationship Id="rId3" Type="http://schemas.openxmlformats.org/officeDocument/2006/relationships/slideLayout" Target="../slideLayouts/slideLayout1.xml"/><Relationship Id="rId4" Type="http://schemas.openxmlformats.org/officeDocument/2006/relationships/slideLayout" Target="../slideLayouts/slideLayout2.xml"/><Relationship Id="rId5" Type="http://schemas.openxmlformats.org/officeDocument/2006/relationships/slideLayout" Target="../slideLayouts/slideLayout3.xml"/><Relationship Id="rId6" Type="http://schemas.openxmlformats.org/officeDocument/2006/relationships/theme" Target="../theme/theme2.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 name="Shape 9"/>
        <p:cNvGrpSpPr/>
        <p:nvPr/>
      </p:nvGrpSpPr>
      <p:grpSpPr>
        <a:xfrm>
          <a:off x="0" y="0"/>
          <a:ext cx="0" cy="0"/>
          <a:chOff x="0" y="0"/>
          <a:chExt cx="0" cy="0"/>
        </a:xfrm>
      </p:grpSpPr>
      <p:sp>
        <p:nvSpPr>
          <p:cNvPr id="10" name="Google Shape;10;p102"/>
          <p:cNvSpPr txBox="1"/>
          <p:nvPr>
            <p:ph type="title"/>
          </p:nvPr>
        </p:nvSpPr>
        <p:spPr>
          <a:xfrm>
            <a:off x="1" y="2"/>
            <a:ext cx="10150674" cy="1006034"/>
          </a:xfrm>
          <a:prstGeom prst="rect">
            <a:avLst/>
          </a:prstGeom>
          <a:noFill/>
          <a:ln>
            <a:noFill/>
          </a:ln>
        </p:spPr>
        <p:txBody>
          <a:bodyPr anchorCtr="0" anchor="ctr" bIns="45700" lIns="91425" spcFirstLastPara="1" rIns="91425" wrap="square" tIns="45700">
            <a:noAutofit/>
          </a:bodyPr>
          <a:lstStyle>
            <a:lvl1pPr lvl="0" marR="0" rtl="0" algn="ctr">
              <a:lnSpc>
                <a:spcPct val="100000"/>
              </a:lnSpc>
              <a:spcBef>
                <a:spcPts val="0"/>
              </a:spcBef>
              <a:spcAft>
                <a:spcPts val="0"/>
              </a:spcAft>
              <a:buClr>
                <a:srgbClr val="000000"/>
              </a:buClr>
              <a:buSzPts val="1400"/>
              <a:buFont typeface="Arial"/>
              <a:buNone/>
              <a:defRPr b="0" i="0" sz="3000" u="none" cap="none" strike="noStrike">
                <a:solidFill>
                  <a:schemeClr val="dk1"/>
                </a:solidFill>
                <a:latin typeface="Calibri"/>
                <a:ea typeface="Calibri"/>
                <a:cs typeface="Calibri"/>
                <a:sym typeface="Calibri"/>
              </a:defRPr>
            </a:lvl1pPr>
            <a:lvl2pPr lvl="1" marR="0" rtl="0" algn="ctr">
              <a:lnSpc>
                <a:spcPct val="100000"/>
              </a:lnSpc>
              <a:spcBef>
                <a:spcPts val="0"/>
              </a:spcBef>
              <a:spcAft>
                <a:spcPts val="0"/>
              </a:spcAft>
              <a:buClr>
                <a:srgbClr val="000000"/>
              </a:buClr>
              <a:buSzPts val="1400"/>
              <a:buFont typeface="Arial"/>
              <a:buNone/>
              <a:defRPr b="0" i="0" sz="3000" u="none" cap="none" strike="noStrike">
                <a:solidFill>
                  <a:schemeClr val="dk1"/>
                </a:solidFill>
                <a:latin typeface="Calibri"/>
                <a:ea typeface="Calibri"/>
                <a:cs typeface="Calibri"/>
                <a:sym typeface="Calibri"/>
              </a:defRPr>
            </a:lvl2pPr>
            <a:lvl3pPr lvl="2" marR="0" rtl="0" algn="ctr">
              <a:lnSpc>
                <a:spcPct val="100000"/>
              </a:lnSpc>
              <a:spcBef>
                <a:spcPts val="0"/>
              </a:spcBef>
              <a:spcAft>
                <a:spcPts val="0"/>
              </a:spcAft>
              <a:buClr>
                <a:srgbClr val="000000"/>
              </a:buClr>
              <a:buSzPts val="1400"/>
              <a:buFont typeface="Arial"/>
              <a:buNone/>
              <a:defRPr b="0" i="0" sz="3000" u="none" cap="none" strike="noStrike">
                <a:solidFill>
                  <a:schemeClr val="dk1"/>
                </a:solidFill>
                <a:latin typeface="Calibri"/>
                <a:ea typeface="Calibri"/>
                <a:cs typeface="Calibri"/>
                <a:sym typeface="Calibri"/>
              </a:defRPr>
            </a:lvl3pPr>
            <a:lvl4pPr lvl="3" marR="0" rtl="0" algn="ctr">
              <a:lnSpc>
                <a:spcPct val="100000"/>
              </a:lnSpc>
              <a:spcBef>
                <a:spcPts val="0"/>
              </a:spcBef>
              <a:spcAft>
                <a:spcPts val="0"/>
              </a:spcAft>
              <a:buClr>
                <a:srgbClr val="000000"/>
              </a:buClr>
              <a:buSzPts val="1400"/>
              <a:buFont typeface="Arial"/>
              <a:buNone/>
              <a:defRPr b="0" i="0" sz="3000" u="none" cap="none" strike="noStrike">
                <a:solidFill>
                  <a:schemeClr val="dk1"/>
                </a:solidFill>
                <a:latin typeface="Calibri"/>
                <a:ea typeface="Calibri"/>
                <a:cs typeface="Calibri"/>
                <a:sym typeface="Calibri"/>
              </a:defRPr>
            </a:lvl4pPr>
            <a:lvl5pPr lvl="4" marR="0" rtl="0" algn="ctr">
              <a:lnSpc>
                <a:spcPct val="100000"/>
              </a:lnSpc>
              <a:spcBef>
                <a:spcPts val="0"/>
              </a:spcBef>
              <a:spcAft>
                <a:spcPts val="0"/>
              </a:spcAft>
              <a:buClr>
                <a:srgbClr val="000000"/>
              </a:buClr>
              <a:buSzPts val="1400"/>
              <a:buFont typeface="Arial"/>
              <a:buNone/>
              <a:defRPr b="0" i="0" sz="3000" u="none" cap="none" strike="noStrike">
                <a:solidFill>
                  <a:schemeClr val="dk1"/>
                </a:solidFill>
                <a:latin typeface="Calibri"/>
                <a:ea typeface="Calibri"/>
                <a:cs typeface="Calibri"/>
                <a:sym typeface="Calibri"/>
              </a:defRPr>
            </a:lvl5pPr>
            <a:lvl6pPr lvl="5" marR="0" rtl="0" algn="ctr">
              <a:lnSpc>
                <a:spcPct val="100000"/>
              </a:lnSpc>
              <a:spcBef>
                <a:spcPts val="0"/>
              </a:spcBef>
              <a:spcAft>
                <a:spcPts val="0"/>
              </a:spcAft>
              <a:buClr>
                <a:srgbClr val="000000"/>
              </a:buClr>
              <a:buSzPts val="1400"/>
              <a:buFont typeface="Arial"/>
              <a:buNone/>
              <a:defRPr b="0" i="0" sz="3000" u="none" cap="none" strike="noStrike">
                <a:solidFill>
                  <a:schemeClr val="dk1"/>
                </a:solidFill>
                <a:latin typeface="Calibri"/>
                <a:ea typeface="Calibri"/>
                <a:cs typeface="Calibri"/>
                <a:sym typeface="Calibri"/>
              </a:defRPr>
            </a:lvl6pPr>
            <a:lvl7pPr lvl="6" marR="0" rtl="0" algn="ctr">
              <a:lnSpc>
                <a:spcPct val="100000"/>
              </a:lnSpc>
              <a:spcBef>
                <a:spcPts val="0"/>
              </a:spcBef>
              <a:spcAft>
                <a:spcPts val="0"/>
              </a:spcAft>
              <a:buClr>
                <a:srgbClr val="000000"/>
              </a:buClr>
              <a:buSzPts val="1400"/>
              <a:buFont typeface="Arial"/>
              <a:buNone/>
              <a:defRPr b="0" i="0" sz="3000" u="none" cap="none" strike="noStrike">
                <a:solidFill>
                  <a:schemeClr val="dk1"/>
                </a:solidFill>
                <a:latin typeface="Calibri"/>
                <a:ea typeface="Calibri"/>
                <a:cs typeface="Calibri"/>
                <a:sym typeface="Calibri"/>
              </a:defRPr>
            </a:lvl7pPr>
            <a:lvl8pPr lvl="7" marR="0" rtl="0" algn="ctr">
              <a:lnSpc>
                <a:spcPct val="100000"/>
              </a:lnSpc>
              <a:spcBef>
                <a:spcPts val="0"/>
              </a:spcBef>
              <a:spcAft>
                <a:spcPts val="0"/>
              </a:spcAft>
              <a:buClr>
                <a:srgbClr val="000000"/>
              </a:buClr>
              <a:buSzPts val="1400"/>
              <a:buFont typeface="Arial"/>
              <a:buNone/>
              <a:defRPr b="0" i="0" sz="3000" u="none" cap="none" strike="noStrike">
                <a:solidFill>
                  <a:schemeClr val="dk1"/>
                </a:solidFill>
                <a:latin typeface="Calibri"/>
                <a:ea typeface="Calibri"/>
                <a:cs typeface="Calibri"/>
                <a:sym typeface="Calibri"/>
              </a:defRPr>
            </a:lvl8pPr>
            <a:lvl9pPr lvl="8" marR="0" rtl="0" algn="ctr">
              <a:lnSpc>
                <a:spcPct val="100000"/>
              </a:lnSpc>
              <a:spcBef>
                <a:spcPts val="0"/>
              </a:spcBef>
              <a:spcAft>
                <a:spcPts val="0"/>
              </a:spcAft>
              <a:buClr>
                <a:srgbClr val="000000"/>
              </a:buClr>
              <a:buSzPts val="1400"/>
              <a:buFont typeface="Arial"/>
              <a:buNone/>
              <a:defRPr b="0" i="0" sz="3000" u="none" cap="none" strike="noStrike">
                <a:solidFill>
                  <a:schemeClr val="dk1"/>
                </a:solidFill>
                <a:latin typeface="Calibri"/>
                <a:ea typeface="Calibri"/>
                <a:cs typeface="Calibri"/>
                <a:sym typeface="Calibri"/>
              </a:defRPr>
            </a:lvl9pPr>
          </a:lstStyle>
          <a:p/>
        </p:txBody>
      </p:sp>
      <p:sp>
        <p:nvSpPr>
          <p:cNvPr id="11" name="Google Shape;11;p102"/>
          <p:cNvSpPr txBox="1"/>
          <p:nvPr>
            <p:ph idx="1" type="body"/>
          </p:nvPr>
        </p:nvSpPr>
        <p:spPr>
          <a:xfrm>
            <a:off x="716522" y="1646250"/>
            <a:ext cx="12897326" cy="5432203"/>
          </a:xfrm>
          <a:prstGeom prst="rect">
            <a:avLst/>
          </a:prstGeom>
          <a:noFill/>
          <a:ln>
            <a:noFill/>
          </a:ln>
        </p:spPr>
        <p:txBody>
          <a:bodyPr anchorCtr="0" anchor="t" bIns="45700" lIns="91425" spcFirstLastPara="1" rIns="91425" wrap="square" tIns="45700">
            <a:noAutofit/>
          </a:bodyPr>
          <a:lstStyle>
            <a:lvl1pPr indent="-431800" lvl="0" marL="457200" marR="0" rtl="0" algn="l">
              <a:lnSpc>
                <a:spcPct val="100000"/>
              </a:lnSpc>
              <a:spcBef>
                <a:spcPts val="640"/>
              </a:spcBef>
              <a:spcAft>
                <a:spcPts val="0"/>
              </a:spcAft>
              <a:buClr>
                <a:schemeClr val="dk1"/>
              </a:buClr>
              <a:buSzPts val="3200"/>
              <a:buFont typeface="Arial"/>
              <a:buChar char="•"/>
              <a:defRPr b="0" i="0" sz="3200" u="none" cap="none" strike="noStrike">
                <a:solidFill>
                  <a:schemeClr val="dk1"/>
                </a:solidFill>
                <a:latin typeface="Calibri"/>
                <a:ea typeface="Calibri"/>
                <a:cs typeface="Calibri"/>
                <a:sym typeface="Calibri"/>
              </a:defRPr>
            </a:lvl1pPr>
            <a:lvl2pPr indent="-406400" lvl="1" marL="914400" marR="0" rtl="0" algn="l">
              <a:lnSpc>
                <a:spcPct val="100000"/>
              </a:lnSpc>
              <a:spcBef>
                <a:spcPts val="56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2pPr>
            <a:lvl3pPr indent="-381000" lvl="2" marL="1371600" marR="0" rtl="0" algn="l">
              <a:lnSpc>
                <a:spcPct val="100000"/>
              </a:lnSpc>
              <a:spcBef>
                <a:spcPts val="48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3pPr>
            <a:lvl4pPr indent="-355600" lvl="3" marL="18288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4pPr>
            <a:lvl5pPr indent="-355600" lvl="4" marL="22860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5pPr>
            <a:lvl6pPr indent="-355600" lvl="5" marL="27432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6pPr>
            <a:lvl7pPr indent="-355600" lvl="6" marL="32004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7pPr>
            <a:lvl8pPr indent="-355600" lvl="7" marL="36576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8pPr>
            <a:lvl9pPr indent="-355600" lvl="8" marL="41148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9pPr>
          </a:lstStyle>
          <a:p/>
        </p:txBody>
      </p:sp>
      <p:sp>
        <p:nvSpPr>
          <p:cNvPr id="12" name="Google Shape;12;p102"/>
          <p:cNvSpPr txBox="1"/>
          <p:nvPr>
            <p:ph idx="10" type="dt"/>
          </p:nvPr>
        </p:nvSpPr>
        <p:spPr>
          <a:xfrm>
            <a:off x="716518" y="7629104"/>
            <a:ext cx="3343752" cy="438234"/>
          </a:xfrm>
          <a:prstGeom prst="rect">
            <a:avLst/>
          </a:prstGeom>
          <a:noFill/>
          <a:ln>
            <a:noFill/>
          </a:ln>
        </p:spPr>
        <p:txBody>
          <a:bodyPr anchorCtr="0" anchor="ctr"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rgbClr val="898989"/>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9pPr>
          </a:lstStyle>
          <a:p/>
        </p:txBody>
      </p:sp>
      <p:sp>
        <p:nvSpPr>
          <p:cNvPr id="13" name="Google Shape;13;p102"/>
          <p:cNvSpPr txBox="1"/>
          <p:nvPr>
            <p:ph idx="11" type="ftr"/>
          </p:nvPr>
        </p:nvSpPr>
        <p:spPr>
          <a:xfrm>
            <a:off x="4896212" y="7629104"/>
            <a:ext cx="4537948" cy="438234"/>
          </a:xfrm>
          <a:prstGeom prst="rect">
            <a:avLst/>
          </a:prstGeom>
          <a:noFill/>
          <a:ln>
            <a:noFill/>
          </a:ln>
        </p:spPr>
        <p:txBody>
          <a:bodyPr anchorCtr="0" anchor="ctr" bIns="45700" lIns="91425" spcFirstLastPara="1" rIns="91425" wrap="square" tIns="45700">
            <a:noAutofit/>
          </a:bodyPr>
          <a:lstStyle>
            <a:lvl1pPr lvl="0" marR="0" rtl="0" algn="ctr">
              <a:lnSpc>
                <a:spcPct val="100000"/>
              </a:lnSpc>
              <a:spcBef>
                <a:spcPts val="0"/>
              </a:spcBef>
              <a:spcAft>
                <a:spcPts val="0"/>
              </a:spcAft>
              <a:buClr>
                <a:srgbClr val="000000"/>
              </a:buClr>
              <a:buSzPts val="1400"/>
              <a:buFont typeface="Arial"/>
              <a:buNone/>
              <a:defRPr b="0" i="0" sz="1200" u="none" cap="none" strike="noStrike">
                <a:solidFill>
                  <a:srgbClr val="898989"/>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9pPr>
          </a:lstStyle>
          <a:p/>
        </p:txBody>
      </p:sp>
      <p:sp>
        <p:nvSpPr>
          <p:cNvPr id="14" name="Google Shape;14;p102"/>
          <p:cNvSpPr txBox="1"/>
          <p:nvPr>
            <p:ph idx="12" type="sldNum"/>
          </p:nvPr>
        </p:nvSpPr>
        <p:spPr>
          <a:xfrm>
            <a:off x="10270093" y="7629104"/>
            <a:ext cx="3343752" cy="438234"/>
          </a:xfrm>
          <a:prstGeom prst="rect">
            <a:avLst/>
          </a:prstGeom>
          <a:noFill/>
          <a:ln>
            <a:noFill/>
          </a:ln>
        </p:spPr>
        <p:txBody>
          <a:bodyPr anchorCtr="0" anchor="ctr" bIns="45700" lIns="91425" spcFirstLastPara="1" rIns="91425" wrap="square" tIns="45700">
            <a:noAutofit/>
          </a:bodyPr>
          <a:lstStyle>
            <a:lvl1pPr indent="0" lvl="0" marL="0" marR="0" rtl="0" algn="r">
              <a:lnSpc>
                <a:spcPct val="100000"/>
              </a:lnSpc>
              <a:spcBef>
                <a:spcPts val="0"/>
              </a:spcBef>
              <a:spcAft>
                <a:spcPts val="0"/>
              </a:spcAft>
              <a:buClr>
                <a:srgbClr val="000000"/>
              </a:buClr>
              <a:buSzPts val="1200"/>
              <a:buFont typeface="Arial"/>
              <a:buNone/>
              <a:defRPr b="0" i="0" sz="1200" u="none" cap="none" strike="noStrike">
                <a:solidFill>
                  <a:srgbClr val="898989"/>
                </a:solidFill>
                <a:latin typeface="Calibri"/>
                <a:ea typeface="Calibri"/>
                <a:cs typeface="Calibri"/>
                <a:sym typeface="Calibri"/>
              </a:defRPr>
            </a:lvl1pPr>
            <a:lvl2pPr indent="0" lvl="1" marL="0" marR="0" rtl="0" algn="r">
              <a:lnSpc>
                <a:spcPct val="100000"/>
              </a:lnSpc>
              <a:spcBef>
                <a:spcPts val="0"/>
              </a:spcBef>
              <a:spcAft>
                <a:spcPts val="0"/>
              </a:spcAft>
              <a:buClr>
                <a:srgbClr val="000000"/>
              </a:buClr>
              <a:buSzPts val="1200"/>
              <a:buFont typeface="Arial"/>
              <a:buNone/>
              <a:defRPr b="0" i="0" sz="1200" u="none" cap="none" strike="noStrike">
                <a:solidFill>
                  <a:srgbClr val="898989"/>
                </a:solidFill>
                <a:latin typeface="Calibri"/>
                <a:ea typeface="Calibri"/>
                <a:cs typeface="Calibri"/>
                <a:sym typeface="Calibri"/>
              </a:defRPr>
            </a:lvl2pPr>
            <a:lvl3pPr indent="0" lvl="2" marL="0" marR="0" rtl="0" algn="r">
              <a:lnSpc>
                <a:spcPct val="100000"/>
              </a:lnSpc>
              <a:spcBef>
                <a:spcPts val="0"/>
              </a:spcBef>
              <a:spcAft>
                <a:spcPts val="0"/>
              </a:spcAft>
              <a:buClr>
                <a:srgbClr val="000000"/>
              </a:buClr>
              <a:buSzPts val="1200"/>
              <a:buFont typeface="Arial"/>
              <a:buNone/>
              <a:defRPr b="0" i="0" sz="1200" u="none" cap="none" strike="noStrike">
                <a:solidFill>
                  <a:srgbClr val="898989"/>
                </a:solidFill>
                <a:latin typeface="Calibri"/>
                <a:ea typeface="Calibri"/>
                <a:cs typeface="Calibri"/>
                <a:sym typeface="Calibri"/>
              </a:defRPr>
            </a:lvl3pPr>
            <a:lvl4pPr indent="0" lvl="3" marL="0" marR="0" rtl="0" algn="r">
              <a:lnSpc>
                <a:spcPct val="100000"/>
              </a:lnSpc>
              <a:spcBef>
                <a:spcPts val="0"/>
              </a:spcBef>
              <a:spcAft>
                <a:spcPts val="0"/>
              </a:spcAft>
              <a:buClr>
                <a:srgbClr val="000000"/>
              </a:buClr>
              <a:buSzPts val="1200"/>
              <a:buFont typeface="Arial"/>
              <a:buNone/>
              <a:defRPr b="0" i="0" sz="1200" u="none" cap="none" strike="noStrike">
                <a:solidFill>
                  <a:srgbClr val="898989"/>
                </a:solidFill>
                <a:latin typeface="Calibri"/>
                <a:ea typeface="Calibri"/>
                <a:cs typeface="Calibri"/>
                <a:sym typeface="Calibri"/>
              </a:defRPr>
            </a:lvl4pPr>
            <a:lvl5pPr indent="0" lvl="4" marL="0" marR="0" rtl="0" algn="r">
              <a:lnSpc>
                <a:spcPct val="100000"/>
              </a:lnSpc>
              <a:spcBef>
                <a:spcPts val="0"/>
              </a:spcBef>
              <a:spcAft>
                <a:spcPts val="0"/>
              </a:spcAft>
              <a:buClr>
                <a:srgbClr val="000000"/>
              </a:buClr>
              <a:buSzPts val="1200"/>
              <a:buFont typeface="Arial"/>
              <a:buNone/>
              <a:defRPr b="0" i="0" sz="1200" u="none" cap="none" strike="noStrike">
                <a:solidFill>
                  <a:srgbClr val="898989"/>
                </a:solidFill>
                <a:latin typeface="Calibri"/>
                <a:ea typeface="Calibri"/>
                <a:cs typeface="Calibri"/>
                <a:sym typeface="Calibri"/>
              </a:defRPr>
            </a:lvl5pPr>
            <a:lvl6pPr indent="0" lvl="5" marL="0" marR="0" rtl="0" algn="r">
              <a:lnSpc>
                <a:spcPct val="100000"/>
              </a:lnSpc>
              <a:spcBef>
                <a:spcPts val="0"/>
              </a:spcBef>
              <a:spcAft>
                <a:spcPts val="0"/>
              </a:spcAft>
              <a:buClr>
                <a:srgbClr val="000000"/>
              </a:buClr>
              <a:buSzPts val="1200"/>
              <a:buFont typeface="Arial"/>
              <a:buNone/>
              <a:defRPr b="0" i="0" sz="1200" u="none" cap="none" strike="noStrike">
                <a:solidFill>
                  <a:srgbClr val="898989"/>
                </a:solidFill>
                <a:latin typeface="Calibri"/>
                <a:ea typeface="Calibri"/>
                <a:cs typeface="Calibri"/>
                <a:sym typeface="Calibri"/>
              </a:defRPr>
            </a:lvl6pPr>
            <a:lvl7pPr indent="0" lvl="6" marL="0" marR="0" rtl="0" algn="r">
              <a:lnSpc>
                <a:spcPct val="100000"/>
              </a:lnSpc>
              <a:spcBef>
                <a:spcPts val="0"/>
              </a:spcBef>
              <a:spcAft>
                <a:spcPts val="0"/>
              </a:spcAft>
              <a:buClr>
                <a:srgbClr val="000000"/>
              </a:buClr>
              <a:buSzPts val="1200"/>
              <a:buFont typeface="Arial"/>
              <a:buNone/>
              <a:defRPr b="0" i="0" sz="1200" u="none" cap="none" strike="noStrike">
                <a:solidFill>
                  <a:srgbClr val="898989"/>
                </a:solidFill>
                <a:latin typeface="Calibri"/>
                <a:ea typeface="Calibri"/>
                <a:cs typeface="Calibri"/>
                <a:sym typeface="Calibri"/>
              </a:defRPr>
            </a:lvl7pPr>
            <a:lvl8pPr indent="0" lvl="7" marL="0" marR="0" rtl="0" algn="r">
              <a:lnSpc>
                <a:spcPct val="100000"/>
              </a:lnSpc>
              <a:spcBef>
                <a:spcPts val="0"/>
              </a:spcBef>
              <a:spcAft>
                <a:spcPts val="0"/>
              </a:spcAft>
              <a:buClr>
                <a:srgbClr val="000000"/>
              </a:buClr>
              <a:buSzPts val="1200"/>
              <a:buFont typeface="Arial"/>
              <a:buNone/>
              <a:defRPr b="0" i="0" sz="1200" u="none" cap="none" strike="noStrike">
                <a:solidFill>
                  <a:srgbClr val="898989"/>
                </a:solidFill>
                <a:latin typeface="Calibri"/>
                <a:ea typeface="Calibri"/>
                <a:cs typeface="Calibri"/>
                <a:sym typeface="Calibri"/>
              </a:defRPr>
            </a:lvl8pPr>
            <a:lvl9pPr indent="0" lvl="8" marL="0" marR="0" rtl="0" algn="r">
              <a:lnSpc>
                <a:spcPct val="100000"/>
              </a:lnSpc>
              <a:spcBef>
                <a:spcPts val="0"/>
              </a:spcBef>
              <a:spcAft>
                <a:spcPts val="0"/>
              </a:spcAft>
              <a:buClr>
                <a:srgbClr val="000000"/>
              </a:buClr>
              <a:buSzPts val="1200"/>
              <a:buFont typeface="Arial"/>
              <a:buNone/>
              <a:defRPr b="0" i="0" sz="1200" u="none" cap="none" strike="noStrike">
                <a:solidFill>
                  <a:srgbClr val="898989"/>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
        <p:nvSpPr>
          <p:cNvPr id="15" name="Google Shape;15;p102"/>
          <p:cNvSpPr/>
          <p:nvPr/>
        </p:nvSpPr>
        <p:spPr>
          <a:xfrm>
            <a:off x="6" y="2"/>
            <a:ext cx="14330363" cy="1006034"/>
          </a:xfrm>
          <a:prstGeom prst="rect">
            <a:avLst/>
          </a:prstGeom>
          <a:solidFill>
            <a:srgbClr val="FF3300"/>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6" name="Google Shape;16;p102"/>
          <p:cNvSpPr/>
          <p:nvPr/>
        </p:nvSpPr>
        <p:spPr>
          <a:xfrm flipH="1" rot="10800000">
            <a:off x="6" y="8048276"/>
            <a:ext cx="14330363" cy="237786"/>
          </a:xfrm>
          <a:prstGeom prst="rect">
            <a:avLst/>
          </a:prstGeom>
          <a:solidFill>
            <a:srgbClr val="FF0000"/>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pic>
        <p:nvPicPr>
          <p:cNvPr descr="LOGO.gif" id="17" name="Google Shape;17;p102"/>
          <p:cNvPicPr preferRelativeResize="0"/>
          <p:nvPr/>
        </p:nvPicPr>
        <p:blipFill rotWithShape="1">
          <a:blip r:embed="rId1">
            <a:alphaModFix/>
          </a:blip>
          <a:srcRect b="10713" l="0" r="0" t="0"/>
          <a:stretch/>
        </p:blipFill>
        <p:spPr>
          <a:xfrm>
            <a:off x="10270103" y="274375"/>
            <a:ext cx="3224332" cy="762147"/>
          </a:xfrm>
          <a:prstGeom prst="rect">
            <a:avLst/>
          </a:prstGeom>
          <a:noFill/>
          <a:ln>
            <a:noFill/>
          </a:ln>
        </p:spPr>
      </p:pic>
      <p:pic>
        <p:nvPicPr>
          <p:cNvPr descr="LOGO.gif" id="18" name="Google Shape;18;p102"/>
          <p:cNvPicPr preferRelativeResize="0"/>
          <p:nvPr/>
        </p:nvPicPr>
        <p:blipFill rotWithShape="1">
          <a:blip r:embed="rId1">
            <a:alphaModFix/>
          </a:blip>
          <a:srcRect b="10713" l="0" r="0" t="0"/>
          <a:stretch/>
        </p:blipFill>
        <p:spPr>
          <a:xfrm>
            <a:off x="10270103" y="274375"/>
            <a:ext cx="3224332" cy="762147"/>
          </a:xfrm>
          <a:prstGeom prst="rect">
            <a:avLst/>
          </a:prstGeom>
          <a:noFill/>
          <a:ln>
            <a:noFill/>
          </a:ln>
        </p:spPr>
      </p:pic>
      <p:grpSp>
        <p:nvGrpSpPr>
          <p:cNvPr id="19" name="Google Shape;19;p102"/>
          <p:cNvGrpSpPr/>
          <p:nvPr/>
        </p:nvGrpSpPr>
        <p:grpSpPr>
          <a:xfrm>
            <a:off x="9633189" y="2"/>
            <a:ext cx="4697174" cy="1051763"/>
            <a:chOff x="6096000" y="3924300"/>
            <a:chExt cx="2997200" cy="876300"/>
          </a:xfrm>
        </p:grpSpPr>
        <p:sp>
          <p:nvSpPr>
            <p:cNvPr id="20" name="Google Shape;20;p102"/>
            <p:cNvSpPr/>
            <p:nvPr/>
          </p:nvSpPr>
          <p:spPr>
            <a:xfrm>
              <a:off x="6096000" y="3924300"/>
              <a:ext cx="2997200" cy="838200"/>
            </a:xfrm>
            <a:prstGeom prst="rect">
              <a:avLst/>
            </a:prstGeom>
            <a:solidFill>
              <a:srgbClr val="FF3300"/>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pic>
          <p:nvPicPr>
            <p:cNvPr descr="LOGO.gif" id="21" name="Google Shape;21;p102"/>
            <p:cNvPicPr preferRelativeResize="0"/>
            <p:nvPr/>
          </p:nvPicPr>
          <p:blipFill rotWithShape="1">
            <a:blip r:embed="rId1">
              <a:alphaModFix/>
            </a:blip>
            <a:srcRect b="10713" l="0" r="0" t="0"/>
            <a:stretch/>
          </p:blipFill>
          <p:spPr>
            <a:xfrm>
              <a:off x="6502400" y="4152900"/>
              <a:ext cx="2057400" cy="635000"/>
            </a:xfrm>
            <a:prstGeom prst="rect">
              <a:avLst/>
            </a:prstGeom>
            <a:noFill/>
            <a:ln>
              <a:noFill/>
            </a:ln>
          </p:spPr>
        </p:pic>
        <p:sp>
          <p:nvSpPr>
            <p:cNvPr id="22" name="Google Shape;22;p102"/>
            <p:cNvSpPr/>
            <p:nvPr/>
          </p:nvSpPr>
          <p:spPr>
            <a:xfrm>
              <a:off x="6477000" y="4114800"/>
              <a:ext cx="2076450" cy="685800"/>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grpSp>
      <p:pic>
        <p:nvPicPr>
          <p:cNvPr descr="logo.jpg" id="23" name="Google Shape;23;p102"/>
          <p:cNvPicPr preferRelativeResize="0"/>
          <p:nvPr/>
        </p:nvPicPr>
        <p:blipFill rotWithShape="1">
          <a:blip r:embed="rId2">
            <a:alphaModFix/>
          </a:blip>
          <a:srcRect b="0" l="0" r="0" t="0"/>
          <a:stretch/>
        </p:blipFill>
        <p:spPr>
          <a:xfrm>
            <a:off x="10270101" y="274378"/>
            <a:ext cx="3010371" cy="731662"/>
          </a:xfrm>
          <a:prstGeom prst="rect">
            <a:avLst/>
          </a:prstGeom>
          <a:noFill/>
          <a:ln>
            <a:noFill/>
          </a:ln>
        </p:spPr>
      </p:pic>
    </p:spTree>
  </p:cSld>
  <p:clrMap accent1="accent1" accent2="accent2" accent3="accent3" accent4="accent4" accent5="accent5" accent6="accent6" bg1="lt1" bg2="dk2" tx1="dk1" tx2="lt2" folHlink="folHlink" hlink="hlink"/>
  <p:sldLayoutIdLst>
    <p:sldLayoutId id="2147483649" r:id="rId3"/>
    <p:sldLayoutId id="2147483650" r:id="rId4"/>
    <p:sldLayoutId id="2147483651" r:id="rId5"/>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 Id="rId3" Type="http://schemas.openxmlformats.org/officeDocument/2006/relationships/hyperlink" Target="https://www.geeksforgeeks.org/system-design/what-is-scalability/" TargetMode="Externa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 Id="rId3" Type="http://schemas.openxmlformats.org/officeDocument/2006/relationships/image" Target="../media/image3.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0" name="Shape 50"/>
        <p:cNvGrpSpPr/>
        <p:nvPr/>
      </p:nvGrpSpPr>
      <p:grpSpPr>
        <a:xfrm>
          <a:off x="0" y="0"/>
          <a:ext cx="0" cy="0"/>
          <a:chOff x="0" y="0"/>
          <a:chExt cx="0" cy="0"/>
        </a:xfrm>
      </p:grpSpPr>
      <p:sp>
        <p:nvSpPr>
          <p:cNvPr id="51" name="Google Shape;51;g36420c64f2d_0_882"/>
          <p:cNvSpPr txBox="1"/>
          <p:nvPr>
            <p:ph type="title"/>
          </p:nvPr>
        </p:nvSpPr>
        <p:spPr>
          <a:xfrm>
            <a:off x="1" y="2"/>
            <a:ext cx="10150800" cy="1005900"/>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SzPts val="1400"/>
              <a:buNone/>
            </a:pPr>
            <a:r>
              <a:rPr b="1" lang="en-US"/>
              <a:t>Database Design</a:t>
            </a:r>
            <a:endParaRPr b="1"/>
          </a:p>
        </p:txBody>
      </p:sp>
      <p:sp>
        <p:nvSpPr>
          <p:cNvPr id="52" name="Google Shape;52;g36420c64f2d_0_882"/>
          <p:cNvSpPr txBox="1"/>
          <p:nvPr>
            <p:ph idx="1" type="body"/>
          </p:nvPr>
        </p:nvSpPr>
        <p:spPr>
          <a:xfrm>
            <a:off x="613647" y="1131800"/>
            <a:ext cx="12897300" cy="5432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360"/>
              </a:spcBef>
              <a:spcAft>
                <a:spcPts val="0"/>
              </a:spcAft>
              <a:buClr>
                <a:schemeClr val="dk1"/>
              </a:buClr>
              <a:buSzPts val="1100"/>
              <a:buFont typeface="Arial"/>
              <a:buNone/>
            </a:pPr>
            <a:r>
              <a:rPr lang="en-US" sz="2400">
                <a:latin typeface="Times New Roman"/>
                <a:ea typeface="Times New Roman"/>
                <a:cs typeface="Times New Roman"/>
                <a:sym typeface="Times New Roman"/>
              </a:rPr>
              <a:t>In the previous days where no technical developments took place, data was stored in form of files. Due to its drawbacks of storage and manipulation, files were replaced by DBMS. Its accuracy of extracting data from queries was better than files. The transaction system worked better in the software. Due to its large storage space, it was chosen over files. Consider a instance, to construct a building, we need a blueprint which makes the work simpler and easier. Likewise, a database needs a blueprint to store the data in a proper sorted way. A database design is a blueprint or a design to store and manipulate the data. The database design is implemented using DBMS. </a:t>
            </a:r>
            <a:endParaRPr sz="2400">
              <a:latin typeface="Times New Roman"/>
              <a:ea typeface="Times New Roman"/>
              <a:cs typeface="Times New Roman"/>
              <a:sym typeface="Times New Roman"/>
            </a:endParaRPr>
          </a:p>
          <a:p>
            <a:pPr indent="-381000" lvl="0" marL="457200" rtl="0" algn="l">
              <a:lnSpc>
                <a:spcPct val="115000"/>
              </a:lnSpc>
              <a:spcBef>
                <a:spcPts val="1200"/>
              </a:spcBef>
              <a:spcAft>
                <a:spcPts val="0"/>
              </a:spcAft>
              <a:buSzPts val="2400"/>
              <a:buFont typeface="Times New Roman"/>
              <a:buChar char="●"/>
            </a:pPr>
            <a:r>
              <a:rPr lang="en-US" sz="2400">
                <a:latin typeface="Times New Roman"/>
                <a:ea typeface="Times New Roman"/>
                <a:cs typeface="Times New Roman"/>
                <a:sym typeface="Times New Roman"/>
              </a:rPr>
              <a:t>Without a good database design, the database is likely to be unsatisfactory.</a:t>
            </a:r>
            <a:endParaRPr sz="2400">
              <a:latin typeface="Times New Roman"/>
              <a:ea typeface="Times New Roman"/>
              <a:cs typeface="Times New Roman"/>
              <a:sym typeface="Times New Roman"/>
            </a:endParaRPr>
          </a:p>
          <a:p>
            <a:pPr indent="-381000" lvl="0" marL="457200" rtl="0" algn="l">
              <a:lnSpc>
                <a:spcPct val="115000"/>
              </a:lnSpc>
              <a:spcBef>
                <a:spcPts val="0"/>
              </a:spcBef>
              <a:spcAft>
                <a:spcPts val="0"/>
              </a:spcAft>
              <a:buSzPts val="2400"/>
              <a:buFont typeface="Times New Roman"/>
              <a:buChar char="●"/>
            </a:pPr>
            <a:r>
              <a:rPr lang="en-US" sz="2400">
                <a:latin typeface="Times New Roman"/>
                <a:ea typeface="Times New Roman"/>
                <a:cs typeface="Times New Roman"/>
                <a:sym typeface="Times New Roman"/>
              </a:rPr>
              <a:t>A good database design must be implemented in such ways that the queries are written in a simple and easier manner.</a:t>
            </a:r>
            <a:endParaRPr sz="2400">
              <a:latin typeface="Times New Roman"/>
              <a:ea typeface="Times New Roman"/>
              <a:cs typeface="Times New Roman"/>
              <a:sym typeface="Times New Roman"/>
            </a:endParaRPr>
          </a:p>
          <a:p>
            <a:pPr indent="-381000" lvl="0" marL="457200" rtl="0" algn="l">
              <a:lnSpc>
                <a:spcPct val="115000"/>
              </a:lnSpc>
              <a:spcBef>
                <a:spcPts val="0"/>
              </a:spcBef>
              <a:spcAft>
                <a:spcPts val="0"/>
              </a:spcAft>
              <a:buSzPts val="2400"/>
              <a:buFont typeface="Times New Roman"/>
              <a:buChar char="●"/>
            </a:pPr>
            <a:r>
              <a:rPr lang="en-US" sz="2400">
                <a:latin typeface="Times New Roman"/>
                <a:ea typeface="Times New Roman"/>
                <a:cs typeface="Times New Roman"/>
                <a:sym typeface="Times New Roman"/>
              </a:rPr>
              <a:t>A good database design doesn't have data redundancies (data redundancy refers to duplication of data.).</a:t>
            </a:r>
            <a:endParaRPr sz="2400">
              <a:latin typeface="Times New Roman"/>
              <a:ea typeface="Times New Roman"/>
              <a:cs typeface="Times New Roman"/>
              <a:sym typeface="Times New Roman"/>
            </a:endParaRPr>
          </a:p>
          <a:p>
            <a:pPr indent="-381000" lvl="0" marL="457200" rtl="0" algn="l">
              <a:lnSpc>
                <a:spcPct val="115000"/>
              </a:lnSpc>
              <a:spcBef>
                <a:spcPts val="0"/>
              </a:spcBef>
              <a:spcAft>
                <a:spcPts val="0"/>
              </a:spcAft>
              <a:buSzPts val="2400"/>
              <a:buFont typeface="Times New Roman"/>
              <a:buChar char="●"/>
            </a:pPr>
            <a:r>
              <a:rPr lang="en-US" sz="2400">
                <a:latin typeface="Times New Roman"/>
                <a:ea typeface="Times New Roman"/>
                <a:cs typeface="Times New Roman"/>
                <a:sym typeface="Times New Roman"/>
              </a:rPr>
              <a:t>The accuracy must be good enough after the implementation of good database design.</a:t>
            </a:r>
            <a:endParaRPr sz="2400">
              <a:latin typeface="Times New Roman"/>
              <a:ea typeface="Times New Roman"/>
              <a:cs typeface="Times New Roman"/>
              <a:sym typeface="Times New Roman"/>
            </a:endParaRPr>
          </a:p>
          <a:p>
            <a:pPr indent="0" lvl="0" marL="0" rtl="0" algn="l">
              <a:lnSpc>
                <a:spcPct val="100000"/>
              </a:lnSpc>
              <a:spcBef>
                <a:spcPts val="1200"/>
              </a:spcBef>
              <a:spcAft>
                <a:spcPts val="0"/>
              </a:spcAft>
              <a:buSzPts val="1800"/>
              <a:buNone/>
            </a:pPr>
            <a:r>
              <a:t/>
            </a:r>
            <a:endParaRPr sz="2400">
              <a:latin typeface="Times New Roman"/>
              <a:ea typeface="Times New Roman"/>
              <a:cs typeface="Times New Roman"/>
              <a:sym typeface="Times New Roman"/>
            </a:endParaRPr>
          </a:p>
        </p:txBody>
      </p:sp>
      <p:sp>
        <p:nvSpPr>
          <p:cNvPr id="53" name="Google Shape;53;g36420c64f2d_0_882"/>
          <p:cNvSpPr txBox="1"/>
          <p:nvPr>
            <p:ph idx="12" type="sldNum"/>
          </p:nvPr>
        </p:nvSpPr>
        <p:spPr>
          <a:xfrm>
            <a:off x="10270093" y="7629104"/>
            <a:ext cx="3343800" cy="438300"/>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Clr>
                <a:srgbClr val="000000"/>
              </a:buClr>
              <a:buSzPts val="1200"/>
              <a:buFont typeface="Arial"/>
              <a:buNone/>
            </a:pPr>
            <a:fld id="{00000000-1234-1234-1234-123412341234}" type="slidenum">
              <a:rPr lang="en-US"/>
              <a:t>‹#›</a:t>
            </a:fld>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8" name="Shape 58"/>
        <p:cNvGrpSpPr/>
        <p:nvPr/>
      </p:nvGrpSpPr>
      <p:grpSpPr>
        <a:xfrm>
          <a:off x="0" y="0"/>
          <a:ext cx="0" cy="0"/>
          <a:chOff x="0" y="0"/>
          <a:chExt cx="0" cy="0"/>
        </a:xfrm>
      </p:grpSpPr>
      <p:sp>
        <p:nvSpPr>
          <p:cNvPr id="59" name="Google Shape;59;g36420c64f2d_0_898"/>
          <p:cNvSpPr txBox="1"/>
          <p:nvPr>
            <p:ph idx="1" type="body"/>
          </p:nvPr>
        </p:nvSpPr>
        <p:spPr>
          <a:xfrm>
            <a:off x="270672" y="1114650"/>
            <a:ext cx="12897300" cy="5432100"/>
          </a:xfrm>
          <a:prstGeom prst="rect">
            <a:avLst/>
          </a:prstGeom>
          <a:noFill/>
          <a:ln>
            <a:noFill/>
          </a:ln>
        </p:spPr>
        <p:txBody>
          <a:bodyPr anchorCtr="0" anchor="t" bIns="45700" lIns="91425" spcFirstLastPara="1" rIns="91425" wrap="square" tIns="45700">
            <a:noAutofit/>
          </a:bodyPr>
          <a:lstStyle/>
          <a:p>
            <a:pPr indent="0" lvl="0" marL="0" rtl="0" algn="just">
              <a:lnSpc>
                <a:spcPct val="115000"/>
              </a:lnSpc>
              <a:spcBef>
                <a:spcPts val="1200"/>
              </a:spcBef>
              <a:spcAft>
                <a:spcPts val="0"/>
              </a:spcAft>
              <a:buSzPts val="1800"/>
              <a:buNone/>
            </a:pPr>
            <a:r>
              <a:rPr lang="en-US" sz="2400">
                <a:latin typeface="Times New Roman"/>
                <a:ea typeface="Times New Roman"/>
                <a:cs typeface="Times New Roman"/>
                <a:sym typeface="Times New Roman"/>
              </a:rPr>
              <a:t>Database Design can be defined as a set of procedures or collection of tasks involving various steps taken to implement a database.A good database design is important. It helps you get the right information when you need it. Following are some critical points to keep in mind to achieve a good database design:</a:t>
            </a:r>
            <a:endParaRPr sz="2400">
              <a:latin typeface="Times New Roman"/>
              <a:ea typeface="Times New Roman"/>
              <a:cs typeface="Times New Roman"/>
              <a:sym typeface="Times New Roman"/>
            </a:endParaRPr>
          </a:p>
          <a:p>
            <a:pPr indent="-381000" lvl="0" marL="457200" rtl="0" algn="l">
              <a:lnSpc>
                <a:spcPct val="115000"/>
              </a:lnSpc>
              <a:spcBef>
                <a:spcPts val="1200"/>
              </a:spcBef>
              <a:spcAft>
                <a:spcPts val="0"/>
              </a:spcAft>
              <a:buSzPts val="2400"/>
              <a:buFont typeface="Times New Roman"/>
              <a:buAutoNum type="arabicPeriod"/>
            </a:pPr>
            <a:r>
              <a:rPr lang="en-US" sz="2400">
                <a:latin typeface="Times New Roman"/>
                <a:ea typeface="Times New Roman"/>
                <a:cs typeface="Times New Roman"/>
                <a:sym typeface="Times New Roman"/>
              </a:rPr>
              <a:t>Data consistency and integrity must be maintained.</a:t>
            </a:r>
            <a:endParaRPr sz="2400">
              <a:latin typeface="Times New Roman"/>
              <a:ea typeface="Times New Roman"/>
              <a:cs typeface="Times New Roman"/>
              <a:sym typeface="Times New Roman"/>
            </a:endParaRPr>
          </a:p>
          <a:p>
            <a:pPr indent="-381000" lvl="0" marL="457200" rtl="0" algn="l">
              <a:lnSpc>
                <a:spcPct val="115000"/>
              </a:lnSpc>
              <a:spcBef>
                <a:spcPts val="0"/>
              </a:spcBef>
              <a:spcAft>
                <a:spcPts val="0"/>
              </a:spcAft>
              <a:buSzPts val="2400"/>
              <a:buFont typeface="Times New Roman"/>
              <a:buAutoNum type="arabicPeriod"/>
            </a:pPr>
            <a:r>
              <a:rPr lang="en-US" sz="2400">
                <a:latin typeface="Times New Roman"/>
                <a:ea typeface="Times New Roman"/>
                <a:cs typeface="Times New Roman"/>
                <a:sym typeface="Times New Roman"/>
              </a:rPr>
              <a:t>Low Redundancy</a:t>
            </a:r>
            <a:endParaRPr sz="2400">
              <a:latin typeface="Times New Roman"/>
              <a:ea typeface="Times New Roman"/>
              <a:cs typeface="Times New Roman"/>
              <a:sym typeface="Times New Roman"/>
            </a:endParaRPr>
          </a:p>
          <a:p>
            <a:pPr indent="-381000" lvl="0" marL="457200" rtl="0" algn="l">
              <a:lnSpc>
                <a:spcPct val="115000"/>
              </a:lnSpc>
              <a:spcBef>
                <a:spcPts val="0"/>
              </a:spcBef>
              <a:spcAft>
                <a:spcPts val="0"/>
              </a:spcAft>
              <a:buSzPts val="2400"/>
              <a:buFont typeface="Times New Roman"/>
              <a:buAutoNum type="arabicPeriod"/>
            </a:pPr>
            <a:r>
              <a:rPr lang="en-US" sz="2400">
                <a:latin typeface="Times New Roman"/>
                <a:ea typeface="Times New Roman"/>
                <a:cs typeface="Times New Roman"/>
                <a:sym typeface="Times New Roman"/>
              </a:rPr>
              <a:t>Faster searching through indices</a:t>
            </a:r>
            <a:endParaRPr sz="2400">
              <a:latin typeface="Times New Roman"/>
              <a:ea typeface="Times New Roman"/>
              <a:cs typeface="Times New Roman"/>
              <a:sym typeface="Times New Roman"/>
            </a:endParaRPr>
          </a:p>
          <a:p>
            <a:pPr indent="-381000" lvl="0" marL="457200" rtl="0" algn="l">
              <a:lnSpc>
                <a:spcPct val="115000"/>
              </a:lnSpc>
              <a:spcBef>
                <a:spcPts val="0"/>
              </a:spcBef>
              <a:spcAft>
                <a:spcPts val="0"/>
              </a:spcAft>
              <a:buSzPts val="2400"/>
              <a:buFont typeface="Times New Roman"/>
              <a:buAutoNum type="arabicPeriod"/>
            </a:pPr>
            <a:r>
              <a:rPr lang="en-US" sz="2400">
                <a:latin typeface="Times New Roman"/>
                <a:ea typeface="Times New Roman"/>
                <a:cs typeface="Times New Roman"/>
                <a:sym typeface="Times New Roman"/>
              </a:rPr>
              <a:t>Security measures should be taken by enforcing various integrity constraints.</a:t>
            </a:r>
            <a:endParaRPr sz="2400">
              <a:latin typeface="Times New Roman"/>
              <a:ea typeface="Times New Roman"/>
              <a:cs typeface="Times New Roman"/>
              <a:sym typeface="Times New Roman"/>
            </a:endParaRPr>
          </a:p>
          <a:p>
            <a:pPr indent="-381000" lvl="0" marL="457200" rtl="0" algn="l">
              <a:lnSpc>
                <a:spcPct val="115000"/>
              </a:lnSpc>
              <a:spcBef>
                <a:spcPts val="0"/>
              </a:spcBef>
              <a:spcAft>
                <a:spcPts val="0"/>
              </a:spcAft>
              <a:buSzPts val="2400"/>
              <a:buFont typeface="Times New Roman"/>
              <a:buAutoNum type="arabicPeriod"/>
            </a:pPr>
            <a:r>
              <a:rPr lang="en-US" sz="2400">
                <a:latin typeface="Times New Roman"/>
                <a:ea typeface="Times New Roman"/>
                <a:cs typeface="Times New Roman"/>
                <a:sym typeface="Times New Roman"/>
              </a:rPr>
              <a:t>Data should be stored in fragmented bits of information in the most atomic format possible.</a:t>
            </a:r>
            <a:endParaRPr sz="2400">
              <a:latin typeface="Times New Roman"/>
              <a:ea typeface="Times New Roman"/>
              <a:cs typeface="Times New Roman"/>
              <a:sym typeface="Times New Roman"/>
            </a:endParaRPr>
          </a:p>
          <a:p>
            <a:pPr indent="0" lvl="0" marL="0" rtl="0" algn="l">
              <a:lnSpc>
                <a:spcPct val="100000"/>
              </a:lnSpc>
              <a:spcBef>
                <a:spcPts val="1200"/>
              </a:spcBef>
              <a:spcAft>
                <a:spcPts val="0"/>
              </a:spcAft>
              <a:buSzPts val="1800"/>
              <a:buNone/>
            </a:pPr>
            <a:r>
              <a:t/>
            </a:r>
            <a:endParaRPr/>
          </a:p>
        </p:txBody>
      </p:sp>
      <p:sp>
        <p:nvSpPr>
          <p:cNvPr id="60" name="Google Shape;60;g36420c64f2d_0_898"/>
          <p:cNvSpPr txBox="1"/>
          <p:nvPr>
            <p:ph idx="12" type="sldNum"/>
          </p:nvPr>
        </p:nvSpPr>
        <p:spPr>
          <a:xfrm>
            <a:off x="10270093" y="7629104"/>
            <a:ext cx="3343800" cy="438300"/>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Clr>
                <a:srgbClr val="000000"/>
              </a:buClr>
              <a:buSzPts val="1200"/>
              <a:buFont typeface="Arial"/>
              <a:buNone/>
            </a:pPr>
            <a:fld id="{00000000-1234-1234-1234-123412341234}" type="slidenum">
              <a:rPr lang="en-US"/>
              <a:t>‹#›</a:t>
            </a:fld>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5" name="Shape 65"/>
        <p:cNvGrpSpPr/>
        <p:nvPr/>
      </p:nvGrpSpPr>
      <p:grpSpPr>
        <a:xfrm>
          <a:off x="0" y="0"/>
          <a:ext cx="0" cy="0"/>
          <a:chOff x="0" y="0"/>
          <a:chExt cx="0" cy="0"/>
        </a:xfrm>
      </p:grpSpPr>
      <p:sp>
        <p:nvSpPr>
          <p:cNvPr id="66" name="Google Shape;66;g36420c64f2d_0_890"/>
          <p:cNvSpPr txBox="1"/>
          <p:nvPr>
            <p:ph idx="1" type="body"/>
          </p:nvPr>
        </p:nvSpPr>
        <p:spPr>
          <a:xfrm>
            <a:off x="510722" y="1005900"/>
            <a:ext cx="12897300" cy="5432100"/>
          </a:xfrm>
          <a:prstGeom prst="rect">
            <a:avLst/>
          </a:prstGeom>
          <a:noFill/>
          <a:ln>
            <a:noFill/>
          </a:ln>
        </p:spPr>
        <p:txBody>
          <a:bodyPr anchorCtr="0" anchor="t" bIns="45700" lIns="91425" spcFirstLastPara="1" rIns="91425" wrap="square" tIns="45700">
            <a:noAutofit/>
          </a:bodyPr>
          <a:lstStyle/>
          <a:p>
            <a:pPr indent="0" lvl="0" marL="0" rtl="0" algn="l">
              <a:lnSpc>
                <a:spcPct val="115000"/>
              </a:lnSpc>
              <a:spcBef>
                <a:spcPts val="0"/>
              </a:spcBef>
              <a:spcAft>
                <a:spcPts val="0"/>
              </a:spcAft>
              <a:buSzPts val="1800"/>
              <a:buNone/>
            </a:pPr>
            <a:r>
              <a:t/>
            </a:r>
            <a:endParaRPr b="1" sz="2200">
              <a:latin typeface="Times New Roman"/>
              <a:ea typeface="Times New Roman"/>
              <a:cs typeface="Times New Roman"/>
              <a:sym typeface="Times New Roman"/>
            </a:endParaRPr>
          </a:p>
          <a:p>
            <a:pPr indent="-381000" lvl="0" marL="457200" rtl="0" algn="l">
              <a:lnSpc>
                <a:spcPct val="115000"/>
              </a:lnSpc>
              <a:spcBef>
                <a:spcPts val="1200"/>
              </a:spcBef>
              <a:spcAft>
                <a:spcPts val="0"/>
              </a:spcAft>
              <a:buSzPts val="2400"/>
              <a:buAutoNum type="arabicPeriod"/>
            </a:pPr>
            <a:r>
              <a:rPr b="1" lang="en-US" sz="2400">
                <a:latin typeface="Times New Roman"/>
                <a:ea typeface="Times New Roman"/>
                <a:cs typeface="Times New Roman"/>
                <a:sym typeface="Times New Roman"/>
              </a:rPr>
              <a:t>Consistency -</a:t>
            </a:r>
            <a:r>
              <a:rPr lang="en-US" sz="2400">
                <a:latin typeface="Times New Roman"/>
                <a:ea typeface="Times New Roman"/>
                <a:cs typeface="Times New Roman"/>
                <a:sym typeface="Times New Roman"/>
              </a:rPr>
              <a:t> Consistency refers to uniformity. A database design helps data to be stored which is relevant and required. It is one important feature in database design.</a:t>
            </a:r>
            <a:endParaRPr sz="2400">
              <a:latin typeface="Times New Roman"/>
              <a:ea typeface="Times New Roman"/>
              <a:cs typeface="Times New Roman"/>
              <a:sym typeface="Times New Roman"/>
            </a:endParaRPr>
          </a:p>
          <a:p>
            <a:pPr indent="-381000" lvl="0" marL="457200" rtl="0" algn="l">
              <a:lnSpc>
                <a:spcPct val="115000"/>
              </a:lnSpc>
              <a:spcBef>
                <a:spcPts val="0"/>
              </a:spcBef>
              <a:spcAft>
                <a:spcPts val="0"/>
              </a:spcAft>
              <a:buSzPts val="2400"/>
              <a:buAutoNum type="arabicPeriod"/>
            </a:pPr>
            <a:r>
              <a:rPr b="1" lang="en-US" sz="2400">
                <a:latin typeface="Times New Roman"/>
                <a:ea typeface="Times New Roman"/>
                <a:cs typeface="Times New Roman"/>
                <a:sym typeface="Times New Roman"/>
              </a:rPr>
              <a:t>Cascading -</a:t>
            </a:r>
            <a:r>
              <a:rPr lang="en-US" sz="2400">
                <a:latin typeface="Times New Roman"/>
                <a:ea typeface="Times New Roman"/>
                <a:cs typeface="Times New Roman"/>
                <a:sym typeface="Times New Roman"/>
              </a:rPr>
              <a:t> Consider a parent and a child record. The data present in child record is allowed if and only if the data is present in parent record. This prevent data repetition.</a:t>
            </a:r>
            <a:endParaRPr sz="2400">
              <a:latin typeface="Times New Roman"/>
              <a:ea typeface="Times New Roman"/>
              <a:cs typeface="Times New Roman"/>
              <a:sym typeface="Times New Roman"/>
            </a:endParaRPr>
          </a:p>
          <a:p>
            <a:pPr indent="-381000" lvl="0" marL="457200" rtl="0" algn="l">
              <a:lnSpc>
                <a:spcPct val="115000"/>
              </a:lnSpc>
              <a:spcBef>
                <a:spcPts val="0"/>
              </a:spcBef>
              <a:spcAft>
                <a:spcPts val="0"/>
              </a:spcAft>
              <a:buSzPts val="2400"/>
              <a:buAutoNum type="arabicPeriod"/>
            </a:pPr>
            <a:r>
              <a:rPr b="1" lang="en-US" sz="2400">
                <a:latin typeface="Times New Roman"/>
                <a:ea typeface="Times New Roman"/>
                <a:cs typeface="Times New Roman"/>
                <a:sym typeface="Times New Roman"/>
              </a:rPr>
              <a:t>Redundancy -</a:t>
            </a:r>
            <a:r>
              <a:rPr lang="en-US" sz="2400">
                <a:latin typeface="Times New Roman"/>
                <a:ea typeface="Times New Roman"/>
                <a:cs typeface="Times New Roman"/>
                <a:sym typeface="Times New Roman"/>
              </a:rPr>
              <a:t> It is duplication or repetition of data. It makes the database more complex and takes up the storage unnecessarily. The solution to data redundancy is normalization. It also reduces the size of database.</a:t>
            </a:r>
            <a:endParaRPr sz="2400">
              <a:latin typeface="Times New Roman"/>
              <a:ea typeface="Times New Roman"/>
              <a:cs typeface="Times New Roman"/>
              <a:sym typeface="Times New Roman"/>
            </a:endParaRPr>
          </a:p>
          <a:p>
            <a:pPr indent="-381000" lvl="0" marL="457200" rtl="0" algn="l">
              <a:lnSpc>
                <a:spcPct val="115000"/>
              </a:lnSpc>
              <a:spcBef>
                <a:spcPts val="0"/>
              </a:spcBef>
              <a:spcAft>
                <a:spcPts val="0"/>
              </a:spcAft>
              <a:buSzPts val="2400"/>
              <a:buAutoNum type="arabicPeriod"/>
            </a:pPr>
            <a:r>
              <a:rPr b="1" lang="en-US" sz="2400">
                <a:latin typeface="Times New Roman"/>
                <a:ea typeface="Times New Roman"/>
                <a:cs typeface="Times New Roman"/>
                <a:sym typeface="Times New Roman"/>
              </a:rPr>
              <a:t>Queries -</a:t>
            </a:r>
            <a:r>
              <a:rPr lang="en-US" sz="2400">
                <a:latin typeface="Times New Roman"/>
                <a:ea typeface="Times New Roman"/>
                <a:cs typeface="Times New Roman"/>
                <a:sym typeface="Times New Roman"/>
              </a:rPr>
              <a:t> A database design is said to be good, if its queries are simple and execution is faster.</a:t>
            </a:r>
            <a:endParaRPr sz="2400">
              <a:latin typeface="Times New Roman"/>
              <a:ea typeface="Times New Roman"/>
              <a:cs typeface="Times New Roman"/>
              <a:sym typeface="Times New Roman"/>
            </a:endParaRPr>
          </a:p>
          <a:p>
            <a:pPr indent="-381000" lvl="0" marL="457200" rtl="0" algn="l">
              <a:lnSpc>
                <a:spcPct val="115000"/>
              </a:lnSpc>
              <a:spcBef>
                <a:spcPts val="0"/>
              </a:spcBef>
              <a:spcAft>
                <a:spcPts val="0"/>
              </a:spcAft>
              <a:buSzPts val="2400"/>
              <a:buAutoNum type="arabicPeriod"/>
            </a:pPr>
            <a:r>
              <a:rPr b="1" lang="en-US" sz="2400">
                <a:latin typeface="Times New Roman"/>
                <a:ea typeface="Times New Roman"/>
                <a:cs typeface="Times New Roman"/>
                <a:sym typeface="Times New Roman"/>
              </a:rPr>
              <a:t>Performance -</a:t>
            </a:r>
            <a:r>
              <a:rPr lang="en-US" sz="2400">
                <a:latin typeface="Times New Roman"/>
                <a:ea typeface="Times New Roman"/>
                <a:cs typeface="Times New Roman"/>
                <a:sym typeface="Times New Roman"/>
              </a:rPr>
              <a:t> The database design is credited if the database design is good enough.</a:t>
            </a:r>
            <a:endParaRPr sz="2400">
              <a:latin typeface="Times New Roman"/>
              <a:ea typeface="Times New Roman"/>
              <a:cs typeface="Times New Roman"/>
              <a:sym typeface="Times New Roman"/>
            </a:endParaRPr>
          </a:p>
          <a:p>
            <a:pPr indent="-381000" lvl="0" marL="457200" rtl="0" algn="l">
              <a:lnSpc>
                <a:spcPct val="115000"/>
              </a:lnSpc>
              <a:spcBef>
                <a:spcPts val="0"/>
              </a:spcBef>
              <a:spcAft>
                <a:spcPts val="0"/>
              </a:spcAft>
              <a:buSzPts val="2400"/>
              <a:buAutoNum type="arabicPeriod"/>
            </a:pPr>
            <a:r>
              <a:rPr b="1" lang="en-US" sz="2400">
                <a:latin typeface="Times New Roman"/>
                <a:ea typeface="Times New Roman"/>
                <a:cs typeface="Times New Roman"/>
                <a:sym typeface="Times New Roman"/>
              </a:rPr>
              <a:t>Maintenance -</a:t>
            </a:r>
            <a:r>
              <a:rPr lang="en-US" sz="2400">
                <a:latin typeface="Times New Roman"/>
                <a:ea typeface="Times New Roman"/>
                <a:cs typeface="Times New Roman"/>
                <a:sym typeface="Times New Roman"/>
              </a:rPr>
              <a:t> The most important feature of a good database design. If it is a well designed database, it can be maintained well otherwise it might lead to many problems.</a:t>
            </a:r>
            <a:endParaRPr sz="2400">
              <a:latin typeface="Times New Roman"/>
              <a:ea typeface="Times New Roman"/>
              <a:cs typeface="Times New Roman"/>
              <a:sym typeface="Times New Roman"/>
            </a:endParaRPr>
          </a:p>
          <a:p>
            <a:pPr indent="0" lvl="0" marL="0" rtl="0" algn="l">
              <a:lnSpc>
                <a:spcPct val="100000"/>
              </a:lnSpc>
              <a:spcBef>
                <a:spcPts val="1200"/>
              </a:spcBef>
              <a:spcAft>
                <a:spcPts val="0"/>
              </a:spcAft>
              <a:buClr>
                <a:schemeClr val="dk1"/>
              </a:buClr>
              <a:buSzPts val="1100"/>
              <a:buFont typeface="Arial"/>
              <a:buNone/>
            </a:pPr>
            <a:r>
              <a:t/>
            </a:r>
            <a:endParaRPr sz="2200">
              <a:latin typeface="Times New Roman"/>
              <a:ea typeface="Times New Roman"/>
              <a:cs typeface="Times New Roman"/>
              <a:sym typeface="Times New Roman"/>
            </a:endParaRPr>
          </a:p>
          <a:p>
            <a:pPr indent="0" lvl="0" marL="0" rtl="0" algn="l">
              <a:lnSpc>
                <a:spcPct val="100000"/>
              </a:lnSpc>
              <a:spcBef>
                <a:spcPts val="360"/>
              </a:spcBef>
              <a:spcAft>
                <a:spcPts val="0"/>
              </a:spcAft>
              <a:buSzPts val="1800"/>
              <a:buNone/>
            </a:pPr>
            <a:r>
              <a:t/>
            </a:r>
            <a:endParaRPr sz="2200">
              <a:latin typeface="Times New Roman"/>
              <a:ea typeface="Times New Roman"/>
              <a:cs typeface="Times New Roman"/>
              <a:sym typeface="Times New Roman"/>
            </a:endParaRPr>
          </a:p>
        </p:txBody>
      </p:sp>
      <p:sp>
        <p:nvSpPr>
          <p:cNvPr id="67" name="Google Shape;67;g36420c64f2d_0_890"/>
          <p:cNvSpPr txBox="1"/>
          <p:nvPr>
            <p:ph idx="12" type="sldNum"/>
          </p:nvPr>
        </p:nvSpPr>
        <p:spPr>
          <a:xfrm>
            <a:off x="10270093" y="7629104"/>
            <a:ext cx="3343800" cy="438300"/>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Clr>
                <a:srgbClr val="000000"/>
              </a:buClr>
              <a:buSzPts val="1200"/>
              <a:buFont typeface="Arial"/>
              <a:buNone/>
            </a:pPr>
            <a:fld id="{00000000-1234-1234-1234-123412341234}" type="slidenum">
              <a:rPr lang="en-US"/>
              <a:t>‹#›</a:t>
            </a:fld>
            <a:endParaRPr/>
          </a:p>
        </p:txBody>
      </p:sp>
      <p:sp>
        <p:nvSpPr>
          <p:cNvPr id="68" name="Google Shape;68;g36420c64f2d_0_890"/>
          <p:cNvSpPr txBox="1"/>
          <p:nvPr>
            <p:ph type="title"/>
          </p:nvPr>
        </p:nvSpPr>
        <p:spPr>
          <a:xfrm>
            <a:off x="1" y="2"/>
            <a:ext cx="10150800" cy="1005900"/>
          </a:xfrm>
          <a:prstGeom prst="rect">
            <a:avLst/>
          </a:prstGeom>
          <a:noFill/>
          <a:ln>
            <a:noFill/>
          </a:ln>
        </p:spPr>
        <p:txBody>
          <a:bodyPr anchorCtr="0" anchor="ctr" bIns="45700" lIns="91425" spcFirstLastPara="1" rIns="91425" wrap="square" tIns="45700">
            <a:noAutofit/>
          </a:bodyPr>
          <a:lstStyle/>
          <a:p>
            <a:pPr indent="0" lvl="0" marL="0" rtl="0" algn="l">
              <a:lnSpc>
                <a:spcPct val="115000"/>
              </a:lnSpc>
              <a:spcBef>
                <a:spcPts val="1800"/>
              </a:spcBef>
              <a:spcAft>
                <a:spcPts val="400"/>
              </a:spcAft>
              <a:buSzPts val="1400"/>
              <a:buNone/>
            </a:pPr>
            <a:r>
              <a:rPr b="1" lang="en-US" sz="2400">
                <a:latin typeface="Arial"/>
                <a:ea typeface="Arial"/>
                <a:cs typeface="Arial"/>
                <a:sym typeface="Arial"/>
              </a:rPr>
              <a:t>Importance of Database Design in System Design</a:t>
            </a:r>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3" name="Shape 73"/>
        <p:cNvGrpSpPr/>
        <p:nvPr/>
      </p:nvGrpSpPr>
      <p:grpSpPr>
        <a:xfrm>
          <a:off x="0" y="0"/>
          <a:ext cx="0" cy="0"/>
          <a:chOff x="0" y="0"/>
          <a:chExt cx="0" cy="0"/>
        </a:xfrm>
      </p:grpSpPr>
      <p:sp>
        <p:nvSpPr>
          <p:cNvPr id="74" name="Google Shape;74;g36420c64f2d_0_859"/>
          <p:cNvSpPr txBox="1"/>
          <p:nvPr>
            <p:ph idx="12" type="sldNum"/>
          </p:nvPr>
        </p:nvSpPr>
        <p:spPr>
          <a:xfrm>
            <a:off x="10270093" y="7629104"/>
            <a:ext cx="3343800" cy="438300"/>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Clr>
                <a:srgbClr val="000000"/>
              </a:buClr>
              <a:buSzPts val="1200"/>
              <a:buFont typeface="Arial"/>
              <a:buNone/>
            </a:pPr>
            <a:fld id="{00000000-1234-1234-1234-123412341234}" type="slidenum">
              <a:rPr lang="en-US"/>
              <a:t>‹#›</a:t>
            </a:fld>
            <a:endParaRPr/>
          </a:p>
        </p:txBody>
      </p:sp>
      <p:sp>
        <p:nvSpPr>
          <p:cNvPr id="75" name="Google Shape;75;g36420c64f2d_0_859"/>
          <p:cNvSpPr txBox="1"/>
          <p:nvPr>
            <p:ph idx="1" type="body"/>
          </p:nvPr>
        </p:nvSpPr>
        <p:spPr>
          <a:xfrm>
            <a:off x="459297" y="1246350"/>
            <a:ext cx="12897300" cy="5432100"/>
          </a:xfrm>
          <a:prstGeom prst="rect">
            <a:avLst/>
          </a:prstGeom>
          <a:noFill/>
          <a:ln>
            <a:noFill/>
          </a:ln>
        </p:spPr>
        <p:txBody>
          <a:bodyPr anchorCtr="0" anchor="t" bIns="45700" lIns="91425" spcFirstLastPara="1" rIns="91425" wrap="square" tIns="45700">
            <a:noAutofit/>
          </a:bodyPr>
          <a:lstStyle/>
          <a:p>
            <a:pPr indent="0" lvl="0" marL="0" rtl="0" algn="l">
              <a:lnSpc>
                <a:spcPct val="115000"/>
              </a:lnSpc>
              <a:spcBef>
                <a:spcPts val="1200"/>
              </a:spcBef>
              <a:spcAft>
                <a:spcPts val="0"/>
              </a:spcAft>
              <a:buSzPts val="1800"/>
              <a:buNone/>
            </a:pPr>
            <a:r>
              <a:rPr lang="en-US" sz="2400">
                <a:latin typeface="Times New Roman"/>
                <a:ea typeface="Times New Roman"/>
                <a:cs typeface="Times New Roman"/>
                <a:sym typeface="Times New Roman"/>
              </a:rPr>
              <a:t>6. </a:t>
            </a:r>
            <a:r>
              <a:rPr b="1" lang="en-US" sz="2400">
                <a:uFill>
                  <a:noFill/>
                </a:uFill>
                <a:latin typeface="Times New Roman"/>
                <a:ea typeface="Times New Roman"/>
                <a:cs typeface="Times New Roman"/>
                <a:sym typeface="Times New Roman"/>
                <a:hlinkClick r:id="rId3"/>
              </a:rPr>
              <a:t>Scalability</a:t>
            </a:r>
            <a:r>
              <a:rPr lang="en-US" sz="2400">
                <a:latin typeface="Times New Roman"/>
                <a:ea typeface="Times New Roman"/>
                <a:cs typeface="Times New Roman"/>
                <a:sym typeface="Times New Roman"/>
              </a:rPr>
              <a:t>: As the system grows, a good database design can handle more users and data without slowing down or failing.</a:t>
            </a:r>
            <a:endParaRPr sz="2400">
              <a:latin typeface="Times New Roman"/>
              <a:ea typeface="Times New Roman"/>
              <a:cs typeface="Times New Roman"/>
              <a:sym typeface="Times New Roman"/>
            </a:endParaRPr>
          </a:p>
          <a:p>
            <a:pPr indent="0" lvl="0" marL="0" rtl="0" algn="l">
              <a:lnSpc>
                <a:spcPct val="115000"/>
              </a:lnSpc>
              <a:spcBef>
                <a:spcPts val="1200"/>
              </a:spcBef>
              <a:spcAft>
                <a:spcPts val="0"/>
              </a:spcAft>
              <a:buSzPts val="1800"/>
              <a:buNone/>
            </a:pPr>
            <a:r>
              <a:rPr b="1" lang="en-US" sz="2400">
                <a:latin typeface="Times New Roman"/>
                <a:ea typeface="Times New Roman"/>
                <a:cs typeface="Times New Roman"/>
                <a:sym typeface="Times New Roman"/>
              </a:rPr>
              <a:t>7. Data Integrity</a:t>
            </a:r>
            <a:r>
              <a:rPr lang="en-US" sz="2400">
                <a:latin typeface="Times New Roman"/>
                <a:ea typeface="Times New Roman"/>
                <a:cs typeface="Times New Roman"/>
                <a:sym typeface="Times New Roman"/>
              </a:rPr>
              <a:t>: Proper design prevents duplicate, inconsistent, or incorrect data, ensuring the system works accurately.</a:t>
            </a:r>
            <a:endParaRPr sz="2400">
              <a:latin typeface="Times New Roman"/>
              <a:ea typeface="Times New Roman"/>
              <a:cs typeface="Times New Roman"/>
              <a:sym typeface="Times New Roman"/>
            </a:endParaRPr>
          </a:p>
          <a:p>
            <a:pPr indent="0" lvl="0" marL="0" rtl="0" algn="l">
              <a:lnSpc>
                <a:spcPct val="115000"/>
              </a:lnSpc>
              <a:spcBef>
                <a:spcPts val="1200"/>
              </a:spcBef>
              <a:spcAft>
                <a:spcPts val="0"/>
              </a:spcAft>
              <a:buSzPts val="1800"/>
              <a:buNone/>
            </a:pPr>
            <a:r>
              <a:rPr b="1" lang="en-US" sz="2400">
                <a:latin typeface="Times New Roman"/>
                <a:ea typeface="Times New Roman"/>
                <a:cs typeface="Times New Roman"/>
                <a:sym typeface="Times New Roman"/>
              </a:rPr>
              <a:t>8. Ease of Maintenance</a:t>
            </a:r>
            <a:r>
              <a:rPr lang="en-US" sz="2400">
                <a:latin typeface="Times New Roman"/>
                <a:ea typeface="Times New Roman"/>
                <a:cs typeface="Times New Roman"/>
                <a:sym typeface="Times New Roman"/>
              </a:rPr>
              <a:t>: A clean, logical database structure is easier to understand and update, saving time and effort when making changes or fixing issues.</a:t>
            </a:r>
            <a:endParaRPr sz="2400">
              <a:latin typeface="Times New Roman"/>
              <a:ea typeface="Times New Roman"/>
              <a:cs typeface="Times New Roman"/>
              <a:sym typeface="Times New Roman"/>
            </a:endParaRPr>
          </a:p>
          <a:p>
            <a:pPr indent="0" lvl="0" marL="0" rtl="0" algn="l">
              <a:lnSpc>
                <a:spcPct val="115000"/>
              </a:lnSpc>
              <a:spcBef>
                <a:spcPts val="1200"/>
              </a:spcBef>
              <a:spcAft>
                <a:spcPts val="0"/>
              </a:spcAft>
              <a:buSzPts val="1800"/>
              <a:buNone/>
            </a:pPr>
            <a:r>
              <a:rPr b="1" lang="en-US" sz="2400">
                <a:latin typeface="Times New Roman"/>
                <a:ea typeface="Times New Roman"/>
                <a:cs typeface="Times New Roman"/>
                <a:sym typeface="Times New Roman"/>
              </a:rPr>
              <a:t>9. Cost-Efficiency</a:t>
            </a:r>
            <a:r>
              <a:rPr lang="en-US" sz="2400">
                <a:latin typeface="Times New Roman"/>
                <a:ea typeface="Times New Roman"/>
                <a:cs typeface="Times New Roman"/>
                <a:sym typeface="Times New Roman"/>
              </a:rPr>
              <a:t>: Optimized database designs use resources efficiently, reducing server costs and improving overall system performance.</a:t>
            </a:r>
            <a:endParaRPr sz="2400">
              <a:latin typeface="Times New Roman"/>
              <a:ea typeface="Times New Roman"/>
              <a:cs typeface="Times New Roman"/>
              <a:sym typeface="Times New Roman"/>
            </a:endParaRPr>
          </a:p>
          <a:p>
            <a:pPr indent="0" lvl="0" marL="0" rtl="0" algn="l">
              <a:lnSpc>
                <a:spcPct val="115000"/>
              </a:lnSpc>
              <a:spcBef>
                <a:spcPts val="1200"/>
              </a:spcBef>
              <a:spcAft>
                <a:spcPts val="0"/>
              </a:spcAft>
              <a:buSzPts val="1800"/>
              <a:buNone/>
            </a:pPr>
            <a:r>
              <a:rPr b="1" lang="en-US" sz="2400">
                <a:latin typeface="Times New Roman"/>
                <a:ea typeface="Times New Roman"/>
                <a:cs typeface="Times New Roman"/>
                <a:sym typeface="Times New Roman"/>
              </a:rPr>
              <a:t>10. Security</a:t>
            </a:r>
            <a:r>
              <a:rPr lang="en-US" sz="2400">
                <a:latin typeface="Times New Roman"/>
                <a:ea typeface="Times New Roman"/>
                <a:cs typeface="Times New Roman"/>
                <a:sym typeface="Times New Roman"/>
              </a:rPr>
              <a:t>: Good design includes measures to protect sensitive data from unauthorized access.</a:t>
            </a:r>
            <a:endParaRPr sz="2400">
              <a:latin typeface="Times New Roman"/>
              <a:ea typeface="Times New Roman"/>
              <a:cs typeface="Times New Roman"/>
              <a:sym typeface="Times New Roman"/>
            </a:endParaRPr>
          </a:p>
          <a:p>
            <a:pPr indent="0" lvl="0" marL="0" rtl="0" algn="l">
              <a:lnSpc>
                <a:spcPct val="100000"/>
              </a:lnSpc>
              <a:spcBef>
                <a:spcPts val="1200"/>
              </a:spcBef>
              <a:spcAft>
                <a:spcPts val="0"/>
              </a:spcAft>
              <a:buSzPts val="1800"/>
              <a:buNone/>
            </a:pPr>
            <a:r>
              <a:t/>
            </a:r>
            <a:endParaRPr sz="2400"/>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0" name="Shape 80"/>
        <p:cNvGrpSpPr/>
        <p:nvPr/>
      </p:nvGrpSpPr>
      <p:grpSpPr>
        <a:xfrm>
          <a:off x="0" y="0"/>
          <a:ext cx="0" cy="0"/>
          <a:chOff x="0" y="0"/>
          <a:chExt cx="0" cy="0"/>
        </a:xfrm>
      </p:grpSpPr>
      <p:sp>
        <p:nvSpPr>
          <p:cNvPr id="81" name="Google Shape;81;g36420c64f2d_0_906"/>
          <p:cNvSpPr txBox="1"/>
          <p:nvPr>
            <p:ph type="title"/>
          </p:nvPr>
        </p:nvSpPr>
        <p:spPr>
          <a:xfrm>
            <a:off x="1" y="2"/>
            <a:ext cx="10150800" cy="1005900"/>
          </a:xfrm>
          <a:prstGeom prst="rect">
            <a:avLst/>
          </a:prstGeom>
          <a:noFill/>
          <a:ln>
            <a:noFill/>
          </a:ln>
        </p:spPr>
        <p:txBody>
          <a:bodyPr anchorCtr="0" anchor="ctr" bIns="45700" lIns="91425" spcFirstLastPara="1" rIns="91425" wrap="square" tIns="45700">
            <a:noAutofit/>
          </a:bodyPr>
          <a:lstStyle/>
          <a:p>
            <a:pPr indent="0" lvl="0" marL="0" rtl="0" algn="l">
              <a:lnSpc>
                <a:spcPct val="115000"/>
              </a:lnSpc>
              <a:spcBef>
                <a:spcPts val="1800"/>
              </a:spcBef>
              <a:spcAft>
                <a:spcPts val="400"/>
              </a:spcAft>
              <a:buClr>
                <a:schemeClr val="dk1"/>
              </a:buClr>
              <a:buSzPts val="1100"/>
              <a:buFont typeface="Arial"/>
              <a:buNone/>
            </a:pPr>
            <a:r>
              <a:rPr b="1" lang="en-US" sz="2400">
                <a:latin typeface="Arial"/>
                <a:ea typeface="Arial"/>
                <a:cs typeface="Arial"/>
                <a:sym typeface="Arial"/>
              </a:rPr>
              <a:t>What are the Following Steps that can be taken by a Database Designer to Ensure Good Database Design?</a:t>
            </a:r>
            <a:endParaRPr/>
          </a:p>
        </p:txBody>
      </p:sp>
      <p:sp>
        <p:nvSpPr>
          <p:cNvPr id="82" name="Google Shape;82;g36420c64f2d_0_906"/>
          <p:cNvSpPr txBox="1"/>
          <p:nvPr>
            <p:ph idx="1" type="body"/>
          </p:nvPr>
        </p:nvSpPr>
        <p:spPr>
          <a:xfrm>
            <a:off x="373550" y="1005900"/>
            <a:ext cx="13691400" cy="5432100"/>
          </a:xfrm>
          <a:prstGeom prst="rect">
            <a:avLst/>
          </a:prstGeom>
          <a:noFill/>
          <a:ln>
            <a:noFill/>
          </a:ln>
        </p:spPr>
        <p:txBody>
          <a:bodyPr anchorCtr="0" anchor="t" bIns="45700" lIns="91425" spcFirstLastPara="1" rIns="91425" wrap="square" tIns="45700">
            <a:noAutofit/>
          </a:bodyPr>
          <a:lstStyle/>
          <a:p>
            <a:pPr indent="0" lvl="0" marL="0" rtl="0" algn="just">
              <a:lnSpc>
                <a:spcPct val="115000"/>
              </a:lnSpc>
              <a:spcBef>
                <a:spcPts val="1200"/>
              </a:spcBef>
              <a:spcAft>
                <a:spcPts val="0"/>
              </a:spcAft>
              <a:buClr>
                <a:schemeClr val="dk1"/>
              </a:buClr>
              <a:buSzPts val="1100"/>
              <a:buFont typeface="Arial"/>
              <a:buNone/>
            </a:pPr>
            <a:r>
              <a:rPr b="1" lang="en-US" sz="2400">
                <a:latin typeface="Times New Roman"/>
                <a:ea typeface="Times New Roman"/>
                <a:cs typeface="Times New Roman"/>
                <a:sym typeface="Times New Roman"/>
              </a:rPr>
              <a:t>Step 1:</a:t>
            </a:r>
            <a:r>
              <a:rPr lang="en-US" sz="2400">
                <a:latin typeface="Times New Roman"/>
                <a:ea typeface="Times New Roman"/>
                <a:cs typeface="Times New Roman"/>
                <a:sym typeface="Times New Roman"/>
              </a:rPr>
              <a:t> Determine the goal of your database, and ensure clear communication with the stakeholders (if any). Understanding the purpose of a database will help in thinking of various use cases &amp; where the problem may arise &amp; how we can prevent it.</a:t>
            </a:r>
            <a:endParaRPr sz="2400">
              <a:latin typeface="Times New Roman"/>
              <a:ea typeface="Times New Roman"/>
              <a:cs typeface="Times New Roman"/>
              <a:sym typeface="Times New Roman"/>
            </a:endParaRPr>
          </a:p>
          <a:p>
            <a:pPr indent="0" lvl="0" marL="0" rtl="0" algn="just">
              <a:lnSpc>
                <a:spcPct val="115000"/>
              </a:lnSpc>
              <a:spcBef>
                <a:spcPts val="1200"/>
              </a:spcBef>
              <a:spcAft>
                <a:spcPts val="0"/>
              </a:spcAft>
              <a:buClr>
                <a:schemeClr val="dk1"/>
              </a:buClr>
              <a:buSzPts val="1100"/>
              <a:buFont typeface="Arial"/>
              <a:buNone/>
            </a:pPr>
            <a:r>
              <a:rPr b="1" lang="en-US" sz="2400">
                <a:latin typeface="Times New Roman"/>
                <a:ea typeface="Times New Roman"/>
                <a:cs typeface="Times New Roman"/>
                <a:sym typeface="Times New Roman"/>
              </a:rPr>
              <a:t>Step 2:</a:t>
            </a:r>
            <a:r>
              <a:rPr lang="en-US" sz="2400">
                <a:latin typeface="Times New Roman"/>
                <a:ea typeface="Times New Roman"/>
                <a:cs typeface="Times New Roman"/>
                <a:sym typeface="Times New Roman"/>
              </a:rPr>
              <a:t> List down all the entities that will be present in the database &amp; what relationships exist among them.</a:t>
            </a:r>
            <a:endParaRPr sz="2400">
              <a:latin typeface="Times New Roman"/>
              <a:ea typeface="Times New Roman"/>
              <a:cs typeface="Times New Roman"/>
              <a:sym typeface="Times New Roman"/>
            </a:endParaRPr>
          </a:p>
          <a:p>
            <a:pPr indent="0" lvl="0" marL="0" rtl="0" algn="just">
              <a:lnSpc>
                <a:spcPct val="115000"/>
              </a:lnSpc>
              <a:spcBef>
                <a:spcPts val="1200"/>
              </a:spcBef>
              <a:spcAft>
                <a:spcPts val="0"/>
              </a:spcAft>
              <a:buClr>
                <a:schemeClr val="dk1"/>
              </a:buClr>
              <a:buSzPts val="1100"/>
              <a:buFont typeface="Arial"/>
              <a:buNone/>
            </a:pPr>
            <a:r>
              <a:rPr b="1" lang="en-US" sz="2400">
                <a:latin typeface="Times New Roman"/>
                <a:ea typeface="Times New Roman"/>
                <a:cs typeface="Times New Roman"/>
                <a:sym typeface="Times New Roman"/>
              </a:rPr>
              <a:t>Step 3:</a:t>
            </a:r>
            <a:r>
              <a:rPr lang="en-US" sz="2400">
                <a:latin typeface="Times New Roman"/>
                <a:ea typeface="Times New Roman"/>
                <a:cs typeface="Times New Roman"/>
                <a:sym typeface="Times New Roman"/>
              </a:rPr>
              <a:t> Organize the information into different tables such that no or very little redundancy is there.</a:t>
            </a:r>
            <a:endParaRPr sz="2400">
              <a:latin typeface="Times New Roman"/>
              <a:ea typeface="Times New Roman"/>
              <a:cs typeface="Times New Roman"/>
              <a:sym typeface="Times New Roman"/>
            </a:endParaRPr>
          </a:p>
          <a:p>
            <a:pPr indent="0" lvl="0" marL="0" rtl="0" algn="just">
              <a:lnSpc>
                <a:spcPct val="115000"/>
              </a:lnSpc>
              <a:spcBef>
                <a:spcPts val="1200"/>
              </a:spcBef>
              <a:spcAft>
                <a:spcPts val="0"/>
              </a:spcAft>
              <a:buClr>
                <a:schemeClr val="dk1"/>
              </a:buClr>
              <a:buSzPts val="1100"/>
              <a:buFont typeface="Arial"/>
              <a:buNone/>
            </a:pPr>
            <a:r>
              <a:rPr b="1" lang="en-US" sz="2400">
                <a:latin typeface="Times New Roman"/>
                <a:ea typeface="Times New Roman"/>
                <a:cs typeface="Times New Roman"/>
                <a:sym typeface="Times New Roman"/>
              </a:rPr>
              <a:t>Step 4:</a:t>
            </a:r>
            <a:r>
              <a:rPr lang="en-US" sz="2400">
                <a:latin typeface="Times New Roman"/>
                <a:ea typeface="Times New Roman"/>
                <a:cs typeface="Times New Roman"/>
                <a:sym typeface="Times New Roman"/>
              </a:rPr>
              <a:t> Ensure uniqueness in every table. The uniqueness of records present in any relation is a very crucial part of database design that helps us avoid redundancy. Identify the key attributes to uniquely identify every row from columns. You can use various key constraints to ensure the uniqueness of your table, also keep in mind the uniquely identifying records must consume as little space as possible &amp; shall not contain any NULL values.</a:t>
            </a:r>
            <a:endParaRPr sz="2400">
              <a:latin typeface="Times New Roman"/>
              <a:ea typeface="Times New Roman"/>
              <a:cs typeface="Times New Roman"/>
              <a:sym typeface="Times New Roman"/>
            </a:endParaRPr>
          </a:p>
          <a:p>
            <a:pPr indent="0" lvl="0" marL="0" rtl="0" algn="just">
              <a:lnSpc>
                <a:spcPct val="115000"/>
              </a:lnSpc>
              <a:spcBef>
                <a:spcPts val="1200"/>
              </a:spcBef>
              <a:spcAft>
                <a:spcPts val="0"/>
              </a:spcAft>
              <a:buClr>
                <a:schemeClr val="dk1"/>
              </a:buClr>
              <a:buSzPts val="1100"/>
              <a:buFont typeface="Arial"/>
              <a:buNone/>
            </a:pPr>
            <a:r>
              <a:rPr b="1" lang="en-US" sz="2400">
                <a:latin typeface="Times New Roman"/>
                <a:ea typeface="Times New Roman"/>
                <a:cs typeface="Times New Roman"/>
                <a:sym typeface="Times New Roman"/>
              </a:rPr>
              <a:t>Step 5:</a:t>
            </a:r>
            <a:r>
              <a:rPr lang="en-US" sz="2400">
                <a:latin typeface="Times New Roman"/>
                <a:ea typeface="Times New Roman"/>
                <a:cs typeface="Times New Roman"/>
                <a:sym typeface="Times New Roman"/>
              </a:rPr>
              <a:t> After all the tables are structured, and information is organized apply Normalization Forms to identify anomalies that may arise &amp; redundancy that can cause inconsistency in the database.</a:t>
            </a:r>
            <a:endParaRPr sz="2400">
              <a:latin typeface="Times New Roman"/>
              <a:ea typeface="Times New Roman"/>
              <a:cs typeface="Times New Roman"/>
              <a:sym typeface="Times New Roman"/>
            </a:endParaRPr>
          </a:p>
          <a:p>
            <a:pPr indent="0" lvl="0" marL="0" rtl="0" algn="l">
              <a:lnSpc>
                <a:spcPct val="100000"/>
              </a:lnSpc>
              <a:spcBef>
                <a:spcPts val="1200"/>
              </a:spcBef>
              <a:spcAft>
                <a:spcPts val="0"/>
              </a:spcAft>
              <a:buSzPts val="1800"/>
              <a:buNone/>
            </a:pPr>
            <a:r>
              <a:t/>
            </a:r>
            <a:endParaRPr>
              <a:latin typeface="Times New Roman"/>
              <a:ea typeface="Times New Roman"/>
              <a:cs typeface="Times New Roman"/>
              <a:sym typeface="Times New Roman"/>
            </a:endParaRPr>
          </a:p>
        </p:txBody>
      </p:sp>
      <p:sp>
        <p:nvSpPr>
          <p:cNvPr id="83" name="Google Shape;83;g36420c64f2d_0_906"/>
          <p:cNvSpPr txBox="1"/>
          <p:nvPr>
            <p:ph idx="12" type="sldNum"/>
          </p:nvPr>
        </p:nvSpPr>
        <p:spPr>
          <a:xfrm>
            <a:off x="10270093" y="7629104"/>
            <a:ext cx="3343800" cy="438300"/>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Clr>
                <a:srgbClr val="000000"/>
              </a:buClr>
              <a:buSzPts val="1200"/>
              <a:buFont typeface="Arial"/>
              <a:buNone/>
            </a:pPr>
            <a:fld id="{00000000-1234-1234-1234-123412341234}" type="slidenum">
              <a:rPr lang="en-US"/>
              <a:t>‹#›</a:t>
            </a:fld>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8" name="Shape 88"/>
        <p:cNvGrpSpPr/>
        <p:nvPr/>
      </p:nvGrpSpPr>
      <p:grpSpPr>
        <a:xfrm>
          <a:off x="0" y="0"/>
          <a:ext cx="0" cy="0"/>
          <a:chOff x="0" y="0"/>
          <a:chExt cx="0" cy="0"/>
        </a:xfrm>
      </p:grpSpPr>
      <p:sp>
        <p:nvSpPr>
          <p:cNvPr id="89" name="Google Shape;89;g36420c64f2d_0_914"/>
          <p:cNvSpPr txBox="1"/>
          <p:nvPr>
            <p:ph type="title"/>
          </p:nvPr>
        </p:nvSpPr>
        <p:spPr>
          <a:xfrm>
            <a:off x="1" y="2"/>
            <a:ext cx="10150800" cy="10059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b="1" lang="en-US"/>
              <a:t>Lifecycle of Database Design</a:t>
            </a:r>
            <a:endParaRPr b="1"/>
          </a:p>
        </p:txBody>
      </p:sp>
      <p:sp>
        <p:nvSpPr>
          <p:cNvPr id="90" name="Google Shape;90;g36420c64f2d_0_914"/>
          <p:cNvSpPr txBox="1"/>
          <p:nvPr>
            <p:ph idx="12" type="sldNum"/>
          </p:nvPr>
        </p:nvSpPr>
        <p:spPr>
          <a:xfrm>
            <a:off x="10270093" y="7629104"/>
            <a:ext cx="3343800" cy="438300"/>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Clr>
                <a:srgbClr val="000000"/>
              </a:buClr>
              <a:buSzPts val="1200"/>
              <a:buFont typeface="Arial"/>
              <a:buNone/>
            </a:pPr>
            <a:fld id="{00000000-1234-1234-1234-123412341234}" type="slidenum">
              <a:rPr lang="en-US"/>
              <a:t>‹#›</a:t>
            </a:fld>
            <a:endParaRPr/>
          </a:p>
        </p:txBody>
      </p:sp>
      <p:pic>
        <p:nvPicPr>
          <p:cNvPr id="91" name="Google Shape;91;g36420c64f2d_0_914"/>
          <p:cNvPicPr preferRelativeResize="0"/>
          <p:nvPr/>
        </p:nvPicPr>
        <p:blipFill rotWithShape="1">
          <a:blip r:embed="rId3">
            <a:alphaModFix/>
          </a:blip>
          <a:srcRect b="0" l="0" r="0" t="0"/>
          <a:stretch/>
        </p:blipFill>
        <p:spPr>
          <a:xfrm>
            <a:off x="517875" y="1361575"/>
            <a:ext cx="13255626" cy="5905425"/>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6" name="Shape 96"/>
        <p:cNvGrpSpPr/>
        <p:nvPr/>
      </p:nvGrpSpPr>
      <p:grpSpPr>
        <a:xfrm>
          <a:off x="0" y="0"/>
          <a:ext cx="0" cy="0"/>
          <a:chOff x="0" y="0"/>
          <a:chExt cx="0" cy="0"/>
        </a:xfrm>
      </p:grpSpPr>
      <p:sp>
        <p:nvSpPr>
          <p:cNvPr id="97" name="Google Shape;97;g36420c64f2d_0_922"/>
          <p:cNvSpPr txBox="1"/>
          <p:nvPr>
            <p:ph type="title"/>
          </p:nvPr>
        </p:nvSpPr>
        <p:spPr>
          <a:xfrm>
            <a:off x="1" y="2"/>
            <a:ext cx="10150800" cy="1005900"/>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SzPts val="1400"/>
              <a:buNone/>
            </a:pPr>
            <a:r>
              <a:rPr b="1" lang="en-US"/>
              <a:t>Steps to ensure good database design</a:t>
            </a:r>
            <a:endParaRPr b="1"/>
          </a:p>
        </p:txBody>
      </p:sp>
      <p:sp>
        <p:nvSpPr>
          <p:cNvPr id="98" name="Google Shape;98;g36420c64f2d_0_922"/>
          <p:cNvSpPr txBox="1"/>
          <p:nvPr>
            <p:ph idx="1" type="body"/>
          </p:nvPr>
        </p:nvSpPr>
        <p:spPr>
          <a:xfrm>
            <a:off x="510750" y="1005900"/>
            <a:ext cx="13571400" cy="5469300"/>
          </a:xfrm>
          <a:prstGeom prst="rect">
            <a:avLst/>
          </a:prstGeom>
          <a:noFill/>
          <a:ln>
            <a:noFill/>
          </a:ln>
        </p:spPr>
        <p:txBody>
          <a:bodyPr anchorCtr="0" anchor="t" bIns="45700" lIns="91425" spcFirstLastPara="1" rIns="91425" wrap="square" tIns="45700">
            <a:noAutofit/>
          </a:bodyPr>
          <a:lstStyle/>
          <a:p>
            <a:pPr indent="0" lvl="0" marL="0" rtl="0" algn="l">
              <a:lnSpc>
                <a:spcPct val="115000"/>
              </a:lnSpc>
              <a:spcBef>
                <a:spcPts val="1400"/>
              </a:spcBef>
              <a:spcAft>
                <a:spcPts val="0"/>
              </a:spcAft>
              <a:buClr>
                <a:schemeClr val="dk1"/>
              </a:buClr>
              <a:buSzPts val="1100"/>
              <a:buFont typeface="Arial"/>
              <a:buNone/>
            </a:pPr>
            <a:r>
              <a:rPr b="1" lang="en-US" sz="2000">
                <a:latin typeface="Times New Roman"/>
                <a:ea typeface="Times New Roman"/>
                <a:cs typeface="Times New Roman"/>
                <a:sym typeface="Times New Roman"/>
              </a:rPr>
              <a:t>1. Requirements Gathering</a:t>
            </a:r>
            <a:endParaRPr b="1" sz="2000">
              <a:latin typeface="Times New Roman"/>
              <a:ea typeface="Times New Roman"/>
              <a:cs typeface="Times New Roman"/>
              <a:sym typeface="Times New Roman"/>
            </a:endParaRPr>
          </a:p>
          <a:p>
            <a:pPr indent="-355600" lvl="0" marL="457200" rtl="0" algn="l">
              <a:lnSpc>
                <a:spcPct val="115000"/>
              </a:lnSpc>
              <a:spcBef>
                <a:spcPts val="1200"/>
              </a:spcBef>
              <a:spcAft>
                <a:spcPts val="0"/>
              </a:spcAft>
              <a:buSzPts val="2000"/>
              <a:buChar char="●"/>
            </a:pPr>
            <a:r>
              <a:rPr b="1" lang="en-US" sz="2000">
                <a:latin typeface="Times New Roman"/>
                <a:ea typeface="Times New Roman"/>
                <a:cs typeface="Times New Roman"/>
                <a:sym typeface="Times New Roman"/>
              </a:rPr>
              <a:t>Understand the purpose</a:t>
            </a:r>
            <a:r>
              <a:rPr lang="en-US" sz="2000">
                <a:latin typeface="Times New Roman"/>
                <a:ea typeface="Times New Roman"/>
                <a:cs typeface="Times New Roman"/>
                <a:sym typeface="Times New Roman"/>
              </a:rPr>
              <a:t> of the database (what problem is it solving?).</a:t>
            </a:r>
            <a:br>
              <a:rPr lang="en-US" sz="2000">
                <a:latin typeface="Times New Roman"/>
                <a:ea typeface="Times New Roman"/>
                <a:cs typeface="Times New Roman"/>
                <a:sym typeface="Times New Roman"/>
              </a:rPr>
            </a:br>
            <a:endParaRPr sz="2000">
              <a:latin typeface="Times New Roman"/>
              <a:ea typeface="Times New Roman"/>
              <a:cs typeface="Times New Roman"/>
              <a:sym typeface="Times New Roman"/>
            </a:endParaRPr>
          </a:p>
          <a:p>
            <a:pPr indent="-355600" lvl="0" marL="457200" rtl="0" algn="l">
              <a:lnSpc>
                <a:spcPct val="115000"/>
              </a:lnSpc>
              <a:spcBef>
                <a:spcPts val="0"/>
              </a:spcBef>
              <a:spcAft>
                <a:spcPts val="0"/>
              </a:spcAft>
              <a:buSzPts val="2000"/>
              <a:buChar char="●"/>
            </a:pPr>
            <a:r>
              <a:rPr lang="en-US" sz="2000">
                <a:latin typeface="Times New Roman"/>
                <a:ea typeface="Times New Roman"/>
                <a:cs typeface="Times New Roman"/>
                <a:sym typeface="Times New Roman"/>
              </a:rPr>
              <a:t>Identify </a:t>
            </a:r>
            <a:r>
              <a:rPr b="1" lang="en-US" sz="2000">
                <a:latin typeface="Times New Roman"/>
                <a:ea typeface="Times New Roman"/>
                <a:cs typeface="Times New Roman"/>
                <a:sym typeface="Times New Roman"/>
              </a:rPr>
              <a:t>data to be stored</a:t>
            </a:r>
            <a:r>
              <a:rPr lang="en-US" sz="2000">
                <a:latin typeface="Times New Roman"/>
                <a:ea typeface="Times New Roman"/>
                <a:cs typeface="Times New Roman"/>
                <a:sym typeface="Times New Roman"/>
              </a:rPr>
              <a:t>, </a:t>
            </a:r>
            <a:r>
              <a:rPr b="1" lang="en-US" sz="2000">
                <a:latin typeface="Times New Roman"/>
                <a:ea typeface="Times New Roman"/>
                <a:cs typeface="Times New Roman"/>
                <a:sym typeface="Times New Roman"/>
              </a:rPr>
              <a:t>operations to be performed</a:t>
            </a:r>
            <a:r>
              <a:rPr lang="en-US" sz="2000">
                <a:latin typeface="Times New Roman"/>
                <a:ea typeface="Times New Roman"/>
                <a:cs typeface="Times New Roman"/>
                <a:sym typeface="Times New Roman"/>
              </a:rPr>
              <a:t>, and </a:t>
            </a:r>
            <a:r>
              <a:rPr b="1" lang="en-US" sz="2000">
                <a:latin typeface="Times New Roman"/>
                <a:ea typeface="Times New Roman"/>
                <a:cs typeface="Times New Roman"/>
                <a:sym typeface="Times New Roman"/>
              </a:rPr>
              <a:t>end-user needs</a:t>
            </a:r>
            <a:r>
              <a:rPr lang="en-US" sz="2000">
                <a:latin typeface="Times New Roman"/>
                <a:ea typeface="Times New Roman"/>
                <a:cs typeface="Times New Roman"/>
                <a:sym typeface="Times New Roman"/>
              </a:rPr>
              <a:t>.</a:t>
            </a:r>
            <a:br>
              <a:rPr lang="en-US" sz="2000">
                <a:latin typeface="Times New Roman"/>
                <a:ea typeface="Times New Roman"/>
                <a:cs typeface="Times New Roman"/>
                <a:sym typeface="Times New Roman"/>
              </a:rPr>
            </a:br>
            <a:endParaRPr sz="2000">
              <a:latin typeface="Times New Roman"/>
              <a:ea typeface="Times New Roman"/>
              <a:cs typeface="Times New Roman"/>
              <a:sym typeface="Times New Roman"/>
            </a:endParaRPr>
          </a:p>
          <a:p>
            <a:pPr indent="-355600" lvl="0" marL="457200" rtl="0" algn="l">
              <a:lnSpc>
                <a:spcPct val="115000"/>
              </a:lnSpc>
              <a:spcBef>
                <a:spcPts val="0"/>
              </a:spcBef>
              <a:spcAft>
                <a:spcPts val="0"/>
              </a:spcAft>
              <a:buSzPts val="2000"/>
              <a:buChar char="●"/>
            </a:pPr>
            <a:r>
              <a:rPr lang="en-US" sz="2000">
                <a:latin typeface="Times New Roman"/>
                <a:ea typeface="Times New Roman"/>
                <a:cs typeface="Times New Roman"/>
                <a:sym typeface="Times New Roman"/>
              </a:rPr>
              <a:t>Gather </a:t>
            </a:r>
            <a:r>
              <a:rPr b="1" lang="en-US" sz="2000">
                <a:latin typeface="Times New Roman"/>
                <a:ea typeface="Times New Roman"/>
                <a:cs typeface="Times New Roman"/>
                <a:sym typeface="Times New Roman"/>
              </a:rPr>
              <a:t>functional</a:t>
            </a:r>
            <a:r>
              <a:rPr lang="en-US" sz="2000">
                <a:latin typeface="Times New Roman"/>
                <a:ea typeface="Times New Roman"/>
                <a:cs typeface="Times New Roman"/>
                <a:sym typeface="Times New Roman"/>
              </a:rPr>
              <a:t> (queries, reports, CRUD operations) and </a:t>
            </a:r>
            <a:r>
              <a:rPr b="1" lang="en-US" sz="2000">
                <a:latin typeface="Times New Roman"/>
                <a:ea typeface="Times New Roman"/>
                <a:cs typeface="Times New Roman"/>
                <a:sym typeface="Times New Roman"/>
              </a:rPr>
              <a:t>non-functional</a:t>
            </a:r>
            <a:r>
              <a:rPr lang="en-US" sz="2000">
                <a:latin typeface="Times New Roman"/>
                <a:ea typeface="Times New Roman"/>
                <a:cs typeface="Times New Roman"/>
                <a:sym typeface="Times New Roman"/>
              </a:rPr>
              <a:t> requirements (performance, scalability, security).</a:t>
            </a:r>
            <a:endParaRPr sz="2000">
              <a:latin typeface="Times New Roman"/>
              <a:ea typeface="Times New Roman"/>
              <a:cs typeface="Times New Roman"/>
              <a:sym typeface="Times New Roman"/>
            </a:endParaRPr>
          </a:p>
          <a:p>
            <a:pPr indent="0" lvl="0" marL="0" rtl="0" algn="l">
              <a:lnSpc>
                <a:spcPct val="115000"/>
              </a:lnSpc>
              <a:spcBef>
                <a:spcPts val="1200"/>
              </a:spcBef>
              <a:spcAft>
                <a:spcPts val="0"/>
              </a:spcAft>
              <a:buSzPts val="1800"/>
              <a:buNone/>
            </a:pPr>
            <a:r>
              <a:rPr b="1" lang="en-US" sz="2000">
                <a:latin typeface="Times New Roman"/>
                <a:ea typeface="Times New Roman"/>
                <a:cs typeface="Times New Roman"/>
                <a:sym typeface="Times New Roman"/>
              </a:rPr>
              <a:t>2. Identify Entities and Relationships</a:t>
            </a:r>
            <a:endParaRPr b="1" sz="2000">
              <a:latin typeface="Times New Roman"/>
              <a:ea typeface="Times New Roman"/>
              <a:cs typeface="Times New Roman"/>
              <a:sym typeface="Times New Roman"/>
            </a:endParaRPr>
          </a:p>
          <a:p>
            <a:pPr indent="-355600" lvl="0" marL="457200" rtl="0" algn="l">
              <a:lnSpc>
                <a:spcPct val="115000"/>
              </a:lnSpc>
              <a:spcBef>
                <a:spcPts val="1200"/>
              </a:spcBef>
              <a:spcAft>
                <a:spcPts val="0"/>
              </a:spcAft>
              <a:buSzPts val="2000"/>
              <a:buChar char="●"/>
            </a:pPr>
            <a:r>
              <a:rPr lang="en-US" sz="2000">
                <a:latin typeface="Times New Roman"/>
                <a:ea typeface="Times New Roman"/>
                <a:cs typeface="Times New Roman"/>
                <a:sym typeface="Times New Roman"/>
              </a:rPr>
              <a:t>Determine </a:t>
            </a:r>
            <a:r>
              <a:rPr b="1" lang="en-US" sz="2000">
                <a:latin typeface="Times New Roman"/>
                <a:ea typeface="Times New Roman"/>
                <a:cs typeface="Times New Roman"/>
                <a:sym typeface="Times New Roman"/>
              </a:rPr>
              <a:t>entities</a:t>
            </a:r>
            <a:r>
              <a:rPr lang="en-US" sz="2000">
                <a:latin typeface="Times New Roman"/>
                <a:ea typeface="Times New Roman"/>
                <a:cs typeface="Times New Roman"/>
                <a:sym typeface="Times New Roman"/>
              </a:rPr>
              <a:t> (e.g., Customer, Order, Product).</a:t>
            </a:r>
            <a:br>
              <a:rPr lang="en-US" sz="2000">
                <a:latin typeface="Times New Roman"/>
                <a:ea typeface="Times New Roman"/>
                <a:cs typeface="Times New Roman"/>
                <a:sym typeface="Times New Roman"/>
              </a:rPr>
            </a:br>
            <a:endParaRPr sz="2000">
              <a:latin typeface="Times New Roman"/>
              <a:ea typeface="Times New Roman"/>
              <a:cs typeface="Times New Roman"/>
              <a:sym typeface="Times New Roman"/>
            </a:endParaRPr>
          </a:p>
          <a:p>
            <a:pPr indent="-355600" lvl="0" marL="457200" rtl="0" algn="l">
              <a:lnSpc>
                <a:spcPct val="115000"/>
              </a:lnSpc>
              <a:spcBef>
                <a:spcPts val="0"/>
              </a:spcBef>
              <a:spcAft>
                <a:spcPts val="0"/>
              </a:spcAft>
              <a:buSzPts val="2000"/>
              <a:buChar char="●"/>
            </a:pPr>
            <a:r>
              <a:rPr lang="en-US" sz="2000">
                <a:latin typeface="Times New Roman"/>
                <a:ea typeface="Times New Roman"/>
                <a:cs typeface="Times New Roman"/>
                <a:sym typeface="Times New Roman"/>
              </a:rPr>
              <a:t>Identify </a:t>
            </a:r>
            <a:r>
              <a:rPr b="1" lang="en-US" sz="2000">
                <a:latin typeface="Times New Roman"/>
                <a:ea typeface="Times New Roman"/>
                <a:cs typeface="Times New Roman"/>
                <a:sym typeface="Times New Roman"/>
              </a:rPr>
              <a:t>attributes</a:t>
            </a:r>
            <a:r>
              <a:rPr lang="en-US" sz="2000">
                <a:latin typeface="Times New Roman"/>
                <a:ea typeface="Times New Roman"/>
                <a:cs typeface="Times New Roman"/>
                <a:sym typeface="Times New Roman"/>
              </a:rPr>
              <a:t> for each entity (e.g., Customer Name, Order Date).</a:t>
            </a:r>
            <a:br>
              <a:rPr lang="en-US" sz="2000">
                <a:latin typeface="Times New Roman"/>
                <a:ea typeface="Times New Roman"/>
                <a:cs typeface="Times New Roman"/>
                <a:sym typeface="Times New Roman"/>
              </a:rPr>
            </a:br>
            <a:endParaRPr sz="2000">
              <a:latin typeface="Times New Roman"/>
              <a:ea typeface="Times New Roman"/>
              <a:cs typeface="Times New Roman"/>
              <a:sym typeface="Times New Roman"/>
            </a:endParaRPr>
          </a:p>
          <a:p>
            <a:pPr indent="-355600" lvl="0" marL="457200" rtl="0" algn="l">
              <a:lnSpc>
                <a:spcPct val="115000"/>
              </a:lnSpc>
              <a:spcBef>
                <a:spcPts val="0"/>
              </a:spcBef>
              <a:spcAft>
                <a:spcPts val="0"/>
              </a:spcAft>
              <a:buSzPts val="2000"/>
              <a:buChar char="●"/>
            </a:pPr>
            <a:r>
              <a:rPr lang="en-US" sz="2000">
                <a:latin typeface="Times New Roman"/>
                <a:ea typeface="Times New Roman"/>
                <a:cs typeface="Times New Roman"/>
                <a:sym typeface="Times New Roman"/>
              </a:rPr>
              <a:t>Define </a:t>
            </a:r>
            <a:r>
              <a:rPr b="1" lang="en-US" sz="2000">
                <a:latin typeface="Times New Roman"/>
                <a:ea typeface="Times New Roman"/>
                <a:cs typeface="Times New Roman"/>
                <a:sym typeface="Times New Roman"/>
              </a:rPr>
              <a:t>relationships</a:t>
            </a:r>
            <a:r>
              <a:rPr lang="en-US" sz="2000">
                <a:latin typeface="Times New Roman"/>
                <a:ea typeface="Times New Roman"/>
                <a:cs typeface="Times New Roman"/>
                <a:sym typeface="Times New Roman"/>
              </a:rPr>
              <a:t> (one-to-one, one-to-many, many-to-many).</a:t>
            </a:r>
            <a:endParaRPr sz="2000">
              <a:latin typeface="Times New Roman"/>
              <a:ea typeface="Times New Roman"/>
              <a:cs typeface="Times New Roman"/>
              <a:sym typeface="Times New Roman"/>
            </a:endParaRPr>
          </a:p>
          <a:p>
            <a:pPr indent="0" lvl="0" marL="0" rtl="0" algn="l">
              <a:lnSpc>
                <a:spcPct val="115000"/>
              </a:lnSpc>
              <a:spcBef>
                <a:spcPts val="1200"/>
              </a:spcBef>
              <a:spcAft>
                <a:spcPts val="0"/>
              </a:spcAft>
              <a:buSzPts val="1800"/>
              <a:buNone/>
            </a:pPr>
            <a:r>
              <a:rPr b="1" lang="en-US" sz="2000">
                <a:latin typeface="Times New Roman"/>
                <a:ea typeface="Times New Roman"/>
                <a:cs typeface="Times New Roman"/>
                <a:sym typeface="Times New Roman"/>
              </a:rPr>
              <a:t>3. Create an Entity-Relationship Diagram (ERD)</a:t>
            </a:r>
            <a:endParaRPr b="1" sz="2000">
              <a:latin typeface="Times New Roman"/>
              <a:ea typeface="Times New Roman"/>
              <a:cs typeface="Times New Roman"/>
              <a:sym typeface="Times New Roman"/>
            </a:endParaRPr>
          </a:p>
          <a:p>
            <a:pPr indent="-355600" lvl="0" marL="457200" rtl="0" algn="l">
              <a:lnSpc>
                <a:spcPct val="115000"/>
              </a:lnSpc>
              <a:spcBef>
                <a:spcPts val="1200"/>
              </a:spcBef>
              <a:spcAft>
                <a:spcPts val="0"/>
              </a:spcAft>
              <a:buSzPts val="2000"/>
              <a:buChar char="●"/>
            </a:pPr>
            <a:r>
              <a:rPr lang="en-US" sz="2000">
                <a:latin typeface="Times New Roman"/>
                <a:ea typeface="Times New Roman"/>
                <a:cs typeface="Times New Roman"/>
                <a:sym typeface="Times New Roman"/>
              </a:rPr>
              <a:t>Use tools like </a:t>
            </a:r>
            <a:r>
              <a:rPr b="1" lang="en-US" sz="2000">
                <a:latin typeface="Times New Roman"/>
                <a:ea typeface="Times New Roman"/>
                <a:cs typeface="Times New Roman"/>
                <a:sym typeface="Times New Roman"/>
              </a:rPr>
              <a:t>Lucidchart, Draw.io, MySQL Workbench</a:t>
            </a:r>
            <a:r>
              <a:rPr lang="en-US" sz="2000">
                <a:latin typeface="Times New Roman"/>
                <a:ea typeface="Times New Roman"/>
                <a:cs typeface="Times New Roman"/>
                <a:sym typeface="Times New Roman"/>
              </a:rPr>
              <a:t>.</a:t>
            </a:r>
            <a:br>
              <a:rPr lang="en-US" sz="2000">
                <a:latin typeface="Times New Roman"/>
                <a:ea typeface="Times New Roman"/>
                <a:cs typeface="Times New Roman"/>
                <a:sym typeface="Times New Roman"/>
              </a:rPr>
            </a:br>
            <a:endParaRPr sz="2000">
              <a:latin typeface="Times New Roman"/>
              <a:ea typeface="Times New Roman"/>
              <a:cs typeface="Times New Roman"/>
              <a:sym typeface="Times New Roman"/>
            </a:endParaRPr>
          </a:p>
          <a:p>
            <a:pPr indent="-355600" lvl="0" marL="457200" rtl="0" algn="l">
              <a:lnSpc>
                <a:spcPct val="115000"/>
              </a:lnSpc>
              <a:spcBef>
                <a:spcPts val="0"/>
              </a:spcBef>
              <a:spcAft>
                <a:spcPts val="0"/>
              </a:spcAft>
              <a:buSzPts val="2000"/>
              <a:buChar char="●"/>
            </a:pPr>
            <a:r>
              <a:rPr lang="en-US" sz="2000">
                <a:latin typeface="Times New Roman"/>
                <a:ea typeface="Times New Roman"/>
                <a:cs typeface="Times New Roman"/>
                <a:sym typeface="Times New Roman"/>
              </a:rPr>
              <a:t>Show </a:t>
            </a:r>
            <a:r>
              <a:rPr b="1" lang="en-US" sz="2000">
                <a:latin typeface="Times New Roman"/>
                <a:ea typeface="Times New Roman"/>
                <a:cs typeface="Times New Roman"/>
                <a:sym typeface="Times New Roman"/>
              </a:rPr>
              <a:t>entities, attributes, and relationships</a:t>
            </a:r>
            <a:r>
              <a:rPr lang="en-US" sz="2000">
                <a:latin typeface="Times New Roman"/>
                <a:ea typeface="Times New Roman"/>
                <a:cs typeface="Times New Roman"/>
                <a:sym typeface="Times New Roman"/>
              </a:rPr>
              <a:t>.</a:t>
            </a:r>
            <a:br>
              <a:rPr lang="en-US" sz="2000">
                <a:latin typeface="Times New Roman"/>
                <a:ea typeface="Times New Roman"/>
                <a:cs typeface="Times New Roman"/>
                <a:sym typeface="Times New Roman"/>
              </a:rPr>
            </a:br>
            <a:endParaRPr sz="2000">
              <a:latin typeface="Times New Roman"/>
              <a:ea typeface="Times New Roman"/>
              <a:cs typeface="Times New Roman"/>
              <a:sym typeface="Times New Roman"/>
            </a:endParaRPr>
          </a:p>
          <a:p>
            <a:pPr indent="-298450" lvl="0" marL="457200" rtl="0" algn="l">
              <a:lnSpc>
                <a:spcPct val="115000"/>
              </a:lnSpc>
              <a:spcBef>
                <a:spcPts val="0"/>
              </a:spcBef>
              <a:spcAft>
                <a:spcPts val="0"/>
              </a:spcAft>
              <a:buSzPts val="1100"/>
              <a:buChar char="●"/>
            </a:pPr>
            <a:r>
              <a:rPr lang="en-US" sz="2000">
                <a:latin typeface="Times New Roman"/>
                <a:ea typeface="Times New Roman"/>
                <a:cs typeface="Times New Roman"/>
                <a:sym typeface="Times New Roman"/>
              </a:rPr>
              <a:t>Add </a:t>
            </a:r>
            <a:r>
              <a:rPr b="1" lang="en-US" sz="2000">
                <a:latin typeface="Times New Roman"/>
                <a:ea typeface="Times New Roman"/>
                <a:cs typeface="Times New Roman"/>
                <a:sym typeface="Times New Roman"/>
              </a:rPr>
              <a:t>primary keys</a:t>
            </a:r>
            <a:r>
              <a:rPr lang="en-US" sz="2000">
                <a:latin typeface="Times New Roman"/>
                <a:ea typeface="Times New Roman"/>
                <a:cs typeface="Times New Roman"/>
                <a:sym typeface="Times New Roman"/>
              </a:rPr>
              <a:t> and </a:t>
            </a:r>
            <a:r>
              <a:rPr b="1" lang="en-US" sz="2000">
                <a:latin typeface="Times New Roman"/>
                <a:ea typeface="Times New Roman"/>
                <a:cs typeface="Times New Roman"/>
                <a:sym typeface="Times New Roman"/>
              </a:rPr>
              <a:t>foreign keys</a:t>
            </a:r>
            <a:r>
              <a:rPr lang="en-US" sz="2000">
                <a:latin typeface="Times New Roman"/>
                <a:ea typeface="Times New Roman"/>
                <a:cs typeface="Times New Roman"/>
                <a:sym typeface="Times New Roman"/>
              </a:rPr>
              <a:t> for clarity.</a:t>
            </a:r>
            <a:br>
              <a:rPr lang="en-US" sz="1300">
                <a:latin typeface="Times New Roman"/>
                <a:ea typeface="Times New Roman"/>
                <a:cs typeface="Times New Roman"/>
                <a:sym typeface="Times New Roman"/>
              </a:rPr>
            </a:br>
            <a:endParaRPr sz="1300">
              <a:latin typeface="Times New Roman"/>
              <a:ea typeface="Times New Roman"/>
              <a:cs typeface="Times New Roman"/>
              <a:sym typeface="Times New Roman"/>
            </a:endParaRPr>
          </a:p>
          <a:p>
            <a:pPr indent="0" lvl="0" marL="0" rtl="0" algn="l">
              <a:lnSpc>
                <a:spcPct val="100000"/>
              </a:lnSpc>
              <a:spcBef>
                <a:spcPts val="1200"/>
              </a:spcBef>
              <a:spcAft>
                <a:spcPts val="0"/>
              </a:spcAft>
              <a:buSzPts val="1800"/>
              <a:buNone/>
            </a:pPr>
            <a:r>
              <a:t/>
            </a:r>
            <a:endParaRPr sz="3400">
              <a:latin typeface="Times New Roman"/>
              <a:ea typeface="Times New Roman"/>
              <a:cs typeface="Times New Roman"/>
              <a:sym typeface="Times New Roman"/>
            </a:endParaRPr>
          </a:p>
        </p:txBody>
      </p:sp>
      <p:sp>
        <p:nvSpPr>
          <p:cNvPr id="99" name="Google Shape;99;g36420c64f2d_0_922"/>
          <p:cNvSpPr txBox="1"/>
          <p:nvPr>
            <p:ph idx="12" type="sldNum"/>
          </p:nvPr>
        </p:nvSpPr>
        <p:spPr>
          <a:xfrm>
            <a:off x="10270093" y="7629104"/>
            <a:ext cx="3343800" cy="438300"/>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Clr>
                <a:srgbClr val="000000"/>
              </a:buClr>
              <a:buSzPts val="1200"/>
              <a:buFont typeface="Arial"/>
              <a:buNone/>
            </a:pPr>
            <a:fld id="{00000000-1234-1234-1234-123412341234}" type="slidenum">
              <a:rPr lang="en-US"/>
              <a:t>‹#›</a:t>
            </a:fld>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4" name="Shape 104"/>
        <p:cNvGrpSpPr/>
        <p:nvPr/>
      </p:nvGrpSpPr>
      <p:grpSpPr>
        <a:xfrm>
          <a:off x="0" y="0"/>
          <a:ext cx="0" cy="0"/>
          <a:chOff x="0" y="0"/>
          <a:chExt cx="0" cy="0"/>
        </a:xfrm>
      </p:grpSpPr>
      <p:sp>
        <p:nvSpPr>
          <p:cNvPr id="105" name="Google Shape;105;g36420c64f2d_0_931"/>
          <p:cNvSpPr txBox="1"/>
          <p:nvPr>
            <p:ph idx="1" type="body"/>
          </p:nvPr>
        </p:nvSpPr>
        <p:spPr>
          <a:xfrm>
            <a:off x="99175" y="1005900"/>
            <a:ext cx="14231100" cy="5843100"/>
          </a:xfrm>
          <a:prstGeom prst="rect">
            <a:avLst/>
          </a:prstGeom>
          <a:noFill/>
          <a:ln>
            <a:noFill/>
          </a:ln>
        </p:spPr>
        <p:txBody>
          <a:bodyPr anchorCtr="0" anchor="t" bIns="45700" lIns="91425" spcFirstLastPara="1" rIns="91425" wrap="square" tIns="45700">
            <a:noAutofit/>
          </a:bodyPr>
          <a:lstStyle/>
          <a:p>
            <a:pPr indent="0" lvl="0" marL="0" rtl="0" algn="l">
              <a:lnSpc>
                <a:spcPct val="115000"/>
              </a:lnSpc>
              <a:spcBef>
                <a:spcPts val="1400"/>
              </a:spcBef>
              <a:spcAft>
                <a:spcPts val="0"/>
              </a:spcAft>
              <a:buClr>
                <a:schemeClr val="dk1"/>
              </a:buClr>
              <a:buSzPts val="1100"/>
              <a:buFont typeface="Arial"/>
              <a:buNone/>
            </a:pPr>
            <a:r>
              <a:rPr b="1" lang="en-US" sz="2000">
                <a:latin typeface="Times New Roman"/>
                <a:ea typeface="Times New Roman"/>
                <a:cs typeface="Times New Roman"/>
                <a:sym typeface="Times New Roman"/>
              </a:rPr>
              <a:t>4</a:t>
            </a:r>
            <a:r>
              <a:rPr b="1" lang="en-US" sz="2200">
                <a:latin typeface="Times New Roman"/>
                <a:ea typeface="Times New Roman"/>
                <a:cs typeface="Times New Roman"/>
                <a:sym typeface="Times New Roman"/>
              </a:rPr>
              <a:t>. Apply Normalization</a:t>
            </a:r>
            <a:endParaRPr b="1" sz="2200">
              <a:latin typeface="Times New Roman"/>
              <a:ea typeface="Times New Roman"/>
              <a:cs typeface="Times New Roman"/>
              <a:sym typeface="Times New Roman"/>
            </a:endParaRPr>
          </a:p>
          <a:p>
            <a:pPr indent="-368300" lvl="0" marL="457200" rtl="0" algn="l">
              <a:lnSpc>
                <a:spcPct val="115000"/>
              </a:lnSpc>
              <a:spcBef>
                <a:spcPts val="1200"/>
              </a:spcBef>
              <a:spcAft>
                <a:spcPts val="0"/>
              </a:spcAft>
              <a:buSzPts val="2200"/>
              <a:buChar char="●"/>
            </a:pPr>
            <a:r>
              <a:rPr lang="en-US" sz="2200">
                <a:latin typeface="Times New Roman"/>
                <a:ea typeface="Times New Roman"/>
                <a:cs typeface="Times New Roman"/>
                <a:sym typeface="Times New Roman"/>
              </a:rPr>
              <a:t>Reduce </a:t>
            </a:r>
            <a:r>
              <a:rPr b="1" lang="en-US" sz="2200">
                <a:latin typeface="Times New Roman"/>
                <a:ea typeface="Times New Roman"/>
                <a:cs typeface="Times New Roman"/>
                <a:sym typeface="Times New Roman"/>
              </a:rPr>
              <a:t>data redundancy</a:t>
            </a:r>
            <a:r>
              <a:rPr lang="en-US" sz="2200">
                <a:latin typeface="Times New Roman"/>
                <a:ea typeface="Times New Roman"/>
                <a:cs typeface="Times New Roman"/>
                <a:sym typeface="Times New Roman"/>
              </a:rPr>
              <a:t> and </a:t>
            </a:r>
            <a:r>
              <a:rPr b="1" lang="en-US" sz="2200">
                <a:latin typeface="Times New Roman"/>
                <a:ea typeface="Times New Roman"/>
                <a:cs typeface="Times New Roman"/>
                <a:sym typeface="Times New Roman"/>
              </a:rPr>
              <a:t>update anomalies</a:t>
            </a:r>
            <a:r>
              <a:rPr lang="en-US" sz="2200">
                <a:latin typeface="Times New Roman"/>
                <a:ea typeface="Times New Roman"/>
                <a:cs typeface="Times New Roman"/>
                <a:sym typeface="Times New Roman"/>
              </a:rPr>
              <a:t>.</a:t>
            </a:r>
            <a:br>
              <a:rPr lang="en-US" sz="2200">
                <a:latin typeface="Times New Roman"/>
                <a:ea typeface="Times New Roman"/>
                <a:cs typeface="Times New Roman"/>
                <a:sym typeface="Times New Roman"/>
              </a:rPr>
            </a:br>
            <a:endParaRPr sz="2200">
              <a:latin typeface="Times New Roman"/>
              <a:ea typeface="Times New Roman"/>
              <a:cs typeface="Times New Roman"/>
              <a:sym typeface="Times New Roman"/>
            </a:endParaRPr>
          </a:p>
          <a:p>
            <a:pPr indent="-368300" lvl="0" marL="457200" rtl="0" algn="l">
              <a:lnSpc>
                <a:spcPct val="115000"/>
              </a:lnSpc>
              <a:spcBef>
                <a:spcPts val="0"/>
              </a:spcBef>
              <a:spcAft>
                <a:spcPts val="0"/>
              </a:spcAft>
              <a:buSzPts val="2200"/>
              <a:buChar char="●"/>
            </a:pPr>
            <a:r>
              <a:rPr lang="en-US" sz="2200">
                <a:latin typeface="Times New Roman"/>
                <a:ea typeface="Times New Roman"/>
                <a:cs typeface="Times New Roman"/>
                <a:sym typeface="Times New Roman"/>
              </a:rPr>
              <a:t>Follow </a:t>
            </a:r>
            <a:r>
              <a:rPr b="1" lang="en-US" sz="2200">
                <a:latin typeface="Times New Roman"/>
                <a:ea typeface="Times New Roman"/>
                <a:cs typeface="Times New Roman"/>
                <a:sym typeface="Times New Roman"/>
              </a:rPr>
              <a:t>normal forms</a:t>
            </a:r>
            <a:r>
              <a:rPr lang="en-US" sz="2200">
                <a:latin typeface="Times New Roman"/>
                <a:ea typeface="Times New Roman"/>
                <a:cs typeface="Times New Roman"/>
                <a:sym typeface="Times New Roman"/>
              </a:rPr>
              <a:t>:</a:t>
            </a:r>
            <a:br>
              <a:rPr lang="en-US" sz="2200">
                <a:latin typeface="Times New Roman"/>
                <a:ea typeface="Times New Roman"/>
                <a:cs typeface="Times New Roman"/>
                <a:sym typeface="Times New Roman"/>
              </a:rPr>
            </a:br>
            <a:r>
              <a:rPr b="1" lang="en-US" sz="2200">
                <a:latin typeface="Times New Roman"/>
                <a:ea typeface="Times New Roman"/>
                <a:cs typeface="Times New Roman"/>
                <a:sym typeface="Times New Roman"/>
              </a:rPr>
              <a:t>1NF</a:t>
            </a:r>
            <a:r>
              <a:rPr lang="en-US" sz="2200">
                <a:latin typeface="Times New Roman"/>
                <a:ea typeface="Times New Roman"/>
                <a:cs typeface="Times New Roman"/>
                <a:sym typeface="Times New Roman"/>
              </a:rPr>
              <a:t> – Eliminate repeating groups, ensure atomic values.</a:t>
            </a:r>
            <a:br>
              <a:rPr lang="en-US" sz="2200">
                <a:latin typeface="Times New Roman"/>
                <a:ea typeface="Times New Roman"/>
                <a:cs typeface="Times New Roman"/>
                <a:sym typeface="Times New Roman"/>
              </a:rPr>
            </a:br>
            <a:r>
              <a:rPr b="1" lang="en-US" sz="2200">
                <a:latin typeface="Times New Roman"/>
                <a:ea typeface="Times New Roman"/>
                <a:cs typeface="Times New Roman"/>
                <a:sym typeface="Times New Roman"/>
              </a:rPr>
              <a:t>2NF</a:t>
            </a:r>
            <a:r>
              <a:rPr lang="en-US" sz="2200">
                <a:latin typeface="Times New Roman"/>
                <a:ea typeface="Times New Roman"/>
                <a:cs typeface="Times New Roman"/>
                <a:sym typeface="Times New Roman"/>
              </a:rPr>
              <a:t> – Remove partial dependencies.</a:t>
            </a:r>
            <a:endParaRPr sz="2200">
              <a:latin typeface="Times New Roman"/>
              <a:ea typeface="Times New Roman"/>
              <a:cs typeface="Times New Roman"/>
              <a:sym typeface="Times New Roman"/>
            </a:endParaRPr>
          </a:p>
          <a:p>
            <a:pPr indent="0" lvl="0" marL="457200" rtl="0" algn="l">
              <a:lnSpc>
                <a:spcPct val="115000"/>
              </a:lnSpc>
              <a:spcBef>
                <a:spcPts val="0"/>
              </a:spcBef>
              <a:spcAft>
                <a:spcPts val="0"/>
              </a:spcAft>
              <a:buNone/>
            </a:pPr>
            <a:r>
              <a:rPr b="1" lang="en-US" sz="2200">
                <a:latin typeface="Times New Roman"/>
                <a:ea typeface="Times New Roman"/>
                <a:cs typeface="Times New Roman"/>
                <a:sym typeface="Times New Roman"/>
              </a:rPr>
              <a:t>3NF</a:t>
            </a:r>
            <a:r>
              <a:rPr lang="en-US" sz="2200">
                <a:latin typeface="Times New Roman"/>
                <a:ea typeface="Times New Roman"/>
                <a:cs typeface="Times New Roman"/>
                <a:sym typeface="Times New Roman"/>
              </a:rPr>
              <a:t> – Remove transitive dependencies.</a:t>
            </a:r>
            <a:br>
              <a:rPr lang="en-US" sz="2200">
                <a:latin typeface="Times New Roman"/>
                <a:ea typeface="Times New Roman"/>
                <a:cs typeface="Times New Roman"/>
                <a:sym typeface="Times New Roman"/>
              </a:rPr>
            </a:br>
            <a:r>
              <a:rPr lang="en-US" sz="2200">
                <a:latin typeface="Times New Roman"/>
                <a:ea typeface="Times New Roman"/>
                <a:cs typeface="Times New Roman"/>
                <a:sym typeface="Times New Roman"/>
              </a:rPr>
              <a:t>Optionally, </a:t>
            </a:r>
            <a:r>
              <a:rPr b="1" lang="en-US" sz="2200">
                <a:latin typeface="Times New Roman"/>
                <a:ea typeface="Times New Roman"/>
                <a:cs typeface="Times New Roman"/>
                <a:sym typeface="Times New Roman"/>
              </a:rPr>
              <a:t>BCNF</a:t>
            </a:r>
            <a:r>
              <a:rPr lang="en-US" sz="2200">
                <a:latin typeface="Times New Roman"/>
                <a:ea typeface="Times New Roman"/>
                <a:cs typeface="Times New Roman"/>
                <a:sym typeface="Times New Roman"/>
              </a:rPr>
              <a:t> for stricter rules.</a:t>
            </a:r>
            <a:br>
              <a:rPr lang="en-US" sz="2200">
                <a:latin typeface="Times New Roman"/>
                <a:ea typeface="Times New Roman"/>
                <a:cs typeface="Times New Roman"/>
                <a:sym typeface="Times New Roman"/>
              </a:rPr>
            </a:br>
            <a:endParaRPr sz="2200">
              <a:latin typeface="Times New Roman"/>
              <a:ea typeface="Times New Roman"/>
              <a:cs typeface="Times New Roman"/>
              <a:sym typeface="Times New Roman"/>
            </a:endParaRPr>
          </a:p>
          <a:p>
            <a:pPr indent="-368300" lvl="0" marL="457200" rtl="0" algn="l">
              <a:lnSpc>
                <a:spcPct val="115000"/>
              </a:lnSpc>
              <a:spcBef>
                <a:spcPts val="0"/>
              </a:spcBef>
              <a:spcAft>
                <a:spcPts val="0"/>
              </a:spcAft>
              <a:buSzPts val="2200"/>
              <a:buChar char="●"/>
            </a:pPr>
            <a:r>
              <a:rPr b="1" lang="en-US" sz="2200">
                <a:latin typeface="Times New Roman"/>
                <a:ea typeface="Times New Roman"/>
                <a:cs typeface="Times New Roman"/>
                <a:sym typeface="Times New Roman"/>
              </a:rPr>
              <a:t>Balance</a:t>
            </a:r>
            <a:r>
              <a:rPr lang="en-US" sz="2200">
                <a:latin typeface="Times New Roman"/>
                <a:ea typeface="Times New Roman"/>
                <a:cs typeface="Times New Roman"/>
                <a:sym typeface="Times New Roman"/>
              </a:rPr>
              <a:t> normalization with performance needs.</a:t>
            </a:r>
            <a:br>
              <a:rPr lang="en-US" sz="2200">
                <a:latin typeface="Times New Roman"/>
                <a:ea typeface="Times New Roman"/>
                <a:cs typeface="Times New Roman"/>
                <a:sym typeface="Times New Roman"/>
              </a:rPr>
            </a:br>
            <a:endParaRPr sz="2200">
              <a:latin typeface="Times New Roman"/>
              <a:ea typeface="Times New Roman"/>
              <a:cs typeface="Times New Roman"/>
              <a:sym typeface="Times New Roman"/>
            </a:endParaRPr>
          </a:p>
          <a:p>
            <a:pPr indent="0" lvl="0" marL="0" rtl="0" algn="l">
              <a:lnSpc>
                <a:spcPct val="115000"/>
              </a:lnSpc>
              <a:spcBef>
                <a:spcPts val="1400"/>
              </a:spcBef>
              <a:spcAft>
                <a:spcPts val="0"/>
              </a:spcAft>
              <a:buClr>
                <a:schemeClr val="dk1"/>
              </a:buClr>
              <a:buSzPts val="1100"/>
              <a:buFont typeface="Arial"/>
              <a:buNone/>
            </a:pPr>
            <a:r>
              <a:rPr b="1" lang="en-US" sz="2200">
                <a:latin typeface="Times New Roman"/>
                <a:ea typeface="Times New Roman"/>
                <a:cs typeface="Times New Roman"/>
                <a:sym typeface="Times New Roman"/>
              </a:rPr>
              <a:t>5. Choose Appropriate Data Types</a:t>
            </a:r>
            <a:endParaRPr b="1" sz="2200">
              <a:latin typeface="Times New Roman"/>
              <a:ea typeface="Times New Roman"/>
              <a:cs typeface="Times New Roman"/>
              <a:sym typeface="Times New Roman"/>
            </a:endParaRPr>
          </a:p>
          <a:p>
            <a:pPr indent="-368300" lvl="0" marL="457200" rtl="0" algn="l">
              <a:lnSpc>
                <a:spcPct val="115000"/>
              </a:lnSpc>
              <a:spcBef>
                <a:spcPts val="1200"/>
              </a:spcBef>
              <a:spcAft>
                <a:spcPts val="0"/>
              </a:spcAft>
              <a:buSzPts val="2200"/>
              <a:buChar char="●"/>
            </a:pPr>
            <a:r>
              <a:rPr lang="en-US" sz="2200">
                <a:latin typeface="Times New Roman"/>
                <a:ea typeface="Times New Roman"/>
                <a:cs typeface="Times New Roman"/>
                <a:sym typeface="Times New Roman"/>
              </a:rPr>
              <a:t>Use the </a:t>
            </a:r>
            <a:r>
              <a:rPr b="1" lang="en-US" sz="2200">
                <a:latin typeface="Times New Roman"/>
                <a:ea typeface="Times New Roman"/>
                <a:cs typeface="Times New Roman"/>
                <a:sym typeface="Times New Roman"/>
              </a:rPr>
              <a:t>smallest suitable data type</a:t>
            </a:r>
            <a:r>
              <a:rPr lang="en-US" sz="2200">
                <a:latin typeface="Times New Roman"/>
                <a:ea typeface="Times New Roman"/>
                <a:cs typeface="Times New Roman"/>
                <a:sym typeface="Times New Roman"/>
              </a:rPr>
              <a:t> for each column.</a:t>
            </a:r>
            <a:endParaRPr sz="2200">
              <a:latin typeface="Times New Roman"/>
              <a:ea typeface="Times New Roman"/>
              <a:cs typeface="Times New Roman"/>
              <a:sym typeface="Times New Roman"/>
            </a:endParaRPr>
          </a:p>
          <a:p>
            <a:pPr indent="-368300" lvl="0" marL="457200" rtl="0" algn="l">
              <a:lnSpc>
                <a:spcPct val="115000"/>
              </a:lnSpc>
              <a:spcBef>
                <a:spcPts val="1200"/>
              </a:spcBef>
              <a:spcAft>
                <a:spcPts val="0"/>
              </a:spcAft>
              <a:buSzPts val="2200"/>
              <a:buChar char="●"/>
            </a:pPr>
            <a:r>
              <a:rPr lang="en-US" sz="2200">
                <a:latin typeface="Times New Roman"/>
                <a:ea typeface="Times New Roman"/>
                <a:cs typeface="Times New Roman"/>
                <a:sym typeface="Times New Roman"/>
              </a:rPr>
              <a:t>Match data types with expected data (e.g., </a:t>
            </a:r>
            <a:r>
              <a:rPr lang="en-US" sz="2200">
                <a:solidFill>
                  <a:srgbClr val="188038"/>
                </a:solidFill>
                <a:latin typeface="Times New Roman"/>
                <a:ea typeface="Times New Roman"/>
                <a:cs typeface="Times New Roman"/>
                <a:sym typeface="Times New Roman"/>
              </a:rPr>
              <a:t>DATE</a:t>
            </a:r>
            <a:r>
              <a:rPr lang="en-US" sz="2200">
                <a:latin typeface="Times New Roman"/>
                <a:ea typeface="Times New Roman"/>
                <a:cs typeface="Times New Roman"/>
                <a:sym typeface="Times New Roman"/>
              </a:rPr>
              <a:t> for dates, </a:t>
            </a:r>
            <a:r>
              <a:rPr lang="en-US" sz="2200">
                <a:solidFill>
                  <a:srgbClr val="188038"/>
                </a:solidFill>
                <a:latin typeface="Times New Roman"/>
                <a:ea typeface="Times New Roman"/>
                <a:cs typeface="Times New Roman"/>
                <a:sym typeface="Times New Roman"/>
              </a:rPr>
              <a:t>VARCHAR(50)</a:t>
            </a:r>
            <a:r>
              <a:rPr lang="en-US" sz="2200">
                <a:latin typeface="Times New Roman"/>
                <a:ea typeface="Times New Roman"/>
                <a:cs typeface="Times New Roman"/>
                <a:sym typeface="Times New Roman"/>
              </a:rPr>
              <a:t> for names).</a:t>
            </a:r>
            <a:endParaRPr sz="2200">
              <a:latin typeface="Times New Roman"/>
              <a:ea typeface="Times New Roman"/>
              <a:cs typeface="Times New Roman"/>
              <a:sym typeface="Times New Roman"/>
            </a:endParaRPr>
          </a:p>
          <a:p>
            <a:pPr indent="-368300" lvl="0" marL="457200" rtl="0" algn="l">
              <a:lnSpc>
                <a:spcPct val="115000"/>
              </a:lnSpc>
              <a:spcBef>
                <a:spcPts val="1200"/>
              </a:spcBef>
              <a:spcAft>
                <a:spcPts val="0"/>
              </a:spcAft>
              <a:buSzPts val="2200"/>
              <a:buChar char="●"/>
            </a:pPr>
            <a:r>
              <a:rPr lang="en-US" sz="2200">
                <a:latin typeface="Times New Roman"/>
                <a:ea typeface="Times New Roman"/>
                <a:cs typeface="Times New Roman"/>
                <a:sym typeface="Times New Roman"/>
              </a:rPr>
              <a:t>Avoid unnecessary large fields (e.g., don’t use </a:t>
            </a:r>
            <a:r>
              <a:rPr lang="en-US" sz="2200">
                <a:solidFill>
                  <a:srgbClr val="188038"/>
                </a:solidFill>
                <a:latin typeface="Times New Roman"/>
                <a:ea typeface="Times New Roman"/>
                <a:cs typeface="Times New Roman"/>
                <a:sym typeface="Times New Roman"/>
              </a:rPr>
              <a:t>TEXT</a:t>
            </a:r>
            <a:r>
              <a:rPr lang="en-US" sz="2200">
                <a:latin typeface="Times New Roman"/>
                <a:ea typeface="Times New Roman"/>
                <a:cs typeface="Times New Roman"/>
                <a:sym typeface="Times New Roman"/>
              </a:rPr>
              <a:t> for short strings).</a:t>
            </a:r>
            <a:br>
              <a:rPr lang="en-US" sz="2200">
                <a:latin typeface="Times New Roman"/>
                <a:ea typeface="Times New Roman"/>
                <a:cs typeface="Times New Roman"/>
                <a:sym typeface="Times New Roman"/>
              </a:rPr>
            </a:br>
            <a:endParaRPr sz="2200">
              <a:latin typeface="Times New Roman"/>
              <a:ea typeface="Times New Roman"/>
              <a:cs typeface="Times New Roman"/>
              <a:sym typeface="Times New Roman"/>
            </a:endParaRPr>
          </a:p>
          <a:p>
            <a:pPr indent="0" lvl="0" marL="0" rtl="0" algn="l">
              <a:lnSpc>
                <a:spcPct val="115000"/>
              </a:lnSpc>
              <a:spcBef>
                <a:spcPts val="1200"/>
              </a:spcBef>
              <a:spcAft>
                <a:spcPts val="1200"/>
              </a:spcAft>
              <a:buSzPts val="1800"/>
              <a:buNone/>
            </a:pPr>
            <a:r>
              <a:t/>
            </a:r>
            <a:endParaRPr sz="2200">
              <a:latin typeface="Times New Roman"/>
              <a:ea typeface="Times New Roman"/>
              <a:cs typeface="Times New Roman"/>
              <a:sym typeface="Times New Roman"/>
            </a:endParaRPr>
          </a:p>
        </p:txBody>
      </p:sp>
      <p:sp>
        <p:nvSpPr>
          <p:cNvPr id="106" name="Google Shape;106;g36420c64f2d_0_931"/>
          <p:cNvSpPr txBox="1"/>
          <p:nvPr>
            <p:ph idx="12" type="sldNum"/>
          </p:nvPr>
        </p:nvSpPr>
        <p:spPr>
          <a:xfrm>
            <a:off x="10270093" y="7629104"/>
            <a:ext cx="3343800" cy="438300"/>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Clr>
                <a:srgbClr val="000000"/>
              </a:buClr>
              <a:buSzPts val="1200"/>
              <a:buFont typeface="Arial"/>
              <a:buNone/>
            </a:pPr>
            <a:fld id="{00000000-1234-1234-1234-123412341234}" type="slidenum">
              <a:rPr lang="en-US"/>
              <a:t>‹#›</a:t>
            </a:fld>
            <a:endParaRPr/>
          </a:p>
        </p:txBody>
      </p:sp>
      <p:sp>
        <p:nvSpPr>
          <p:cNvPr id="107" name="Google Shape;107;g36420c64f2d_0_931"/>
          <p:cNvSpPr txBox="1"/>
          <p:nvPr/>
        </p:nvSpPr>
        <p:spPr>
          <a:xfrm>
            <a:off x="7788775" y="1311275"/>
            <a:ext cx="6053400" cy="3978300"/>
          </a:xfrm>
          <a:prstGeom prst="rect">
            <a:avLst/>
          </a:prstGeom>
          <a:noFill/>
          <a:ln>
            <a:noFill/>
          </a:ln>
        </p:spPr>
        <p:txBody>
          <a:bodyPr anchorCtr="0" anchor="t" bIns="91425" lIns="91425" spcFirstLastPara="1" rIns="91425" wrap="square" tIns="91425">
            <a:noAutofit/>
          </a:bodyPr>
          <a:lstStyle/>
          <a:p>
            <a:pPr indent="0" lvl="0" marL="0" marR="0" rtl="0" algn="l">
              <a:lnSpc>
                <a:spcPct val="115000"/>
              </a:lnSpc>
              <a:spcBef>
                <a:spcPts val="1400"/>
              </a:spcBef>
              <a:spcAft>
                <a:spcPts val="0"/>
              </a:spcAft>
              <a:buClr>
                <a:schemeClr val="dk1"/>
              </a:buClr>
              <a:buSzPts val="1100"/>
              <a:buFont typeface="Arial"/>
              <a:buNone/>
            </a:pPr>
            <a:r>
              <a:rPr b="1" i="0" lang="en-US" sz="2200" u="none" cap="none" strike="noStrike">
                <a:solidFill>
                  <a:schemeClr val="dk1"/>
                </a:solidFill>
                <a:latin typeface="Arial"/>
                <a:ea typeface="Arial"/>
                <a:cs typeface="Arial"/>
                <a:sym typeface="Arial"/>
              </a:rPr>
              <a:t>6. Define Primary and Foreign Keys</a:t>
            </a:r>
            <a:endParaRPr b="1" i="0" sz="2200" u="none" cap="none" strike="noStrike">
              <a:solidFill>
                <a:schemeClr val="dk1"/>
              </a:solidFill>
              <a:latin typeface="Arial"/>
              <a:ea typeface="Arial"/>
              <a:cs typeface="Arial"/>
              <a:sym typeface="Arial"/>
            </a:endParaRPr>
          </a:p>
          <a:p>
            <a:pPr indent="-368300" lvl="0" marL="457200" marR="0" rtl="0" algn="l">
              <a:lnSpc>
                <a:spcPct val="115000"/>
              </a:lnSpc>
              <a:spcBef>
                <a:spcPts val="1200"/>
              </a:spcBef>
              <a:spcAft>
                <a:spcPts val="0"/>
              </a:spcAft>
              <a:buClr>
                <a:schemeClr val="dk1"/>
              </a:buClr>
              <a:buSzPts val="2200"/>
              <a:buFont typeface="Arial"/>
              <a:buChar char="●"/>
            </a:pPr>
            <a:r>
              <a:rPr b="0" i="0" lang="en-US" sz="2200" u="none" cap="none" strike="noStrike">
                <a:solidFill>
                  <a:schemeClr val="dk1"/>
                </a:solidFill>
                <a:latin typeface="Arial"/>
                <a:ea typeface="Arial"/>
                <a:cs typeface="Arial"/>
                <a:sym typeface="Arial"/>
              </a:rPr>
              <a:t>Ensure </a:t>
            </a:r>
            <a:r>
              <a:rPr b="1" i="0" lang="en-US" sz="2200" u="none" cap="none" strike="noStrike">
                <a:solidFill>
                  <a:schemeClr val="dk1"/>
                </a:solidFill>
                <a:latin typeface="Arial"/>
                <a:ea typeface="Arial"/>
                <a:cs typeface="Arial"/>
                <a:sym typeface="Arial"/>
              </a:rPr>
              <a:t>primary keys</a:t>
            </a:r>
            <a:r>
              <a:rPr b="0" i="0" lang="en-US" sz="2200" u="none" cap="none" strike="noStrike">
                <a:solidFill>
                  <a:schemeClr val="dk1"/>
                </a:solidFill>
                <a:latin typeface="Arial"/>
                <a:ea typeface="Arial"/>
                <a:cs typeface="Arial"/>
                <a:sym typeface="Arial"/>
              </a:rPr>
              <a:t> uniquely identify rows.</a:t>
            </a:r>
            <a:br>
              <a:rPr b="0" i="0" lang="en-US" sz="2200" u="none" cap="none" strike="noStrike">
                <a:solidFill>
                  <a:schemeClr val="dk1"/>
                </a:solidFill>
                <a:latin typeface="Arial"/>
                <a:ea typeface="Arial"/>
                <a:cs typeface="Arial"/>
                <a:sym typeface="Arial"/>
              </a:rPr>
            </a:br>
            <a:endParaRPr b="0" i="0" sz="2200" u="none" cap="none" strike="noStrike">
              <a:solidFill>
                <a:schemeClr val="dk1"/>
              </a:solidFill>
              <a:latin typeface="Arial"/>
              <a:ea typeface="Arial"/>
              <a:cs typeface="Arial"/>
              <a:sym typeface="Arial"/>
            </a:endParaRPr>
          </a:p>
          <a:p>
            <a:pPr indent="-368300" lvl="0" marL="457200" marR="0" rtl="0" algn="l">
              <a:lnSpc>
                <a:spcPct val="115000"/>
              </a:lnSpc>
              <a:spcBef>
                <a:spcPts val="0"/>
              </a:spcBef>
              <a:spcAft>
                <a:spcPts val="0"/>
              </a:spcAft>
              <a:buClr>
                <a:schemeClr val="dk1"/>
              </a:buClr>
              <a:buSzPts val="2200"/>
              <a:buFont typeface="Arial"/>
              <a:buChar char="●"/>
            </a:pPr>
            <a:r>
              <a:rPr b="0" i="0" lang="en-US" sz="2200" u="none" cap="none" strike="noStrike">
                <a:solidFill>
                  <a:schemeClr val="dk1"/>
                </a:solidFill>
                <a:latin typeface="Arial"/>
                <a:ea typeface="Arial"/>
                <a:cs typeface="Arial"/>
                <a:sym typeface="Arial"/>
              </a:rPr>
              <a:t>Use </a:t>
            </a:r>
            <a:r>
              <a:rPr b="1" i="0" lang="en-US" sz="2200" u="none" cap="none" strike="noStrike">
                <a:solidFill>
                  <a:schemeClr val="dk1"/>
                </a:solidFill>
                <a:latin typeface="Arial"/>
                <a:ea typeface="Arial"/>
                <a:cs typeface="Arial"/>
                <a:sym typeface="Arial"/>
              </a:rPr>
              <a:t>foreign keys</a:t>
            </a:r>
            <a:r>
              <a:rPr b="0" i="0" lang="en-US" sz="2200" u="none" cap="none" strike="noStrike">
                <a:solidFill>
                  <a:schemeClr val="dk1"/>
                </a:solidFill>
                <a:latin typeface="Arial"/>
                <a:ea typeface="Arial"/>
                <a:cs typeface="Arial"/>
                <a:sym typeface="Arial"/>
              </a:rPr>
              <a:t> to maintain referential integrity.</a:t>
            </a:r>
            <a:br>
              <a:rPr b="0" i="0" lang="en-US" sz="2200" u="none" cap="none" strike="noStrike">
                <a:solidFill>
                  <a:schemeClr val="dk1"/>
                </a:solidFill>
                <a:latin typeface="Arial"/>
                <a:ea typeface="Arial"/>
                <a:cs typeface="Arial"/>
                <a:sym typeface="Arial"/>
              </a:rPr>
            </a:br>
            <a:endParaRPr b="0" i="0" sz="2200" u="none" cap="none" strike="noStrike">
              <a:solidFill>
                <a:schemeClr val="dk1"/>
              </a:solidFill>
              <a:latin typeface="Arial"/>
              <a:ea typeface="Arial"/>
              <a:cs typeface="Arial"/>
              <a:sym typeface="Arial"/>
            </a:endParaRPr>
          </a:p>
          <a:p>
            <a:pPr indent="-355600" lvl="0" marL="457200" marR="0" rtl="0" algn="l">
              <a:lnSpc>
                <a:spcPct val="115000"/>
              </a:lnSpc>
              <a:spcBef>
                <a:spcPts val="0"/>
              </a:spcBef>
              <a:spcAft>
                <a:spcPts val="0"/>
              </a:spcAft>
              <a:buClr>
                <a:schemeClr val="dk1"/>
              </a:buClr>
              <a:buSzPts val="2000"/>
              <a:buFont typeface="Arial"/>
              <a:buChar char="●"/>
            </a:pPr>
            <a:r>
              <a:rPr b="0" i="0" lang="en-US" sz="2200" u="none" cap="none" strike="noStrike">
                <a:solidFill>
                  <a:schemeClr val="dk1"/>
                </a:solidFill>
                <a:latin typeface="Arial"/>
                <a:ea typeface="Arial"/>
                <a:cs typeface="Arial"/>
                <a:sym typeface="Arial"/>
              </a:rPr>
              <a:t>Decide between </a:t>
            </a:r>
            <a:r>
              <a:rPr b="1" i="0" lang="en-US" sz="2200" u="none" cap="none" strike="noStrike">
                <a:solidFill>
                  <a:schemeClr val="dk1"/>
                </a:solidFill>
                <a:latin typeface="Arial"/>
                <a:ea typeface="Arial"/>
                <a:cs typeface="Arial"/>
                <a:sym typeface="Arial"/>
              </a:rPr>
              <a:t>natural keys</a:t>
            </a:r>
            <a:r>
              <a:rPr b="0" i="0" lang="en-US" sz="2200" u="none" cap="none" strike="noStrike">
                <a:solidFill>
                  <a:schemeClr val="dk1"/>
                </a:solidFill>
                <a:latin typeface="Arial"/>
                <a:ea typeface="Arial"/>
                <a:cs typeface="Arial"/>
                <a:sym typeface="Arial"/>
              </a:rPr>
              <a:t> (real-world identifiers) and </a:t>
            </a:r>
            <a:r>
              <a:rPr b="1" i="0" lang="en-US" sz="2200" u="none" cap="none" strike="noStrike">
                <a:solidFill>
                  <a:schemeClr val="dk1"/>
                </a:solidFill>
                <a:latin typeface="Arial"/>
                <a:ea typeface="Arial"/>
                <a:cs typeface="Arial"/>
                <a:sym typeface="Arial"/>
              </a:rPr>
              <a:t>surrogate keys</a:t>
            </a:r>
            <a:r>
              <a:rPr b="0" i="0" lang="en-US" sz="2200" u="none" cap="none" strike="noStrike">
                <a:solidFill>
                  <a:schemeClr val="dk1"/>
                </a:solidFill>
                <a:latin typeface="Arial"/>
                <a:ea typeface="Arial"/>
                <a:cs typeface="Arial"/>
                <a:sym typeface="Arial"/>
              </a:rPr>
              <a:t> (auto-increment IDs).</a:t>
            </a:r>
            <a:br>
              <a:rPr b="0" i="0" lang="en-US" sz="2000" u="none" cap="none" strike="noStrike">
                <a:solidFill>
                  <a:schemeClr val="dk1"/>
                </a:solidFill>
                <a:latin typeface="Arial"/>
                <a:ea typeface="Arial"/>
                <a:cs typeface="Arial"/>
                <a:sym typeface="Arial"/>
              </a:rPr>
            </a:br>
            <a:endParaRPr b="0" i="0" sz="2000" u="none" cap="none" strike="noStrike">
              <a:solidFill>
                <a:schemeClr val="dk1"/>
              </a:solidFill>
              <a:latin typeface="Arial"/>
              <a:ea typeface="Arial"/>
              <a:cs typeface="Arial"/>
              <a:sym typeface="Arial"/>
            </a:endParaRPr>
          </a:p>
          <a:p>
            <a:pPr indent="0" lvl="0" marL="0" marR="0" rtl="0" algn="l">
              <a:lnSpc>
                <a:spcPct val="115000"/>
              </a:lnSpc>
              <a:spcBef>
                <a:spcPts val="1200"/>
              </a:spcBef>
              <a:spcAft>
                <a:spcPts val="0"/>
              </a:spcAft>
              <a:buClr>
                <a:schemeClr val="dk1"/>
              </a:buClr>
              <a:buSzPts val="1100"/>
              <a:buFont typeface="Arial"/>
              <a:buNone/>
            </a:pPr>
            <a:r>
              <a:t/>
            </a:r>
            <a:endParaRPr b="0" i="0" sz="1800" u="none" cap="none" strike="noStrike">
              <a:solidFill>
                <a:schemeClr val="dk1"/>
              </a:solidFill>
              <a:latin typeface="Arial"/>
              <a:ea typeface="Arial"/>
              <a:cs typeface="Arial"/>
              <a:sym typeface="Arial"/>
            </a:endParaRPr>
          </a:p>
          <a:p>
            <a:pPr indent="0" lvl="0" marL="0" marR="0" rtl="0" algn="l">
              <a:lnSpc>
                <a:spcPct val="115000"/>
              </a:lnSpc>
              <a:spcBef>
                <a:spcPts val="1200"/>
              </a:spcBef>
              <a:spcAft>
                <a:spcPts val="0"/>
              </a:spcAft>
              <a:buClr>
                <a:schemeClr val="dk1"/>
              </a:buClr>
              <a:buSzPts val="1100"/>
              <a:buFont typeface="Arial"/>
              <a:buNone/>
            </a:pPr>
            <a:r>
              <a:t/>
            </a:r>
            <a:endParaRPr b="0" i="0" sz="1800" u="none" cap="none" strike="noStrike">
              <a:solidFill>
                <a:schemeClr val="dk1"/>
              </a:solidFill>
              <a:latin typeface="Calibri"/>
              <a:ea typeface="Calibri"/>
              <a:cs typeface="Calibri"/>
              <a:sym typeface="Calibri"/>
            </a:endParaRPr>
          </a:p>
          <a:p>
            <a:pPr indent="0" lvl="0" marL="0" marR="0" rtl="0" algn="l">
              <a:lnSpc>
                <a:spcPct val="100000"/>
              </a:lnSpc>
              <a:spcBef>
                <a:spcPts val="1200"/>
              </a:spcBef>
              <a:spcAft>
                <a:spcPts val="0"/>
              </a:spcAft>
              <a:buClr>
                <a:srgbClr val="000000"/>
              </a:buClr>
              <a:buSzPts val="3200"/>
              <a:buFont typeface="Arial"/>
              <a:buNone/>
            </a:pPr>
            <a:r>
              <a:t/>
            </a:r>
            <a:endParaRPr b="0" i="0" sz="3200" u="none" cap="none" strike="noStrike">
              <a:solidFill>
                <a:schemeClr val="dk1"/>
              </a:solidFill>
              <a:latin typeface="Calibri"/>
              <a:ea typeface="Calibri"/>
              <a:cs typeface="Calibri"/>
              <a:sym typeface="Calibri"/>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2" name="Shape 112"/>
        <p:cNvGrpSpPr/>
        <p:nvPr/>
      </p:nvGrpSpPr>
      <p:grpSpPr>
        <a:xfrm>
          <a:off x="0" y="0"/>
          <a:ext cx="0" cy="0"/>
          <a:chOff x="0" y="0"/>
          <a:chExt cx="0" cy="0"/>
        </a:xfrm>
      </p:grpSpPr>
      <p:sp>
        <p:nvSpPr>
          <p:cNvPr id="113" name="Google Shape;113;g36420c64f2d_0_938"/>
          <p:cNvSpPr txBox="1"/>
          <p:nvPr>
            <p:ph idx="1" type="body"/>
          </p:nvPr>
        </p:nvSpPr>
        <p:spPr>
          <a:xfrm>
            <a:off x="202072" y="1005900"/>
            <a:ext cx="12897300" cy="5432100"/>
          </a:xfrm>
          <a:prstGeom prst="rect">
            <a:avLst/>
          </a:prstGeom>
          <a:noFill/>
          <a:ln>
            <a:noFill/>
          </a:ln>
        </p:spPr>
        <p:txBody>
          <a:bodyPr anchorCtr="0" anchor="t" bIns="45700" lIns="91425" spcFirstLastPara="1" rIns="91425" wrap="square" tIns="45700">
            <a:noAutofit/>
          </a:bodyPr>
          <a:lstStyle/>
          <a:p>
            <a:pPr indent="0" lvl="0" marL="0" rtl="0" algn="l">
              <a:lnSpc>
                <a:spcPct val="115000"/>
              </a:lnSpc>
              <a:spcBef>
                <a:spcPts val="1400"/>
              </a:spcBef>
              <a:spcAft>
                <a:spcPts val="0"/>
              </a:spcAft>
              <a:buClr>
                <a:schemeClr val="dk1"/>
              </a:buClr>
              <a:buSzPts val="1100"/>
              <a:buFont typeface="Arial"/>
              <a:buNone/>
            </a:pPr>
            <a:r>
              <a:rPr b="1" lang="en-US" sz="2400">
                <a:latin typeface="Times New Roman"/>
                <a:ea typeface="Times New Roman"/>
                <a:cs typeface="Times New Roman"/>
                <a:sym typeface="Times New Roman"/>
              </a:rPr>
              <a:t>7. Implement Constraints and Business Rules</a:t>
            </a:r>
            <a:endParaRPr b="1" sz="2400">
              <a:latin typeface="Times New Roman"/>
              <a:ea typeface="Times New Roman"/>
              <a:cs typeface="Times New Roman"/>
              <a:sym typeface="Times New Roman"/>
            </a:endParaRPr>
          </a:p>
          <a:p>
            <a:pPr indent="-381000" lvl="0" marL="457200" rtl="0" algn="l">
              <a:lnSpc>
                <a:spcPct val="115000"/>
              </a:lnSpc>
              <a:spcBef>
                <a:spcPts val="1200"/>
              </a:spcBef>
              <a:spcAft>
                <a:spcPts val="0"/>
              </a:spcAft>
              <a:buSzPts val="2400"/>
              <a:buChar char="●"/>
            </a:pPr>
            <a:r>
              <a:rPr lang="en-US" sz="2400">
                <a:latin typeface="Times New Roman"/>
                <a:ea typeface="Times New Roman"/>
                <a:cs typeface="Times New Roman"/>
                <a:sym typeface="Times New Roman"/>
              </a:rPr>
              <a:t>Use </a:t>
            </a:r>
            <a:r>
              <a:rPr b="1" lang="en-US" sz="2400">
                <a:latin typeface="Times New Roman"/>
                <a:ea typeface="Times New Roman"/>
                <a:cs typeface="Times New Roman"/>
                <a:sym typeface="Times New Roman"/>
              </a:rPr>
              <a:t>NOT NULL</a:t>
            </a:r>
            <a:r>
              <a:rPr lang="en-US" sz="2400">
                <a:latin typeface="Times New Roman"/>
                <a:ea typeface="Times New Roman"/>
                <a:cs typeface="Times New Roman"/>
                <a:sym typeface="Times New Roman"/>
              </a:rPr>
              <a:t>, </a:t>
            </a:r>
            <a:r>
              <a:rPr b="1" lang="en-US" sz="2400">
                <a:latin typeface="Times New Roman"/>
                <a:ea typeface="Times New Roman"/>
                <a:cs typeface="Times New Roman"/>
                <a:sym typeface="Times New Roman"/>
              </a:rPr>
              <a:t>UNIQUE</a:t>
            </a:r>
            <a:r>
              <a:rPr lang="en-US" sz="2400">
                <a:latin typeface="Times New Roman"/>
                <a:ea typeface="Times New Roman"/>
                <a:cs typeface="Times New Roman"/>
                <a:sym typeface="Times New Roman"/>
              </a:rPr>
              <a:t>, </a:t>
            </a:r>
            <a:r>
              <a:rPr b="1" lang="en-US" sz="2400">
                <a:latin typeface="Times New Roman"/>
                <a:ea typeface="Times New Roman"/>
                <a:cs typeface="Times New Roman"/>
                <a:sym typeface="Times New Roman"/>
              </a:rPr>
              <a:t>CHECK</a:t>
            </a:r>
            <a:r>
              <a:rPr lang="en-US" sz="2400">
                <a:latin typeface="Times New Roman"/>
                <a:ea typeface="Times New Roman"/>
                <a:cs typeface="Times New Roman"/>
                <a:sym typeface="Times New Roman"/>
              </a:rPr>
              <a:t>, and </a:t>
            </a:r>
            <a:r>
              <a:rPr b="1" lang="en-US" sz="2400">
                <a:latin typeface="Times New Roman"/>
                <a:ea typeface="Times New Roman"/>
                <a:cs typeface="Times New Roman"/>
                <a:sym typeface="Times New Roman"/>
              </a:rPr>
              <a:t>DEFAULT</a:t>
            </a:r>
            <a:r>
              <a:rPr lang="en-US" sz="2400">
                <a:latin typeface="Times New Roman"/>
                <a:ea typeface="Times New Roman"/>
                <a:cs typeface="Times New Roman"/>
                <a:sym typeface="Times New Roman"/>
              </a:rPr>
              <a:t> constraints.</a:t>
            </a:r>
            <a:endParaRPr sz="2400">
              <a:latin typeface="Times New Roman"/>
              <a:ea typeface="Times New Roman"/>
              <a:cs typeface="Times New Roman"/>
              <a:sym typeface="Times New Roman"/>
            </a:endParaRPr>
          </a:p>
          <a:p>
            <a:pPr indent="-381000" lvl="0" marL="457200" rtl="0" algn="l">
              <a:lnSpc>
                <a:spcPct val="115000"/>
              </a:lnSpc>
              <a:spcBef>
                <a:spcPts val="0"/>
              </a:spcBef>
              <a:spcAft>
                <a:spcPts val="0"/>
              </a:spcAft>
              <a:buSzPts val="2400"/>
              <a:buChar char="●"/>
            </a:pPr>
            <a:r>
              <a:rPr lang="en-US" sz="2400">
                <a:latin typeface="Times New Roman"/>
                <a:ea typeface="Times New Roman"/>
                <a:cs typeface="Times New Roman"/>
                <a:sym typeface="Times New Roman"/>
              </a:rPr>
              <a:t>Enforce </a:t>
            </a:r>
            <a:r>
              <a:rPr b="1" lang="en-US" sz="2400">
                <a:latin typeface="Times New Roman"/>
                <a:ea typeface="Times New Roman"/>
                <a:cs typeface="Times New Roman"/>
                <a:sym typeface="Times New Roman"/>
              </a:rPr>
              <a:t>referential integrity</a:t>
            </a:r>
            <a:r>
              <a:rPr lang="en-US" sz="2400">
                <a:latin typeface="Times New Roman"/>
                <a:ea typeface="Times New Roman"/>
                <a:cs typeface="Times New Roman"/>
                <a:sym typeface="Times New Roman"/>
              </a:rPr>
              <a:t> with </a:t>
            </a:r>
            <a:r>
              <a:rPr lang="en-US" sz="2400">
                <a:solidFill>
                  <a:srgbClr val="188038"/>
                </a:solidFill>
                <a:latin typeface="Times New Roman"/>
                <a:ea typeface="Times New Roman"/>
                <a:cs typeface="Times New Roman"/>
                <a:sym typeface="Times New Roman"/>
              </a:rPr>
              <a:t>ON DELETE</a:t>
            </a:r>
            <a:r>
              <a:rPr lang="en-US" sz="2400">
                <a:latin typeface="Times New Roman"/>
                <a:ea typeface="Times New Roman"/>
                <a:cs typeface="Times New Roman"/>
                <a:sym typeface="Times New Roman"/>
              </a:rPr>
              <a:t> and </a:t>
            </a:r>
            <a:r>
              <a:rPr lang="en-US" sz="2400">
                <a:solidFill>
                  <a:srgbClr val="188038"/>
                </a:solidFill>
                <a:latin typeface="Times New Roman"/>
                <a:ea typeface="Times New Roman"/>
                <a:cs typeface="Times New Roman"/>
                <a:sym typeface="Times New Roman"/>
              </a:rPr>
              <a:t>ON UPDATE</a:t>
            </a:r>
            <a:r>
              <a:rPr lang="en-US" sz="2400">
                <a:latin typeface="Times New Roman"/>
                <a:ea typeface="Times New Roman"/>
                <a:cs typeface="Times New Roman"/>
                <a:sym typeface="Times New Roman"/>
              </a:rPr>
              <a:t> rules.</a:t>
            </a:r>
            <a:endParaRPr sz="2400">
              <a:latin typeface="Times New Roman"/>
              <a:ea typeface="Times New Roman"/>
              <a:cs typeface="Times New Roman"/>
              <a:sym typeface="Times New Roman"/>
            </a:endParaRPr>
          </a:p>
          <a:p>
            <a:pPr indent="-381000" lvl="0" marL="457200" rtl="0" algn="l">
              <a:lnSpc>
                <a:spcPct val="115000"/>
              </a:lnSpc>
              <a:spcBef>
                <a:spcPts val="0"/>
              </a:spcBef>
              <a:spcAft>
                <a:spcPts val="0"/>
              </a:spcAft>
              <a:buSzPts val="2400"/>
              <a:buChar char="●"/>
            </a:pPr>
            <a:r>
              <a:rPr lang="en-US" sz="2400">
                <a:latin typeface="Times New Roman"/>
                <a:ea typeface="Times New Roman"/>
                <a:cs typeface="Times New Roman"/>
                <a:sym typeface="Times New Roman"/>
              </a:rPr>
              <a:t>Validate data at the </a:t>
            </a:r>
            <a:r>
              <a:rPr b="1" lang="en-US" sz="2400">
                <a:latin typeface="Times New Roman"/>
                <a:ea typeface="Times New Roman"/>
                <a:cs typeface="Times New Roman"/>
                <a:sym typeface="Times New Roman"/>
              </a:rPr>
              <a:t>database level</a:t>
            </a:r>
            <a:r>
              <a:rPr lang="en-US" sz="2400">
                <a:latin typeface="Times New Roman"/>
                <a:ea typeface="Times New Roman"/>
                <a:cs typeface="Times New Roman"/>
                <a:sym typeface="Times New Roman"/>
              </a:rPr>
              <a:t>, not just in the application.</a:t>
            </a:r>
            <a:br>
              <a:rPr lang="en-US" sz="2400">
                <a:latin typeface="Times New Roman"/>
                <a:ea typeface="Times New Roman"/>
                <a:cs typeface="Times New Roman"/>
                <a:sym typeface="Times New Roman"/>
              </a:rPr>
            </a:br>
            <a:endParaRPr sz="2400">
              <a:latin typeface="Times New Roman"/>
              <a:ea typeface="Times New Roman"/>
              <a:cs typeface="Times New Roman"/>
              <a:sym typeface="Times New Roman"/>
            </a:endParaRPr>
          </a:p>
          <a:p>
            <a:pPr indent="0" lvl="0" marL="0" rtl="0" algn="l">
              <a:lnSpc>
                <a:spcPct val="115000"/>
              </a:lnSpc>
              <a:spcBef>
                <a:spcPts val="1400"/>
              </a:spcBef>
              <a:spcAft>
                <a:spcPts val="0"/>
              </a:spcAft>
              <a:buClr>
                <a:schemeClr val="dk1"/>
              </a:buClr>
              <a:buSzPts val="1100"/>
              <a:buFont typeface="Arial"/>
              <a:buNone/>
            </a:pPr>
            <a:r>
              <a:rPr b="1" lang="en-US" sz="2400">
                <a:latin typeface="Times New Roman"/>
                <a:ea typeface="Times New Roman"/>
                <a:cs typeface="Times New Roman"/>
                <a:sym typeface="Times New Roman"/>
              </a:rPr>
              <a:t>8. Indexing for Performance</a:t>
            </a:r>
            <a:endParaRPr b="1" sz="2400">
              <a:latin typeface="Times New Roman"/>
              <a:ea typeface="Times New Roman"/>
              <a:cs typeface="Times New Roman"/>
              <a:sym typeface="Times New Roman"/>
            </a:endParaRPr>
          </a:p>
          <a:p>
            <a:pPr indent="-381000" lvl="0" marL="457200" rtl="0" algn="l">
              <a:lnSpc>
                <a:spcPct val="115000"/>
              </a:lnSpc>
              <a:spcBef>
                <a:spcPts val="1200"/>
              </a:spcBef>
              <a:spcAft>
                <a:spcPts val="0"/>
              </a:spcAft>
              <a:buSzPts val="2400"/>
              <a:buChar char="●"/>
            </a:pPr>
            <a:r>
              <a:rPr lang="en-US" sz="2400">
                <a:latin typeface="Times New Roman"/>
                <a:ea typeface="Times New Roman"/>
                <a:cs typeface="Times New Roman"/>
                <a:sym typeface="Times New Roman"/>
              </a:rPr>
              <a:t>Create indexes on </a:t>
            </a:r>
            <a:r>
              <a:rPr b="1" lang="en-US" sz="2400">
                <a:latin typeface="Times New Roman"/>
                <a:ea typeface="Times New Roman"/>
                <a:cs typeface="Times New Roman"/>
                <a:sym typeface="Times New Roman"/>
              </a:rPr>
              <a:t>frequently searched columns</a:t>
            </a:r>
            <a:r>
              <a:rPr lang="en-US" sz="2400">
                <a:latin typeface="Times New Roman"/>
                <a:ea typeface="Times New Roman"/>
                <a:cs typeface="Times New Roman"/>
                <a:sym typeface="Times New Roman"/>
              </a:rPr>
              <a:t>.</a:t>
            </a:r>
            <a:endParaRPr sz="2400">
              <a:latin typeface="Times New Roman"/>
              <a:ea typeface="Times New Roman"/>
              <a:cs typeface="Times New Roman"/>
              <a:sym typeface="Times New Roman"/>
            </a:endParaRPr>
          </a:p>
          <a:p>
            <a:pPr indent="-381000" lvl="0" marL="457200" rtl="0" algn="l">
              <a:lnSpc>
                <a:spcPct val="115000"/>
              </a:lnSpc>
              <a:spcBef>
                <a:spcPts val="0"/>
              </a:spcBef>
              <a:spcAft>
                <a:spcPts val="0"/>
              </a:spcAft>
              <a:buSzPts val="2400"/>
              <a:buFont typeface="Times New Roman"/>
              <a:buChar char="●"/>
            </a:pPr>
            <a:r>
              <a:rPr lang="en-US" sz="2400">
                <a:latin typeface="Times New Roman"/>
                <a:ea typeface="Times New Roman"/>
                <a:cs typeface="Times New Roman"/>
                <a:sym typeface="Times New Roman"/>
              </a:rPr>
              <a:t>Avoid over-indexing (too many indexes slow down inserts/updates).</a:t>
            </a:r>
            <a:endParaRPr sz="2400">
              <a:latin typeface="Times New Roman"/>
              <a:ea typeface="Times New Roman"/>
              <a:cs typeface="Times New Roman"/>
              <a:sym typeface="Times New Roman"/>
            </a:endParaRPr>
          </a:p>
          <a:p>
            <a:pPr indent="-381000" lvl="0" marL="457200" rtl="0" algn="l">
              <a:lnSpc>
                <a:spcPct val="115000"/>
              </a:lnSpc>
              <a:spcBef>
                <a:spcPts val="0"/>
              </a:spcBef>
              <a:spcAft>
                <a:spcPts val="0"/>
              </a:spcAft>
              <a:buSzPts val="2400"/>
              <a:buChar char="●"/>
            </a:pPr>
            <a:r>
              <a:rPr lang="en-US" sz="2400">
                <a:latin typeface="Times New Roman"/>
                <a:ea typeface="Times New Roman"/>
                <a:cs typeface="Times New Roman"/>
                <a:sym typeface="Times New Roman"/>
              </a:rPr>
              <a:t>Consider </a:t>
            </a:r>
            <a:r>
              <a:rPr b="1" lang="en-US" sz="2400">
                <a:latin typeface="Times New Roman"/>
                <a:ea typeface="Times New Roman"/>
                <a:cs typeface="Times New Roman"/>
                <a:sym typeface="Times New Roman"/>
              </a:rPr>
              <a:t>composite indexes</a:t>
            </a:r>
            <a:r>
              <a:rPr lang="en-US" sz="2400">
                <a:latin typeface="Times New Roman"/>
                <a:ea typeface="Times New Roman"/>
                <a:cs typeface="Times New Roman"/>
                <a:sym typeface="Times New Roman"/>
              </a:rPr>
              <a:t> for multi-column searches.</a:t>
            </a:r>
            <a:br>
              <a:rPr lang="en-US" sz="2400">
                <a:latin typeface="Times New Roman"/>
                <a:ea typeface="Times New Roman"/>
                <a:cs typeface="Times New Roman"/>
                <a:sym typeface="Times New Roman"/>
              </a:rPr>
            </a:br>
            <a:endParaRPr sz="2400">
              <a:latin typeface="Times New Roman"/>
              <a:ea typeface="Times New Roman"/>
              <a:cs typeface="Times New Roman"/>
              <a:sym typeface="Times New Roman"/>
            </a:endParaRPr>
          </a:p>
          <a:p>
            <a:pPr indent="0" lvl="0" marL="0" rtl="0" algn="l">
              <a:lnSpc>
                <a:spcPct val="115000"/>
              </a:lnSpc>
              <a:spcBef>
                <a:spcPts val="1400"/>
              </a:spcBef>
              <a:spcAft>
                <a:spcPts val="0"/>
              </a:spcAft>
              <a:buClr>
                <a:schemeClr val="dk1"/>
              </a:buClr>
              <a:buSzPts val="1100"/>
              <a:buFont typeface="Arial"/>
              <a:buNone/>
            </a:pPr>
            <a:r>
              <a:rPr b="1" lang="en-US" sz="2400">
                <a:latin typeface="Times New Roman"/>
                <a:ea typeface="Times New Roman"/>
                <a:cs typeface="Times New Roman"/>
                <a:sym typeface="Times New Roman"/>
              </a:rPr>
              <a:t>9. Plan for Security</a:t>
            </a:r>
            <a:endParaRPr b="1" sz="2400">
              <a:latin typeface="Times New Roman"/>
              <a:ea typeface="Times New Roman"/>
              <a:cs typeface="Times New Roman"/>
              <a:sym typeface="Times New Roman"/>
            </a:endParaRPr>
          </a:p>
          <a:p>
            <a:pPr indent="-381000" lvl="0" marL="457200" rtl="0" algn="l">
              <a:lnSpc>
                <a:spcPct val="115000"/>
              </a:lnSpc>
              <a:spcBef>
                <a:spcPts val="1200"/>
              </a:spcBef>
              <a:spcAft>
                <a:spcPts val="0"/>
              </a:spcAft>
              <a:buSzPts val="2400"/>
              <a:buChar char="●"/>
            </a:pPr>
            <a:r>
              <a:rPr lang="en-US" sz="2400">
                <a:latin typeface="Times New Roman"/>
                <a:ea typeface="Times New Roman"/>
                <a:cs typeface="Times New Roman"/>
                <a:sym typeface="Times New Roman"/>
              </a:rPr>
              <a:t>Limit </a:t>
            </a:r>
            <a:r>
              <a:rPr b="1" lang="en-US" sz="2400">
                <a:latin typeface="Times New Roman"/>
                <a:ea typeface="Times New Roman"/>
                <a:cs typeface="Times New Roman"/>
                <a:sym typeface="Times New Roman"/>
              </a:rPr>
              <a:t>user permissions</a:t>
            </a:r>
            <a:r>
              <a:rPr lang="en-US" sz="2400">
                <a:latin typeface="Times New Roman"/>
                <a:ea typeface="Times New Roman"/>
                <a:cs typeface="Times New Roman"/>
                <a:sym typeface="Times New Roman"/>
              </a:rPr>
              <a:t> (principle of least privilege).</a:t>
            </a:r>
            <a:endParaRPr sz="2400">
              <a:latin typeface="Times New Roman"/>
              <a:ea typeface="Times New Roman"/>
              <a:cs typeface="Times New Roman"/>
              <a:sym typeface="Times New Roman"/>
            </a:endParaRPr>
          </a:p>
          <a:p>
            <a:pPr indent="-381000" lvl="0" marL="457200" rtl="0" algn="l">
              <a:lnSpc>
                <a:spcPct val="115000"/>
              </a:lnSpc>
              <a:spcBef>
                <a:spcPts val="0"/>
              </a:spcBef>
              <a:spcAft>
                <a:spcPts val="0"/>
              </a:spcAft>
              <a:buSzPts val="2400"/>
              <a:buChar char="●"/>
            </a:pPr>
            <a:r>
              <a:rPr lang="en-US" sz="2400">
                <a:latin typeface="Times New Roman"/>
                <a:ea typeface="Times New Roman"/>
                <a:cs typeface="Times New Roman"/>
                <a:sym typeface="Times New Roman"/>
              </a:rPr>
              <a:t>Use </a:t>
            </a:r>
            <a:r>
              <a:rPr b="1" lang="en-US" sz="2400">
                <a:latin typeface="Times New Roman"/>
                <a:ea typeface="Times New Roman"/>
                <a:cs typeface="Times New Roman"/>
                <a:sym typeface="Times New Roman"/>
              </a:rPr>
              <a:t>views</a:t>
            </a:r>
            <a:r>
              <a:rPr lang="en-US" sz="2400">
                <a:latin typeface="Times New Roman"/>
                <a:ea typeface="Times New Roman"/>
                <a:cs typeface="Times New Roman"/>
                <a:sym typeface="Times New Roman"/>
              </a:rPr>
              <a:t> for restricted data access.</a:t>
            </a:r>
            <a:endParaRPr sz="2400">
              <a:latin typeface="Times New Roman"/>
              <a:ea typeface="Times New Roman"/>
              <a:cs typeface="Times New Roman"/>
              <a:sym typeface="Times New Roman"/>
            </a:endParaRPr>
          </a:p>
          <a:p>
            <a:pPr indent="-381000" lvl="0" marL="457200" rtl="0" algn="l">
              <a:lnSpc>
                <a:spcPct val="115000"/>
              </a:lnSpc>
              <a:spcBef>
                <a:spcPts val="0"/>
              </a:spcBef>
              <a:spcAft>
                <a:spcPts val="0"/>
              </a:spcAft>
              <a:buSzPts val="2400"/>
              <a:buChar char="●"/>
            </a:pPr>
            <a:r>
              <a:rPr lang="en-US" sz="2400">
                <a:latin typeface="Times New Roman"/>
                <a:ea typeface="Times New Roman"/>
                <a:cs typeface="Times New Roman"/>
                <a:sym typeface="Times New Roman"/>
              </a:rPr>
              <a:t>Encrypt sensitive data at rest and in transit.</a:t>
            </a:r>
            <a:br>
              <a:rPr lang="en-US" sz="2400">
                <a:latin typeface="Arial"/>
                <a:ea typeface="Arial"/>
                <a:cs typeface="Arial"/>
                <a:sym typeface="Arial"/>
              </a:rPr>
            </a:br>
            <a:endParaRPr sz="2400">
              <a:latin typeface="Arial"/>
              <a:ea typeface="Arial"/>
              <a:cs typeface="Arial"/>
              <a:sym typeface="Arial"/>
            </a:endParaRPr>
          </a:p>
          <a:p>
            <a:pPr indent="0" lvl="0" marL="0" rtl="0" algn="l">
              <a:lnSpc>
                <a:spcPct val="115000"/>
              </a:lnSpc>
              <a:spcBef>
                <a:spcPts val="1200"/>
              </a:spcBef>
              <a:spcAft>
                <a:spcPts val="0"/>
              </a:spcAft>
              <a:buClr>
                <a:schemeClr val="dk1"/>
              </a:buClr>
              <a:buSzPts val="1100"/>
              <a:buFont typeface="Arial"/>
              <a:buNone/>
            </a:pPr>
            <a:r>
              <a:t/>
            </a:r>
            <a:endParaRPr sz="2400">
              <a:latin typeface="Arial"/>
              <a:ea typeface="Arial"/>
              <a:cs typeface="Arial"/>
              <a:sym typeface="Arial"/>
            </a:endParaRPr>
          </a:p>
          <a:p>
            <a:pPr indent="0" lvl="0" marL="0" rtl="0" algn="l">
              <a:lnSpc>
                <a:spcPct val="100000"/>
              </a:lnSpc>
              <a:spcBef>
                <a:spcPts val="360"/>
              </a:spcBef>
              <a:spcAft>
                <a:spcPts val="0"/>
              </a:spcAft>
              <a:buSzPts val="1800"/>
              <a:buNone/>
            </a:pPr>
            <a:r>
              <a:t/>
            </a:r>
            <a:endParaRPr sz="2400"/>
          </a:p>
        </p:txBody>
      </p:sp>
      <p:sp>
        <p:nvSpPr>
          <p:cNvPr id="114" name="Google Shape;114;g36420c64f2d_0_938"/>
          <p:cNvSpPr txBox="1"/>
          <p:nvPr>
            <p:ph idx="12" type="sldNum"/>
          </p:nvPr>
        </p:nvSpPr>
        <p:spPr>
          <a:xfrm>
            <a:off x="10270093" y="7629104"/>
            <a:ext cx="3343800" cy="438300"/>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Clr>
                <a:srgbClr val="000000"/>
              </a:buClr>
              <a:buSzPts val="1200"/>
              <a:buFont typeface="Arial"/>
              <a:buNone/>
            </a:pPr>
            <a:fld id="{00000000-1234-1234-1234-123412341234}" type="slidenum">
              <a:rPr lang="en-US"/>
              <a:t>‹#›</a:t>
            </a:fld>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9" name="Shape 119"/>
        <p:cNvGrpSpPr/>
        <p:nvPr/>
      </p:nvGrpSpPr>
      <p:grpSpPr>
        <a:xfrm>
          <a:off x="0" y="0"/>
          <a:ext cx="0" cy="0"/>
          <a:chOff x="0" y="0"/>
          <a:chExt cx="0" cy="0"/>
        </a:xfrm>
      </p:grpSpPr>
      <p:sp>
        <p:nvSpPr>
          <p:cNvPr id="120" name="Google Shape;120;g36420c64f2d_0_947"/>
          <p:cNvSpPr txBox="1"/>
          <p:nvPr>
            <p:ph idx="12" type="sldNum"/>
          </p:nvPr>
        </p:nvSpPr>
        <p:spPr>
          <a:xfrm>
            <a:off x="10270093" y="7629104"/>
            <a:ext cx="3343800" cy="438300"/>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Clr>
                <a:srgbClr val="000000"/>
              </a:buClr>
              <a:buSzPts val="1200"/>
              <a:buFont typeface="Arial"/>
              <a:buNone/>
            </a:pPr>
            <a:fld id="{00000000-1234-1234-1234-123412341234}" type="slidenum">
              <a:rPr lang="en-US"/>
              <a:t>‹#›</a:t>
            </a:fld>
            <a:endParaRPr/>
          </a:p>
        </p:txBody>
      </p:sp>
      <p:sp>
        <p:nvSpPr>
          <p:cNvPr id="121" name="Google Shape;121;g36420c64f2d_0_947"/>
          <p:cNvSpPr txBox="1"/>
          <p:nvPr/>
        </p:nvSpPr>
        <p:spPr>
          <a:xfrm>
            <a:off x="371650" y="1188850"/>
            <a:ext cx="13958700" cy="4750200"/>
          </a:xfrm>
          <a:prstGeom prst="rect">
            <a:avLst/>
          </a:prstGeom>
          <a:noFill/>
          <a:ln>
            <a:noFill/>
          </a:ln>
        </p:spPr>
        <p:txBody>
          <a:bodyPr anchorCtr="0" anchor="t" bIns="91425" lIns="91425" spcFirstLastPara="1" rIns="91425" wrap="square" tIns="91425">
            <a:noAutofit/>
          </a:bodyPr>
          <a:lstStyle/>
          <a:p>
            <a:pPr indent="0" lvl="0" marL="0" marR="0" rtl="0" algn="l">
              <a:lnSpc>
                <a:spcPct val="115000"/>
              </a:lnSpc>
              <a:spcBef>
                <a:spcPts val="1400"/>
              </a:spcBef>
              <a:spcAft>
                <a:spcPts val="0"/>
              </a:spcAft>
              <a:buClr>
                <a:srgbClr val="000000"/>
              </a:buClr>
              <a:buSzPts val="2000"/>
              <a:buFont typeface="Arial"/>
              <a:buNone/>
            </a:pPr>
            <a:r>
              <a:rPr b="1" i="0" lang="en-US" sz="2400" u="none" cap="none" strike="noStrike">
                <a:solidFill>
                  <a:schemeClr val="dk1"/>
                </a:solidFill>
                <a:latin typeface="Times New Roman"/>
                <a:ea typeface="Times New Roman"/>
                <a:cs typeface="Times New Roman"/>
                <a:sym typeface="Times New Roman"/>
              </a:rPr>
              <a:t>10. Test the Design</a:t>
            </a:r>
            <a:endParaRPr b="1" i="0" sz="2400" u="none" cap="none" strike="noStrike">
              <a:solidFill>
                <a:schemeClr val="dk1"/>
              </a:solidFill>
              <a:latin typeface="Times New Roman"/>
              <a:ea typeface="Times New Roman"/>
              <a:cs typeface="Times New Roman"/>
              <a:sym typeface="Times New Roman"/>
            </a:endParaRPr>
          </a:p>
          <a:p>
            <a:pPr indent="-381000" lvl="0" marL="457200" marR="0" rtl="0" algn="l">
              <a:lnSpc>
                <a:spcPct val="115000"/>
              </a:lnSpc>
              <a:spcBef>
                <a:spcPts val="1200"/>
              </a:spcBef>
              <a:spcAft>
                <a:spcPts val="0"/>
              </a:spcAft>
              <a:buClr>
                <a:schemeClr val="dk1"/>
              </a:buClr>
              <a:buSzPts val="2400"/>
              <a:buFont typeface="Arial"/>
              <a:buChar char="●"/>
            </a:pPr>
            <a:r>
              <a:rPr i="0" lang="en-US" sz="2400" u="none" cap="none" strike="noStrike">
                <a:solidFill>
                  <a:schemeClr val="dk1"/>
                </a:solidFill>
                <a:latin typeface="Times New Roman"/>
                <a:ea typeface="Times New Roman"/>
                <a:cs typeface="Times New Roman"/>
                <a:sym typeface="Times New Roman"/>
              </a:rPr>
              <a:t>Populate with </a:t>
            </a:r>
            <a:r>
              <a:rPr b="1" i="0" lang="en-US" sz="2400" u="none" cap="none" strike="noStrike">
                <a:solidFill>
                  <a:schemeClr val="dk1"/>
                </a:solidFill>
                <a:latin typeface="Times New Roman"/>
                <a:ea typeface="Times New Roman"/>
                <a:cs typeface="Times New Roman"/>
                <a:sym typeface="Times New Roman"/>
              </a:rPr>
              <a:t>sample data</a:t>
            </a:r>
            <a:r>
              <a:rPr i="0" lang="en-US" sz="2400" u="none" cap="none" strike="noStrike">
                <a:solidFill>
                  <a:schemeClr val="dk1"/>
                </a:solidFill>
                <a:latin typeface="Times New Roman"/>
                <a:ea typeface="Times New Roman"/>
                <a:cs typeface="Times New Roman"/>
                <a:sym typeface="Times New Roman"/>
              </a:rPr>
              <a:t>.</a:t>
            </a:r>
            <a:endParaRPr i="0" sz="2400" u="none" cap="none" strike="noStrike">
              <a:solidFill>
                <a:schemeClr val="dk1"/>
              </a:solidFill>
              <a:latin typeface="Times New Roman"/>
              <a:ea typeface="Times New Roman"/>
              <a:cs typeface="Times New Roman"/>
              <a:sym typeface="Times New Roman"/>
            </a:endParaRPr>
          </a:p>
          <a:p>
            <a:pPr indent="-381000" lvl="0" marL="457200" marR="0" rtl="0" algn="l">
              <a:lnSpc>
                <a:spcPct val="115000"/>
              </a:lnSpc>
              <a:spcBef>
                <a:spcPts val="0"/>
              </a:spcBef>
              <a:spcAft>
                <a:spcPts val="0"/>
              </a:spcAft>
              <a:buClr>
                <a:schemeClr val="dk1"/>
              </a:buClr>
              <a:buSzPts val="2400"/>
              <a:buFont typeface="Arial"/>
              <a:buChar char="●"/>
            </a:pPr>
            <a:r>
              <a:rPr i="0" lang="en-US" sz="2400" u="none" cap="none" strike="noStrike">
                <a:solidFill>
                  <a:schemeClr val="dk1"/>
                </a:solidFill>
                <a:latin typeface="Times New Roman"/>
                <a:ea typeface="Times New Roman"/>
                <a:cs typeface="Times New Roman"/>
                <a:sym typeface="Times New Roman"/>
              </a:rPr>
              <a:t>Run expected </a:t>
            </a:r>
            <a:r>
              <a:rPr b="1" i="0" lang="en-US" sz="2400" u="none" cap="none" strike="noStrike">
                <a:solidFill>
                  <a:schemeClr val="dk1"/>
                </a:solidFill>
                <a:latin typeface="Times New Roman"/>
                <a:ea typeface="Times New Roman"/>
                <a:cs typeface="Times New Roman"/>
                <a:sym typeface="Times New Roman"/>
              </a:rPr>
              <a:t>queries and reports</a:t>
            </a:r>
            <a:r>
              <a:rPr i="0" lang="en-US" sz="2400" u="none" cap="none" strike="noStrike">
                <a:solidFill>
                  <a:schemeClr val="dk1"/>
                </a:solidFill>
                <a:latin typeface="Times New Roman"/>
                <a:ea typeface="Times New Roman"/>
                <a:cs typeface="Times New Roman"/>
                <a:sym typeface="Times New Roman"/>
              </a:rPr>
              <a:t> to check performance.</a:t>
            </a:r>
            <a:endParaRPr i="0" sz="2400" u="none" cap="none" strike="noStrike">
              <a:solidFill>
                <a:schemeClr val="dk1"/>
              </a:solidFill>
              <a:latin typeface="Times New Roman"/>
              <a:ea typeface="Times New Roman"/>
              <a:cs typeface="Times New Roman"/>
              <a:sym typeface="Times New Roman"/>
            </a:endParaRPr>
          </a:p>
          <a:p>
            <a:pPr indent="-381000" lvl="0" marL="457200" marR="0" rtl="0" algn="l">
              <a:lnSpc>
                <a:spcPct val="115000"/>
              </a:lnSpc>
              <a:spcBef>
                <a:spcPts val="0"/>
              </a:spcBef>
              <a:spcAft>
                <a:spcPts val="0"/>
              </a:spcAft>
              <a:buClr>
                <a:schemeClr val="dk1"/>
              </a:buClr>
              <a:buSzPts val="2400"/>
              <a:buFont typeface="Arial"/>
              <a:buChar char="●"/>
            </a:pPr>
            <a:r>
              <a:rPr i="0" lang="en-US" sz="2400" u="none" cap="none" strike="noStrike">
                <a:solidFill>
                  <a:schemeClr val="dk1"/>
                </a:solidFill>
                <a:latin typeface="Times New Roman"/>
                <a:ea typeface="Times New Roman"/>
                <a:cs typeface="Times New Roman"/>
                <a:sym typeface="Times New Roman"/>
              </a:rPr>
              <a:t>Test for </a:t>
            </a:r>
            <a:r>
              <a:rPr b="1" i="0" lang="en-US" sz="2400" u="none" cap="none" strike="noStrike">
                <a:solidFill>
                  <a:schemeClr val="dk1"/>
                </a:solidFill>
                <a:latin typeface="Times New Roman"/>
                <a:ea typeface="Times New Roman"/>
                <a:cs typeface="Times New Roman"/>
                <a:sym typeface="Times New Roman"/>
              </a:rPr>
              <a:t>data integrity</a:t>
            </a:r>
            <a:r>
              <a:rPr i="0" lang="en-US" sz="2400" u="none" cap="none" strike="noStrike">
                <a:solidFill>
                  <a:schemeClr val="dk1"/>
                </a:solidFill>
                <a:latin typeface="Times New Roman"/>
                <a:ea typeface="Times New Roman"/>
                <a:cs typeface="Times New Roman"/>
                <a:sym typeface="Times New Roman"/>
              </a:rPr>
              <a:t> during inserts, updates, and deletes.</a:t>
            </a:r>
            <a:br>
              <a:rPr i="0" lang="en-US" sz="2400" u="none" cap="none" strike="noStrike">
                <a:solidFill>
                  <a:schemeClr val="dk1"/>
                </a:solidFill>
                <a:latin typeface="Times New Roman"/>
                <a:ea typeface="Times New Roman"/>
                <a:cs typeface="Times New Roman"/>
                <a:sym typeface="Times New Roman"/>
              </a:rPr>
            </a:br>
            <a:endParaRPr i="0" sz="2400" u="none" cap="none" strike="noStrike">
              <a:solidFill>
                <a:schemeClr val="dk1"/>
              </a:solidFill>
              <a:latin typeface="Times New Roman"/>
              <a:ea typeface="Times New Roman"/>
              <a:cs typeface="Times New Roman"/>
              <a:sym typeface="Times New Roman"/>
            </a:endParaRPr>
          </a:p>
          <a:p>
            <a:pPr indent="0" lvl="0" marL="0" marR="0" rtl="0" algn="l">
              <a:lnSpc>
                <a:spcPct val="115000"/>
              </a:lnSpc>
              <a:spcBef>
                <a:spcPts val="1400"/>
              </a:spcBef>
              <a:spcAft>
                <a:spcPts val="0"/>
              </a:spcAft>
              <a:buClr>
                <a:srgbClr val="000000"/>
              </a:buClr>
              <a:buSzPts val="2000"/>
              <a:buFont typeface="Arial"/>
              <a:buNone/>
            </a:pPr>
            <a:r>
              <a:rPr b="1" i="0" lang="en-US" sz="2400" u="none" cap="none" strike="noStrike">
                <a:solidFill>
                  <a:schemeClr val="dk1"/>
                </a:solidFill>
                <a:latin typeface="Times New Roman"/>
                <a:ea typeface="Times New Roman"/>
                <a:cs typeface="Times New Roman"/>
                <a:sym typeface="Times New Roman"/>
              </a:rPr>
              <a:t>11. Review and Optimize</a:t>
            </a:r>
            <a:endParaRPr b="1" i="0" sz="2400" u="none" cap="none" strike="noStrike">
              <a:solidFill>
                <a:schemeClr val="dk1"/>
              </a:solidFill>
              <a:latin typeface="Times New Roman"/>
              <a:ea typeface="Times New Roman"/>
              <a:cs typeface="Times New Roman"/>
              <a:sym typeface="Times New Roman"/>
            </a:endParaRPr>
          </a:p>
          <a:p>
            <a:pPr indent="-381000" lvl="0" marL="457200" marR="0" rtl="0" algn="l">
              <a:lnSpc>
                <a:spcPct val="115000"/>
              </a:lnSpc>
              <a:spcBef>
                <a:spcPts val="1200"/>
              </a:spcBef>
              <a:spcAft>
                <a:spcPts val="0"/>
              </a:spcAft>
              <a:buClr>
                <a:schemeClr val="dk1"/>
              </a:buClr>
              <a:buSzPts val="2400"/>
              <a:buFont typeface="Arial"/>
              <a:buChar char="●"/>
            </a:pPr>
            <a:r>
              <a:rPr i="0" lang="en-US" sz="2400" u="none" cap="none" strike="noStrike">
                <a:solidFill>
                  <a:schemeClr val="dk1"/>
                </a:solidFill>
                <a:latin typeface="Times New Roman"/>
                <a:ea typeface="Times New Roman"/>
                <a:cs typeface="Times New Roman"/>
                <a:sym typeface="Times New Roman"/>
              </a:rPr>
              <a:t>Get </a:t>
            </a:r>
            <a:r>
              <a:rPr b="1" i="0" lang="en-US" sz="2400" u="none" cap="none" strike="noStrike">
                <a:solidFill>
                  <a:schemeClr val="dk1"/>
                </a:solidFill>
                <a:latin typeface="Times New Roman"/>
                <a:ea typeface="Times New Roman"/>
                <a:cs typeface="Times New Roman"/>
                <a:sym typeface="Times New Roman"/>
              </a:rPr>
              <a:t>peer review</a:t>
            </a:r>
            <a:r>
              <a:rPr i="0" lang="en-US" sz="2400" u="none" cap="none" strike="noStrike">
                <a:solidFill>
                  <a:schemeClr val="dk1"/>
                </a:solidFill>
                <a:latin typeface="Times New Roman"/>
                <a:ea typeface="Times New Roman"/>
                <a:cs typeface="Times New Roman"/>
                <a:sym typeface="Times New Roman"/>
              </a:rPr>
              <a:t> from other DBAs or developers.</a:t>
            </a:r>
            <a:endParaRPr i="0" sz="2400" u="none" cap="none" strike="noStrike">
              <a:solidFill>
                <a:schemeClr val="dk1"/>
              </a:solidFill>
              <a:latin typeface="Times New Roman"/>
              <a:ea typeface="Times New Roman"/>
              <a:cs typeface="Times New Roman"/>
              <a:sym typeface="Times New Roman"/>
            </a:endParaRPr>
          </a:p>
          <a:p>
            <a:pPr indent="-381000" lvl="0" marL="457200" marR="0" rtl="0" algn="l">
              <a:lnSpc>
                <a:spcPct val="115000"/>
              </a:lnSpc>
              <a:spcBef>
                <a:spcPts val="0"/>
              </a:spcBef>
              <a:spcAft>
                <a:spcPts val="0"/>
              </a:spcAft>
              <a:buClr>
                <a:schemeClr val="dk1"/>
              </a:buClr>
              <a:buSzPts val="2400"/>
              <a:buFont typeface="Arial"/>
              <a:buChar char="●"/>
            </a:pPr>
            <a:r>
              <a:rPr i="0" lang="en-US" sz="2400" u="none" cap="none" strike="noStrike">
                <a:solidFill>
                  <a:schemeClr val="dk1"/>
                </a:solidFill>
                <a:latin typeface="Times New Roman"/>
                <a:ea typeface="Times New Roman"/>
                <a:cs typeface="Times New Roman"/>
                <a:sym typeface="Times New Roman"/>
              </a:rPr>
              <a:t>Optimize based on </a:t>
            </a:r>
            <a:r>
              <a:rPr b="1" i="0" lang="en-US" sz="2400" u="none" cap="none" strike="noStrike">
                <a:solidFill>
                  <a:schemeClr val="dk1"/>
                </a:solidFill>
                <a:latin typeface="Times New Roman"/>
                <a:ea typeface="Times New Roman"/>
                <a:cs typeface="Times New Roman"/>
                <a:sym typeface="Times New Roman"/>
              </a:rPr>
              <a:t>query execution plans</a:t>
            </a:r>
            <a:r>
              <a:rPr i="0" lang="en-US" sz="2400" u="none" cap="none" strike="noStrike">
                <a:solidFill>
                  <a:schemeClr val="dk1"/>
                </a:solidFill>
                <a:latin typeface="Times New Roman"/>
                <a:ea typeface="Times New Roman"/>
                <a:cs typeface="Times New Roman"/>
                <a:sym typeface="Times New Roman"/>
              </a:rPr>
              <a:t>.</a:t>
            </a:r>
            <a:endParaRPr i="0" sz="2400" u="none" cap="none" strike="noStrike">
              <a:solidFill>
                <a:schemeClr val="dk1"/>
              </a:solidFill>
              <a:latin typeface="Times New Roman"/>
              <a:ea typeface="Times New Roman"/>
              <a:cs typeface="Times New Roman"/>
              <a:sym typeface="Times New Roman"/>
            </a:endParaRPr>
          </a:p>
          <a:p>
            <a:pPr indent="-381000" lvl="0" marL="457200" marR="0" rtl="0" algn="l">
              <a:lnSpc>
                <a:spcPct val="115000"/>
              </a:lnSpc>
              <a:spcBef>
                <a:spcPts val="0"/>
              </a:spcBef>
              <a:spcAft>
                <a:spcPts val="0"/>
              </a:spcAft>
              <a:buClr>
                <a:schemeClr val="dk1"/>
              </a:buClr>
              <a:buSzPts val="2400"/>
              <a:buFont typeface="Times New Roman"/>
              <a:buChar char="●"/>
            </a:pPr>
            <a:r>
              <a:rPr i="0" lang="en-US" sz="2400" u="none" cap="none" strike="noStrike">
                <a:solidFill>
                  <a:schemeClr val="dk1"/>
                </a:solidFill>
                <a:latin typeface="Times New Roman"/>
                <a:ea typeface="Times New Roman"/>
                <a:cs typeface="Times New Roman"/>
                <a:sym typeface="Times New Roman"/>
              </a:rPr>
              <a:t>Adjust indexes, denormalize selectively if performance is an issue.</a:t>
            </a:r>
            <a:endParaRPr i="0" sz="2400" u="none" cap="none" strike="noStrike">
              <a:solidFill>
                <a:schemeClr val="dk1"/>
              </a:solidFill>
              <a:latin typeface="Times New Roman"/>
              <a:ea typeface="Times New Roman"/>
              <a:cs typeface="Times New Roman"/>
              <a:sym typeface="Times New Roman"/>
            </a:endParaRPr>
          </a:p>
          <a:p>
            <a:pPr indent="0" lvl="0" marL="457200" marR="0" rtl="0" algn="l">
              <a:lnSpc>
                <a:spcPct val="115000"/>
              </a:lnSpc>
              <a:spcBef>
                <a:spcPts val="0"/>
              </a:spcBef>
              <a:spcAft>
                <a:spcPts val="0"/>
              </a:spcAft>
              <a:buNone/>
            </a:pPr>
            <a:r>
              <a:t/>
            </a:r>
            <a:endParaRPr sz="2400">
              <a:solidFill>
                <a:schemeClr val="dk1"/>
              </a:solidFill>
              <a:latin typeface="Times New Roman"/>
              <a:ea typeface="Times New Roman"/>
              <a:cs typeface="Times New Roman"/>
              <a:sym typeface="Times New Roman"/>
            </a:endParaRPr>
          </a:p>
          <a:p>
            <a:pPr indent="0" lvl="0" marL="0" marR="0" rtl="0" algn="l">
              <a:lnSpc>
                <a:spcPct val="115000"/>
              </a:lnSpc>
              <a:spcBef>
                <a:spcPts val="1200"/>
              </a:spcBef>
              <a:spcAft>
                <a:spcPts val="0"/>
              </a:spcAft>
              <a:buClr>
                <a:srgbClr val="000000"/>
              </a:buClr>
              <a:buSzPts val="2000"/>
              <a:buFont typeface="Arial"/>
              <a:buNone/>
            </a:pPr>
            <a:r>
              <a:rPr b="1" i="0" lang="en-US" sz="2400" u="none" cap="none" strike="noStrike">
                <a:solidFill>
                  <a:schemeClr val="dk1"/>
                </a:solidFill>
                <a:latin typeface="Times New Roman"/>
                <a:ea typeface="Times New Roman"/>
                <a:cs typeface="Times New Roman"/>
                <a:sym typeface="Times New Roman"/>
              </a:rPr>
              <a:t>12. Maintain Documentation</a:t>
            </a:r>
            <a:endParaRPr b="1" i="0" sz="2400" u="none" cap="none" strike="noStrike">
              <a:solidFill>
                <a:schemeClr val="dk1"/>
              </a:solidFill>
              <a:latin typeface="Times New Roman"/>
              <a:ea typeface="Times New Roman"/>
              <a:cs typeface="Times New Roman"/>
              <a:sym typeface="Times New Roman"/>
            </a:endParaRPr>
          </a:p>
          <a:p>
            <a:pPr indent="-381000" lvl="0" marL="457200" marR="0" rtl="0" algn="l">
              <a:lnSpc>
                <a:spcPct val="115000"/>
              </a:lnSpc>
              <a:spcBef>
                <a:spcPts val="1200"/>
              </a:spcBef>
              <a:spcAft>
                <a:spcPts val="0"/>
              </a:spcAft>
              <a:buClr>
                <a:schemeClr val="dk1"/>
              </a:buClr>
              <a:buSzPts val="2400"/>
              <a:buFont typeface="Arial"/>
              <a:buChar char="●"/>
            </a:pPr>
            <a:r>
              <a:rPr i="0" lang="en-US" sz="2400" u="none" cap="none" strike="noStrike">
                <a:solidFill>
                  <a:schemeClr val="dk1"/>
                </a:solidFill>
                <a:latin typeface="Times New Roman"/>
                <a:ea typeface="Times New Roman"/>
                <a:cs typeface="Times New Roman"/>
                <a:sym typeface="Times New Roman"/>
              </a:rPr>
              <a:t>Keep </a:t>
            </a:r>
            <a:r>
              <a:rPr b="1" i="0" lang="en-US" sz="2400" u="none" cap="none" strike="noStrike">
                <a:solidFill>
                  <a:schemeClr val="dk1"/>
                </a:solidFill>
                <a:latin typeface="Times New Roman"/>
                <a:ea typeface="Times New Roman"/>
                <a:cs typeface="Times New Roman"/>
                <a:sym typeface="Times New Roman"/>
              </a:rPr>
              <a:t>ER diagrams</a:t>
            </a:r>
            <a:r>
              <a:rPr i="0" lang="en-US" sz="2400" u="none" cap="none" strike="noStrike">
                <a:solidFill>
                  <a:schemeClr val="dk1"/>
                </a:solidFill>
                <a:latin typeface="Times New Roman"/>
                <a:ea typeface="Times New Roman"/>
                <a:cs typeface="Times New Roman"/>
                <a:sym typeface="Times New Roman"/>
              </a:rPr>
              <a:t>, schema details, and business rules updated.</a:t>
            </a:r>
            <a:endParaRPr i="0" sz="2400" u="none" cap="none" strike="noStrike">
              <a:solidFill>
                <a:schemeClr val="dk1"/>
              </a:solidFill>
              <a:latin typeface="Times New Roman"/>
              <a:ea typeface="Times New Roman"/>
              <a:cs typeface="Times New Roman"/>
              <a:sym typeface="Times New Roman"/>
            </a:endParaRPr>
          </a:p>
          <a:p>
            <a:pPr indent="-381000" lvl="0" marL="457200" marR="0" rtl="0" algn="l">
              <a:lnSpc>
                <a:spcPct val="115000"/>
              </a:lnSpc>
              <a:spcBef>
                <a:spcPts val="0"/>
              </a:spcBef>
              <a:spcAft>
                <a:spcPts val="0"/>
              </a:spcAft>
              <a:buClr>
                <a:schemeClr val="dk1"/>
              </a:buClr>
              <a:buSzPts val="2400"/>
              <a:buFont typeface="Arial"/>
              <a:buChar char="●"/>
            </a:pPr>
            <a:r>
              <a:rPr i="0" lang="en-US" sz="2400" u="none" cap="none" strike="noStrike">
                <a:solidFill>
                  <a:schemeClr val="dk1"/>
                </a:solidFill>
                <a:latin typeface="Times New Roman"/>
                <a:ea typeface="Times New Roman"/>
                <a:cs typeface="Times New Roman"/>
                <a:sym typeface="Times New Roman"/>
              </a:rPr>
              <a:t>Include </a:t>
            </a:r>
            <a:r>
              <a:rPr b="1" i="0" lang="en-US" sz="2400" u="none" cap="none" strike="noStrike">
                <a:solidFill>
                  <a:schemeClr val="dk1"/>
                </a:solidFill>
                <a:latin typeface="Times New Roman"/>
                <a:ea typeface="Times New Roman"/>
                <a:cs typeface="Times New Roman"/>
                <a:sym typeface="Times New Roman"/>
              </a:rPr>
              <a:t>naming conventions</a:t>
            </a:r>
            <a:r>
              <a:rPr i="0" lang="en-US" sz="2400" u="none" cap="none" strike="noStrike">
                <a:solidFill>
                  <a:schemeClr val="dk1"/>
                </a:solidFill>
                <a:latin typeface="Times New Roman"/>
                <a:ea typeface="Times New Roman"/>
                <a:cs typeface="Times New Roman"/>
                <a:sym typeface="Times New Roman"/>
              </a:rPr>
              <a:t> and explanations for design decisions.</a:t>
            </a:r>
            <a:endParaRPr i="0" sz="2400" u="none" cap="none" strike="noStrike">
              <a:solidFill>
                <a:schemeClr val="dk1"/>
              </a:solidFill>
              <a:latin typeface="Times New Roman"/>
              <a:ea typeface="Times New Roman"/>
              <a:cs typeface="Times New Roman"/>
              <a:sym typeface="Times New Roman"/>
            </a:endParaRPr>
          </a:p>
          <a:p>
            <a:pPr indent="0" lvl="0" marL="0" marR="0" rtl="0" algn="l">
              <a:lnSpc>
                <a:spcPct val="100000"/>
              </a:lnSpc>
              <a:spcBef>
                <a:spcPts val="1200"/>
              </a:spcBef>
              <a:spcAft>
                <a:spcPts val="0"/>
              </a:spcAft>
              <a:buClr>
                <a:srgbClr val="000000"/>
              </a:buClr>
              <a:buSzPts val="2000"/>
              <a:buFont typeface="Arial"/>
              <a:buNone/>
            </a:pPr>
            <a:r>
              <a:t/>
            </a:r>
            <a:endParaRPr i="0" sz="2400" u="none" cap="none" strike="noStrike">
              <a:solidFill>
                <a:schemeClr val="dk1"/>
              </a:solidFill>
              <a:latin typeface="Times New Roman"/>
              <a:ea typeface="Times New Roman"/>
              <a:cs typeface="Times New Roman"/>
              <a:sym typeface="Times New Roman"/>
            </a:endParaRPr>
          </a:p>
          <a:p>
            <a:pPr indent="0" lvl="0" marL="0" marR="0" rtl="0" algn="l">
              <a:lnSpc>
                <a:spcPct val="100000"/>
              </a:lnSpc>
              <a:spcBef>
                <a:spcPts val="0"/>
              </a:spcBef>
              <a:spcAft>
                <a:spcPts val="0"/>
              </a:spcAft>
              <a:buClr>
                <a:srgbClr val="000000"/>
              </a:buClr>
              <a:buSzPts val="2000"/>
              <a:buFont typeface="Arial"/>
              <a:buNone/>
            </a:pPr>
            <a:r>
              <a:t/>
            </a:r>
            <a:endParaRPr i="0" sz="2400" u="none" cap="none" strike="noStrike">
              <a:solidFill>
                <a:schemeClr val="dk1"/>
              </a:solidFill>
              <a:latin typeface="Times New Roman"/>
              <a:ea typeface="Times New Roman"/>
              <a:cs typeface="Times New Roman"/>
              <a:sym typeface="Times New Roman"/>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6" name="Shape 126"/>
        <p:cNvGrpSpPr/>
        <p:nvPr/>
      </p:nvGrpSpPr>
      <p:grpSpPr>
        <a:xfrm>
          <a:off x="0" y="0"/>
          <a:ext cx="0" cy="0"/>
          <a:chOff x="0" y="0"/>
          <a:chExt cx="0" cy="0"/>
        </a:xfrm>
      </p:grpSpPr>
      <p:sp>
        <p:nvSpPr>
          <p:cNvPr id="127" name="Google Shape;127;g36420c64f2d_0_867"/>
          <p:cNvSpPr txBox="1"/>
          <p:nvPr>
            <p:ph type="title"/>
          </p:nvPr>
        </p:nvSpPr>
        <p:spPr>
          <a:xfrm>
            <a:off x="1" y="2"/>
            <a:ext cx="10150800" cy="1005900"/>
          </a:xfrm>
          <a:prstGeom prst="rect">
            <a:avLst/>
          </a:prstGeom>
          <a:noFill/>
          <a:ln>
            <a:noFill/>
          </a:ln>
        </p:spPr>
        <p:txBody>
          <a:bodyPr anchorCtr="0" anchor="ctr" bIns="45700" lIns="91425" spcFirstLastPara="1" rIns="91425" wrap="square" tIns="45700">
            <a:noAutofit/>
          </a:bodyPr>
          <a:lstStyle/>
          <a:p>
            <a:pPr indent="0" lvl="0" marL="0" rtl="0" algn="l">
              <a:lnSpc>
                <a:spcPct val="115000"/>
              </a:lnSpc>
              <a:spcBef>
                <a:spcPts val="1800"/>
              </a:spcBef>
              <a:spcAft>
                <a:spcPts val="400"/>
              </a:spcAft>
              <a:buClr>
                <a:schemeClr val="dk1"/>
              </a:buClr>
              <a:buSzPts val="1100"/>
              <a:buFont typeface="Arial"/>
              <a:buNone/>
            </a:pPr>
            <a:r>
              <a:rPr b="1" lang="en-US" sz="2200">
                <a:latin typeface="Arial"/>
                <a:ea typeface="Arial"/>
                <a:cs typeface="Arial"/>
                <a:sym typeface="Arial"/>
              </a:rPr>
              <a:t>Challenges in Database Design</a:t>
            </a:r>
            <a:endParaRPr/>
          </a:p>
        </p:txBody>
      </p:sp>
      <p:sp>
        <p:nvSpPr>
          <p:cNvPr id="128" name="Google Shape;128;g36420c64f2d_0_867"/>
          <p:cNvSpPr txBox="1"/>
          <p:nvPr>
            <p:ph idx="1" type="body"/>
          </p:nvPr>
        </p:nvSpPr>
        <p:spPr>
          <a:xfrm>
            <a:off x="339272" y="1080350"/>
            <a:ext cx="12897300" cy="5432100"/>
          </a:xfrm>
          <a:prstGeom prst="rect">
            <a:avLst/>
          </a:prstGeom>
          <a:noFill/>
          <a:ln>
            <a:noFill/>
          </a:ln>
        </p:spPr>
        <p:txBody>
          <a:bodyPr anchorCtr="0" anchor="t" bIns="45700" lIns="91425" spcFirstLastPara="1" rIns="91425" wrap="square" tIns="45700">
            <a:noAutofit/>
          </a:bodyPr>
          <a:lstStyle/>
          <a:p>
            <a:pPr indent="-368300" lvl="0" marL="457200" rtl="0" algn="l">
              <a:lnSpc>
                <a:spcPct val="115000"/>
              </a:lnSpc>
              <a:spcBef>
                <a:spcPts val="1200"/>
              </a:spcBef>
              <a:spcAft>
                <a:spcPts val="0"/>
              </a:spcAft>
              <a:buSzPts val="2200"/>
              <a:buFont typeface="Times New Roman"/>
              <a:buAutoNum type="arabicPeriod"/>
            </a:pPr>
            <a:r>
              <a:rPr b="1" lang="en-US" sz="2200">
                <a:latin typeface="Times New Roman"/>
                <a:ea typeface="Times New Roman"/>
                <a:cs typeface="Times New Roman"/>
                <a:sym typeface="Times New Roman"/>
              </a:rPr>
              <a:t>Data Redundancy:</a:t>
            </a:r>
            <a:endParaRPr b="1" sz="2200">
              <a:latin typeface="Times New Roman"/>
              <a:ea typeface="Times New Roman"/>
              <a:cs typeface="Times New Roman"/>
              <a:sym typeface="Times New Roman"/>
            </a:endParaRPr>
          </a:p>
          <a:p>
            <a:pPr indent="-368300" lvl="1" marL="914400" rtl="0" algn="l">
              <a:lnSpc>
                <a:spcPct val="115000"/>
              </a:lnSpc>
              <a:spcBef>
                <a:spcPts val="0"/>
              </a:spcBef>
              <a:spcAft>
                <a:spcPts val="0"/>
              </a:spcAft>
              <a:buSzPts val="2200"/>
              <a:buFont typeface="Times New Roman"/>
              <a:buChar char="○"/>
            </a:pPr>
            <a:r>
              <a:rPr lang="en-US" sz="2200">
                <a:latin typeface="Times New Roman"/>
                <a:ea typeface="Times New Roman"/>
                <a:cs typeface="Times New Roman"/>
                <a:sym typeface="Times New Roman"/>
              </a:rPr>
              <a:t>Keeping data consistent across different parts of the database can be difficult, especially when updates or deletions are required in multiple places.</a:t>
            </a:r>
            <a:endParaRPr sz="2200">
              <a:latin typeface="Times New Roman"/>
              <a:ea typeface="Times New Roman"/>
              <a:cs typeface="Times New Roman"/>
              <a:sym typeface="Times New Roman"/>
            </a:endParaRPr>
          </a:p>
          <a:p>
            <a:pPr indent="-368300" lvl="1" marL="914400" rtl="0" algn="l">
              <a:lnSpc>
                <a:spcPct val="115000"/>
              </a:lnSpc>
              <a:spcBef>
                <a:spcPts val="0"/>
              </a:spcBef>
              <a:spcAft>
                <a:spcPts val="0"/>
              </a:spcAft>
              <a:buSzPts val="2200"/>
              <a:buChar char="○"/>
            </a:pPr>
            <a:r>
              <a:rPr b="1" lang="en-US" sz="2200">
                <a:latin typeface="Times New Roman"/>
                <a:ea typeface="Times New Roman"/>
                <a:cs typeface="Times New Roman"/>
                <a:sym typeface="Times New Roman"/>
              </a:rPr>
              <a:t>Solution</a:t>
            </a:r>
            <a:r>
              <a:rPr lang="en-US" sz="2200">
                <a:latin typeface="Times New Roman"/>
                <a:ea typeface="Times New Roman"/>
                <a:cs typeface="Times New Roman"/>
                <a:sym typeface="Times New Roman"/>
              </a:rPr>
              <a:t>: Use normalization techniques to reduce redundancy and avoid storing the same data in multiple places.</a:t>
            </a:r>
            <a:endParaRPr sz="2200">
              <a:latin typeface="Times New Roman"/>
              <a:ea typeface="Times New Roman"/>
              <a:cs typeface="Times New Roman"/>
              <a:sym typeface="Times New Roman"/>
            </a:endParaRPr>
          </a:p>
          <a:p>
            <a:pPr indent="-368300" lvl="0" marL="457200" rtl="0" algn="l">
              <a:lnSpc>
                <a:spcPct val="115000"/>
              </a:lnSpc>
              <a:spcBef>
                <a:spcPts val="0"/>
              </a:spcBef>
              <a:spcAft>
                <a:spcPts val="0"/>
              </a:spcAft>
              <a:buSzPts val="2200"/>
              <a:buFont typeface="Times New Roman"/>
              <a:buAutoNum type="arabicPeriod"/>
            </a:pPr>
            <a:r>
              <a:rPr b="1" lang="en-US" sz="2200">
                <a:latin typeface="Times New Roman"/>
                <a:ea typeface="Times New Roman"/>
                <a:cs typeface="Times New Roman"/>
                <a:sym typeface="Times New Roman"/>
              </a:rPr>
              <a:t>Scalability:</a:t>
            </a:r>
            <a:endParaRPr b="1" sz="2200">
              <a:latin typeface="Times New Roman"/>
              <a:ea typeface="Times New Roman"/>
              <a:cs typeface="Times New Roman"/>
              <a:sym typeface="Times New Roman"/>
            </a:endParaRPr>
          </a:p>
          <a:p>
            <a:pPr indent="-368300" lvl="1" marL="914400" rtl="0" algn="l">
              <a:lnSpc>
                <a:spcPct val="115000"/>
              </a:lnSpc>
              <a:spcBef>
                <a:spcPts val="0"/>
              </a:spcBef>
              <a:spcAft>
                <a:spcPts val="0"/>
              </a:spcAft>
              <a:buSzPts val="2200"/>
              <a:buFont typeface="Times New Roman"/>
              <a:buChar char="○"/>
            </a:pPr>
            <a:r>
              <a:rPr lang="en-US" sz="2200">
                <a:latin typeface="Times New Roman"/>
                <a:ea typeface="Times New Roman"/>
                <a:cs typeface="Times New Roman"/>
                <a:sym typeface="Times New Roman"/>
              </a:rPr>
              <a:t>Designing a database that can efficiently scale as traffic, data volume, and user load increase.</a:t>
            </a:r>
            <a:endParaRPr sz="2200">
              <a:latin typeface="Times New Roman"/>
              <a:ea typeface="Times New Roman"/>
              <a:cs typeface="Times New Roman"/>
              <a:sym typeface="Times New Roman"/>
            </a:endParaRPr>
          </a:p>
          <a:p>
            <a:pPr indent="-368300" lvl="1" marL="914400" rtl="0" algn="l">
              <a:lnSpc>
                <a:spcPct val="115000"/>
              </a:lnSpc>
              <a:spcBef>
                <a:spcPts val="0"/>
              </a:spcBef>
              <a:spcAft>
                <a:spcPts val="0"/>
              </a:spcAft>
              <a:buSzPts val="2200"/>
              <a:buChar char="○"/>
            </a:pPr>
            <a:r>
              <a:rPr b="1" lang="en-US" sz="2200">
                <a:latin typeface="Times New Roman"/>
                <a:ea typeface="Times New Roman"/>
                <a:cs typeface="Times New Roman"/>
                <a:sym typeface="Times New Roman"/>
              </a:rPr>
              <a:t>Solution</a:t>
            </a:r>
            <a:r>
              <a:rPr lang="en-US" sz="2200">
                <a:latin typeface="Times New Roman"/>
                <a:ea typeface="Times New Roman"/>
                <a:cs typeface="Times New Roman"/>
                <a:sym typeface="Times New Roman"/>
              </a:rPr>
              <a:t>: Use sharding, partitioning, and indexing techniques to distribute and optimize data storage for scalability.</a:t>
            </a:r>
            <a:endParaRPr sz="2200">
              <a:latin typeface="Times New Roman"/>
              <a:ea typeface="Times New Roman"/>
              <a:cs typeface="Times New Roman"/>
              <a:sym typeface="Times New Roman"/>
            </a:endParaRPr>
          </a:p>
          <a:p>
            <a:pPr indent="-368300" lvl="0" marL="457200" rtl="0" algn="l">
              <a:lnSpc>
                <a:spcPct val="115000"/>
              </a:lnSpc>
              <a:spcBef>
                <a:spcPts val="0"/>
              </a:spcBef>
              <a:spcAft>
                <a:spcPts val="0"/>
              </a:spcAft>
              <a:buSzPts val="2200"/>
              <a:buFont typeface="Times New Roman"/>
              <a:buAutoNum type="arabicPeriod"/>
            </a:pPr>
            <a:r>
              <a:rPr b="1" lang="en-US" sz="2200">
                <a:latin typeface="Times New Roman"/>
                <a:ea typeface="Times New Roman"/>
                <a:cs typeface="Times New Roman"/>
                <a:sym typeface="Times New Roman"/>
              </a:rPr>
              <a:t>Performance:</a:t>
            </a:r>
            <a:endParaRPr b="1" sz="2200">
              <a:latin typeface="Times New Roman"/>
              <a:ea typeface="Times New Roman"/>
              <a:cs typeface="Times New Roman"/>
              <a:sym typeface="Times New Roman"/>
            </a:endParaRPr>
          </a:p>
          <a:p>
            <a:pPr indent="-368300" lvl="1" marL="914400" rtl="0" algn="l">
              <a:lnSpc>
                <a:spcPct val="115000"/>
              </a:lnSpc>
              <a:spcBef>
                <a:spcPts val="0"/>
              </a:spcBef>
              <a:spcAft>
                <a:spcPts val="0"/>
              </a:spcAft>
              <a:buSzPts val="2200"/>
              <a:buFont typeface="Times New Roman"/>
              <a:buChar char="○"/>
            </a:pPr>
            <a:r>
              <a:rPr lang="en-US" sz="2200">
                <a:latin typeface="Times New Roman"/>
                <a:ea typeface="Times New Roman"/>
                <a:cs typeface="Times New Roman"/>
                <a:sym typeface="Times New Roman"/>
              </a:rPr>
              <a:t>Poorly designed databases can lead to slow queries, which affect user experience and application performance.</a:t>
            </a:r>
            <a:endParaRPr sz="2200">
              <a:latin typeface="Times New Roman"/>
              <a:ea typeface="Times New Roman"/>
              <a:cs typeface="Times New Roman"/>
              <a:sym typeface="Times New Roman"/>
            </a:endParaRPr>
          </a:p>
          <a:p>
            <a:pPr indent="-368300" lvl="1" marL="914400" rtl="0" algn="l">
              <a:lnSpc>
                <a:spcPct val="115000"/>
              </a:lnSpc>
              <a:spcBef>
                <a:spcPts val="0"/>
              </a:spcBef>
              <a:spcAft>
                <a:spcPts val="0"/>
              </a:spcAft>
              <a:buSzPts val="2200"/>
              <a:buChar char="○"/>
            </a:pPr>
            <a:r>
              <a:rPr b="1" lang="en-US" sz="2200">
                <a:latin typeface="Times New Roman"/>
                <a:ea typeface="Times New Roman"/>
                <a:cs typeface="Times New Roman"/>
                <a:sym typeface="Times New Roman"/>
              </a:rPr>
              <a:t>Solution</a:t>
            </a:r>
            <a:r>
              <a:rPr lang="en-US" sz="2200">
                <a:latin typeface="Times New Roman"/>
                <a:ea typeface="Times New Roman"/>
                <a:cs typeface="Times New Roman"/>
                <a:sym typeface="Times New Roman"/>
              </a:rPr>
              <a:t>: Optimize queries, use indexes, and consider denormalization where necessary to improve performance.</a:t>
            </a:r>
            <a:endParaRPr sz="2200">
              <a:latin typeface="Times New Roman"/>
              <a:ea typeface="Times New Roman"/>
              <a:cs typeface="Times New Roman"/>
              <a:sym typeface="Times New Roman"/>
            </a:endParaRPr>
          </a:p>
          <a:p>
            <a:pPr indent="-368300" lvl="0" marL="457200" rtl="0" algn="l">
              <a:lnSpc>
                <a:spcPct val="115000"/>
              </a:lnSpc>
              <a:spcBef>
                <a:spcPts val="0"/>
              </a:spcBef>
              <a:spcAft>
                <a:spcPts val="0"/>
              </a:spcAft>
              <a:buSzPts val="2200"/>
              <a:buFont typeface="Times New Roman"/>
              <a:buAutoNum type="arabicPeriod"/>
            </a:pPr>
            <a:r>
              <a:rPr b="1" lang="en-US" sz="2200">
                <a:latin typeface="Times New Roman"/>
                <a:ea typeface="Times New Roman"/>
                <a:cs typeface="Times New Roman"/>
                <a:sym typeface="Times New Roman"/>
              </a:rPr>
              <a:t>Security:</a:t>
            </a:r>
            <a:endParaRPr b="1" sz="2200">
              <a:latin typeface="Times New Roman"/>
              <a:ea typeface="Times New Roman"/>
              <a:cs typeface="Times New Roman"/>
              <a:sym typeface="Times New Roman"/>
            </a:endParaRPr>
          </a:p>
          <a:p>
            <a:pPr indent="-368300" lvl="1" marL="914400" rtl="0" algn="l">
              <a:lnSpc>
                <a:spcPct val="115000"/>
              </a:lnSpc>
              <a:spcBef>
                <a:spcPts val="0"/>
              </a:spcBef>
              <a:spcAft>
                <a:spcPts val="0"/>
              </a:spcAft>
              <a:buSzPts val="2200"/>
              <a:buFont typeface="Times New Roman"/>
              <a:buChar char="○"/>
            </a:pPr>
            <a:r>
              <a:rPr lang="en-US" sz="2200">
                <a:latin typeface="Times New Roman"/>
                <a:ea typeface="Times New Roman"/>
                <a:cs typeface="Times New Roman"/>
                <a:sym typeface="Times New Roman"/>
              </a:rPr>
              <a:t>Securing data against cyber threats, hacking, and ensuring compliance with privacy regulations (e.g., GDPR).</a:t>
            </a:r>
            <a:endParaRPr sz="2200">
              <a:latin typeface="Times New Roman"/>
              <a:ea typeface="Times New Roman"/>
              <a:cs typeface="Times New Roman"/>
              <a:sym typeface="Times New Roman"/>
            </a:endParaRPr>
          </a:p>
          <a:p>
            <a:pPr indent="-368300" lvl="1" marL="914400" rtl="0" algn="l">
              <a:lnSpc>
                <a:spcPct val="115000"/>
              </a:lnSpc>
              <a:spcBef>
                <a:spcPts val="0"/>
              </a:spcBef>
              <a:spcAft>
                <a:spcPts val="0"/>
              </a:spcAft>
              <a:buSzPts val="2200"/>
              <a:buChar char="○"/>
            </a:pPr>
            <a:r>
              <a:rPr b="1" lang="en-US" sz="2200">
                <a:latin typeface="Times New Roman"/>
                <a:ea typeface="Times New Roman"/>
                <a:cs typeface="Times New Roman"/>
                <a:sym typeface="Times New Roman"/>
              </a:rPr>
              <a:t>Solution</a:t>
            </a:r>
            <a:r>
              <a:rPr lang="en-US" sz="2200">
                <a:latin typeface="Times New Roman"/>
                <a:ea typeface="Times New Roman"/>
                <a:cs typeface="Times New Roman"/>
                <a:sym typeface="Times New Roman"/>
              </a:rPr>
              <a:t>: Use encryption, access controls, and regular security audits to safeguard sensitive data.</a:t>
            </a:r>
            <a:endParaRPr sz="2200">
              <a:latin typeface="Times New Roman"/>
              <a:ea typeface="Times New Roman"/>
              <a:cs typeface="Times New Roman"/>
              <a:sym typeface="Times New Roman"/>
            </a:endParaRPr>
          </a:p>
          <a:p>
            <a:pPr indent="0" lvl="0" marL="457200" rtl="0" algn="l">
              <a:lnSpc>
                <a:spcPct val="115000"/>
              </a:lnSpc>
              <a:spcBef>
                <a:spcPts val="1200"/>
              </a:spcBef>
              <a:spcAft>
                <a:spcPts val="0"/>
              </a:spcAft>
              <a:buSzPts val="1800"/>
              <a:buNone/>
            </a:pPr>
            <a:r>
              <a:t/>
            </a:r>
            <a:endParaRPr sz="2200">
              <a:latin typeface="Arial"/>
              <a:ea typeface="Arial"/>
              <a:cs typeface="Arial"/>
              <a:sym typeface="Arial"/>
            </a:endParaRPr>
          </a:p>
          <a:p>
            <a:pPr indent="0" lvl="0" marL="0" rtl="0" algn="l">
              <a:lnSpc>
                <a:spcPct val="100000"/>
              </a:lnSpc>
              <a:spcBef>
                <a:spcPts val="1200"/>
              </a:spcBef>
              <a:spcAft>
                <a:spcPts val="0"/>
              </a:spcAft>
              <a:buSzPts val="1800"/>
              <a:buNone/>
            </a:pPr>
            <a:r>
              <a:t/>
            </a:r>
            <a:endParaRPr/>
          </a:p>
        </p:txBody>
      </p:sp>
      <p:sp>
        <p:nvSpPr>
          <p:cNvPr id="129" name="Google Shape;129;g36420c64f2d_0_867"/>
          <p:cNvSpPr txBox="1"/>
          <p:nvPr>
            <p:ph idx="12" type="sldNum"/>
          </p:nvPr>
        </p:nvSpPr>
        <p:spPr>
          <a:xfrm>
            <a:off x="10270093" y="7629104"/>
            <a:ext cx="3343800" cy="438300"/>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Clr>
                <a:srgbClr val="000000"/>
              </a:buClr>
              <a:buSzPts val="1200"/>
              <a:buFont typeface="Arial"/>
              <a:buNone/>
            </a:pPr>
            <a:fld id="{00000000-1234-1234-1234-123412341234}" type="slidenum">
              <a:rPr lang="en-US"/>
              <a:t>‹#›</a:t>
            </a:fld>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4" name="Shape 134"/>
        <p:cNvGrpSpPr/>
        <p:nvPr/>
      </p:nvGrpSpPr>
      <p:grpSpPr>
        <a:xfrm>
          <a:off x="0" y="0"/>
          <a:ext cx="0" cy="0"/>
          <a:chOff x="0" y="0"/>
          <a:chExt cx="0" cy="0"/>
        </a:xfrm>
      </p:grpSpPr>
      <p:sp>
        <p:nvSpPr>
          <p:cNvPr id="135" name="Google Shape;135;g36420c64f2d_0_875"/>
          <p:cNvSpPr txBox="1"/>
          <p:nvPr>
            <p:ph idx="1" type="body"/>
          </p:nvPr>
        </p:nvSpPr>
        <p:spPr>
          <a:xfrm>
            <a:off x="716522" y="1646250"/>
            <a:ext cx="12897300" cy="5432100"/>
          </a:xfrm>
          <a:prstGeom prst="rect">
            <a:avLst/>
          </a:prstGeom>
          <a:noFill/>
          <a:ln>
            <a:noFill/>
          </a:ln>
        </p:spPr>
        <p:txBody>
          <a:bodyPr anchorCtr="0" anchor="t" bIns="45700" lIns="91425" spcFirstLastPara="1" rIns="91425" wrap="square" tIns="45700">
            <a:noAutofit/>
          </a:bodyPr>
          <a:lstStyle/>
          <a:p>
            <a:pPr indent="0" lvl="0" marL="0" rtl="0" algn="l">
              <a:lnSpc>
                <a:spcPct val="115000"/>
              </a:lnSpc>
              <a:spcBef>
                <a:spcPts val="1200"/>
              </a:spcBef>
              <a:spcAft>
                <a:spcPts val="0"/>
              </a:spcAft>
              <a:buSzPts val="1800"/>
              <a:buNone/>
            </a:pPr>
            <a:r>
              <a:rPr b="1" lang="en-US" sz="2200">
                <a:latin typeface="Times New Roman"/>
                <a:ea typeface="Times New Roman"/>
                <a:cs typeface="Times New Roman"/>
                <a:sym typeface="Times New Roman"/>
              </a:rPr>
              <a:t>5. Evolving Requirements:</a:t>
            </a:r>
            <a:endParaRPr b="1" sz="2200">
              <a:latin typeface="Times New Roman"/>
              <a:ea typeface="Times New Roman"/>
              <a:cs typeface="Times New Roman"/>
              <a:sym typeface="Times New Roman"/>
            </a:endParaRPr>
          </a:p>
          <a:p>
            <a:pPr indent="-368300" lvl="1" marL="914400" rtl="0" algn="l">
              <a:lnSpc>
                <a:spcPct val="115000"/>
              </a:lnSpc>
              <a:spcBef>
                <a:spcPts val="1200"/>
              </a:spcBef>
              <a:spcAft>
                <a:spcPts val="0"/>
              </a:spcAft>
              <a:buSzPts val="2200"/>
              <a:buFont typeface="Times New Roman"/>
              <a:buChar char="○"/>
            </a:pPr>
            <a:r>
              <a:rPr lang="en-US" sz="2200">
                <a:latin typeface="Times New Roman"/>
                <a:ea typeface="Times New Roman"/>
                <a:cs typeface="Times New Roman"/>
                <a:sym typeface="Times New Roman"/>
              </a:rPr>
              <a:t>Designing a database that can adapt to new requirements without major rework.</a:t>
            </a:r>
            <a:endParaRPr sz="2200">
              <a:latin typeface="Times New Roman"/>
              <a:ea typeface="Times New Roman"/>
              <a:cs typeface="Times New Roman"/>
              <a:sym typeface="Times New Roman"/>
            </a:endParaRPr>
          </a:p>
          <a:p>
            <a:pPr indent="-368300" lvl="1" marL="914400" rtl="0" algn="l">
              <a:lnSpc>
                <a:spcPct val="115000"/>
              </a:lnSpc>
              <a:spcBef>
                <a:spcPts val="0"/>
              </a:spcBef>
              <a:spcAft>
                <a:spcPts val="0"/>
              </a:spcAft>
              <a:buSzPts val="2200"/>
              <a:buChar char="○"/>
            </a:pPr>
            <a:r>
              <a:rPr b="1" lang="en-US" sz="2200">
                <a:latin typeface="Times New Roman"/>
                <a:ea typeface="Times New Roman"/>
                <a:cs typeface="Times New Roman"/>
                <a:sym typeface="Times New Roman"/>
              </a:rPr>
              <a:t>Solution</a:t>
            </a:r>
            <a:r>
              <a:rPr lang="en-US" sz="2200">
                <a:latin typeface="Times New Roman"/>
                <a:ea typeface="Times New Roman"/>
                <a:cs typeface="Times New Roman"/>
                <a:sym typeface="Times New Roman"/>
              </a:rPr>
              <a:t>: Ensure flexibility in the database design by using patterns like schema evolution, versioning, and keeping the schema adaptable.</a:t>
            </a:r>
            <a:endParaRPr sz="2200">
              <a:latin typeface="Times New Roman"/>
              <a:ea typeface="Times New Roman"/>
              <a:cs typeface="Times New Roman"/>
              <a:sym typeface="Times New Roman"/>
            </a:endParaRPr>
          </a:p>
          <a:p>
            <a:pPr indent="0" lvl="0" marL="0" rtl="0" algn="l">
              <a:lnSpc>
                <a:spcPct val="115000"/>
              </a:lnSpc>
              <a:spcBef>
                <a:spcPts val="1200"/>
              </a:spcBef>
              <a:spcAft>
                <a:spcPts val="0"/>
              </a:spcAft>
              <a:buSzPts val="1800"/>
              <a:buNone/>
            </a:pPr>
            <a:r>
              <a:rPr lang="en-US" sz="2200">
                <a:latin typeface="Times New Roman"/>
                <a:ea typeface="Times New Roman"/>
                <a:cs typeface="Times New Roman"/>
                <a:sym typeface="Times New Roman"/>
              </a:rPr>
              <a:t>6. </a:t>
            </a:r>
            <a:r>
              <a:rPr b="1" lang="en-US" sz="2200">
                <a:latin typeface="Times New Roman"/>
                <a:ea typeface="Times New Roman"/>
                <a:cs typeface="Times New Roman"/>
                <a:sym typeface="Times New Roman"/>
              </a:rPr>
              <a:t>Handling Complex Relationships:</a:t>
            </a:r>
            <a:endParaRPr b="1" sz="2200">
              <a:latin typeface="Times New Roman"/>
              <a:ea typeface="Times New Roman"/>
              <a:cs typeface="Times New Roman"/>
              <a:sym typeface="Times New Roman"/>
            </a:endParaRPr>
          </a:p>
          <a:p>
            <a:pPr indent="-368300" lvl="1" marL="914400" rtl="0" algn="l">
              <a:lnSpc>
                <a:spcPct val="115000"/>
              </a:lnSpc>
              <a:spcBef>
                <a:spcPts val="1200"/>
              </a:spcBef>
              <a:spcAft>
                <a:spcPts val="0"/>
              </a:spcAft>
              <a:buSzPts val="2200"/>
              <a:buFont typeface="Times New Roman"/>
              <a:buChar char="○"/>
            </a:pPr>
            <a:r>
              <a:rPr lang="en-US" sz="2200">
                <a:latin typeface="Times New Roman"/>
                <a:ea typeface="Times New Roman"/>
                <a:cs typeface="Times New Roman"/>
                <a:sym typeface="Times New Roman"/>
              </a:rPr>
              <a:t>Creating a database schema that can accurately represent and manage these relationships without causing confusion or inefficiency.</a:t>
            </a:r>
            <a:endParaRPr sz="2200">
              <a:latin typeface="Times New Roman"/>
              <a:ea typeface="Times New Roman"/>
              <a:cs typeface="Times New Roman"/>
              <a:sym typeface="Times New Roman"/>
            </a:endParaRPr>
          </a:p>
          <a:p>
            <a:pPr indent="-368300" lvl="1" marL="914400" rtl="0" algn="l">
              <a:lnSpc>
                <a:spcPct val="115000"/>
              </a:lnSpc>
              <a:spcBef>
                <a:spcPts val="0"/>
              </a:spcBef>
              <a:spcAft>
                <a:spcPts val="0"/>
              </a:spcAft>
              <a:buSzPts val="2200"/>
              <a:buChar char="○"/>
            </a:pPr>
            <a:r>
              <a:rPr b="1" lang="en-US" sz="2200">
                <a:latin typeface="Times New Roman"/>
                <a:ea typeface="Times New Roman"/>
                <a:cs typeface="Times New Roman"/>
                <a:sym typeface="Times New Roman"/>
              </a:rPr>
              <a:t>Solution</a:t>
            </a:r>
            <a:r>
              <a:rPr lang="en-US" sz="2200">
                <a:latin typeface="Times New Roman"/>
                <a:ea typeface="Times New Roman"/>
                <a:cs typeface="Times New Roman"/>
                <a:sym typeface="Times New Roman"/>
              </a:rPr>
              <a:t>: Use appropriate normalization and relationship management techniques (e.g., join tables for many-to-many relationships).</a:t>
            </a:r>
            <a:endParaRPr>
              <a:latin typeface="Times New Roman"/>
              <a:ea typeface="Times New Roman"/>
              <a:cs typeface="Times New Roman"/>
              <a:sym typeface="Times New Roman"/>
            </a:endParaRPr>
          </a:p>
        </p:txBody>
      </p:sp>
      <p:sp>
        <p:nvSpPr>
          <p:cNvPr id="136" name="Google Shape;136;g36420c64f2d_0_875"/>
          <p:cNvSpPr txBox="1"/>
          <p:nvPr>
            <p:ph idx="12" type="sldNum"/>
          </p:nvPr>
        </p:nvSpPr>
        <p:spPr>
          <a:xfrm>
            <a:off x="10270093" y="7629104"/>
            <a:ext cx="3343800" cy="438300"/>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Clr>
                <a:srgbClr val="000000"/>
              </a:buClr>
              <a:buSzPts val="1200"/>
              <a:buFont typeface="Arial"/>
              <a:buNone/>
            </a:pPr>
            <a:fld id="{00000000-1234-1234-1234-123412341234}" type="slidenum">
              <a:rPr lang="en-US"/>
              <a:t>‹#›</a:t>
            </a:fld>
            <a:endParaRPr/>
          </a:p>
        </p:txBody>
      </p: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file>