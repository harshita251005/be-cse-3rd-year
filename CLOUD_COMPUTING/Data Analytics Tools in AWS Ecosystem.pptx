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8231175" cx="14330350"/>
  <p:notesSz cx="6858000" cy="9144000"/>
  <p:embeddedFontLst>
    <p:embeddedFont>
      <p:font typeface="Sora Medium"/>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guide id="3" orient="horz" pos="2593">
          <p15:clr>
            <a:srgbClr val="A4A3A4"/>
          </p15:clr>
        </p15:guide>
        <p15:guide id="4" pos="4579">
          <p15:clr>
            <a:srgbClr val="A4A3A4"/>
          </p15:clr>
        </p15:guide>
        <p15:guide id="5" orient="horz" pos="2079">
          <p15:clr>
            <a:srgbClr val="A4A3A4"/>
          </p15:clr>
        </p15:guide>
        <p15:guide id="6" orient="horz" pos="2496">
          <p15:clr>
            <a:srgbClr val="A4A3A4"/>
          </p15:clr>
        </p15:guide>
        <p15:guide id="7" orient="horz" pos="2245">
          <p15:clr>
            <a:srgbClr val="A4A3A4"/>
          </p15:clr>
        </p15:guide>
        <p15:guide id="8" orient="horz" pos="2694">
          <p15:clr>
            <a:srgbClr val="A4A3A4"/>
          </p15:clr>
        </p15:guide>
        <p15:guide id="9" orient="horz" pos="2162">
          <p15:clr>
            <a:srgbClr val="A4A3A4"/>
          </p15:clr>
        </p15:guide>
        <p15:guide id="10" orient="horz" pos="2594">
          <p15:clr>
            <a:srgbClr val="A4A3A4"/>
          </p15:clr>
        </p15:guide>
        <p15:guide id="11" pos="3785">
          <p15:clr>
            <a:srgbClr val="A4A3A4"/>
          </p15:clr>
        </p15:guide>
        <p15:guide id="12" pos="4514">
          <p15:clr>
            <a:srgbClr val="A4A3A4"/>
          </p15:clr>
        </p15:guide>
      </p15:sldGuideLst>
    </p:ext>
    <p:ext uri="GoogleSlidesCustomDataVersion2">
      <go:slidesCustomData xmlns:go="http://customooxmlschemas.google.com/" r:id="rId43" roundtripDataSignature="AMtx7miV+hP4rGh/K26Q7PFIvTcUCDjR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 pos="2593" orient="horz"/>
        <p:guide pos="4579"/>
        <p:guide pos="2079" orient="horz"/>
        <p:guide pos="2496" orient="horz"/>
        <p:guide pos="2245" orient="horz"/>
        <p:guide pos="2694" orient="horz"/>
        <p:guide pos="2162" orient="horz"/>
        <p:guide pos="2594" orient="horz"/>
        <p:guide pos="3785"/>
        <p:guide pos="451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SoraMedium-bold.fntdata"/><Relationship Id="rId41" Type="http://schemas.openxmlformats.org/officeDocument/2006/relationships/font" Target="fonts/SoraMedium-regular.fntdata"/><Relationship Id="rId22" Type="http://schemas.openxmlformats.org/officeDocument/2006/relationships/slide" Target="slides/slide17.xml"/><Relationship Id="rId21" Type="http://schemas.openxmlformats.org/officeDocument/2006/relationships/slide" Target="slides/slide16.xml"/><Relationship Id="rId43"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9" name="Google Shape;49;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0" name="Google Shape;50;p1: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0" name="Google Shape;60;p2: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7" name="Google Shape;67;p3: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4" name="Google Shape;74;p4: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1" name="Google Shape;81;p5: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9" name="Google Shape;89;p6: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6" name="Google Shape;96;p7: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3" name="Google Shape;103;p8: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0" name="Google Shape;110;p9: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9" name="Google Shape;119;p10: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6" name="Google Shape;126;p1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3" name="Google Shape;133;p12: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2" name="Google Shape;142;p13: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9" name="Google Shape;149;p14: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7" name="Google Shape;157;p15: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4" name="Google Shape;164;p16: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2" name="Google Shape;172;p17: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9" name="Google Shape;179;p18: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6" name="Google Shape;186;p19: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3" name="Google Shape;193;p20: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0" name="Google Shape;200;p2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7" name="Google Shape;207;p22: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4" name="Google Shape;214;p23: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1" name="Google Shape;221;p24: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8" name="Google Shape;228;p25: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5" name="Google Shape;235;p26: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2" name="Google Shape;242;p27: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9" name="Google Shape;249;p28: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6" name="Google Shape;256;p29: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4" name="Google Shape;264;p30: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2" name="Google Shape;272;p3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9" name="Google Shape;279;p32: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6" name="Google Shape;286;p33: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3" name="Google Shape;293;p34: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0" name="Google Shape;300;p35: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pic>
        <p:nvPicPr>
          <p:cNvPr descr="LOGO.gif" id="25" name="Google Shape;25;p37"/>
          <p:cNvPicPr preferRelativeResize="0"/>
          <p:nvPr/>
        </p:nvPicPr>
        <p:blipFill rotWithShape="1">
          <a:blip r:embed="rId2">
            <a:alphaModFix/>
          </a:blip>
          <a:srcRect b="10713" l="0" r="0" t="0"/>
          <a:stretch/>
        </p:blipFill>
        <p:spPr>
          <a:xfrm>
            <a:off x="10270103" y="274375"/>
            <a:ext cx="3224332" cy="762147"/>
          </a:xfrm>
          <a:prstGeom prst="rect">
            <a:avLst/>
          </a:prstGeom>
          <a:noFill/>
          <a:ln>
            <a:noFill/>
          </a:ln>
        </p:spPr>
      </p:pic>
      <p:grpSp>
        <p:nvGrpSpPr>
          <p:cNvPr id="26" name="Google Shape;26;p37"/>
          <p:cNvGrpSpPr/>
          <p:nvPr/>
        </p:nvGrpSpPr>
        <p:grpSpPr>
          <a:xfrm>
            <a:off x="9633189" y="2"/>
            <a:ext cx="4697174" cy="1051763"/>
            <a:chOff x="6096000" y="3924300"/>
            <a:chExt cx="2997200" cy="876300"/>
          </a:xfrm>
        </p:grpSpPr>
        <p:sp>
          <p:nvSpPr>
            <p:cNvPr id="27" name="Google Shape;27;p37"/>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OGO.gif" id="28" name="Google Shape;28;p37"/>
            <p:cNvPicPr preferRelativeResize="0"/>
            <p:nvPr/>
          </p:nvPicPr>
          <p:blipFill rotWithShape="1">
            <a:blip r:embed="rId2">
              <a:alphaModFix/>
            </a:blip>
            <a:srcRect b="10713" l="0" r="0" t="0"/>
            <a:stretch/>
          </p:blipFill>
          <p:spPr>
            <a:xfrm>
              <a:off x="6502400" y="4152900"/>
              <a:ext cx="2057400" cy="635000"/>
            </a:xfrm>
            <a:prstGeom prst="rect">
              <a:avLst/>
            </a:prstGeom>
            <a:noFill/>
            <a:ln>
              <a:noFill/>
            </a:ln>
          </p:spPr>
        </p:pic>
        <p:sp>
          <p:nvSpPr>
            <p:cNvPr id="29" name="Google Shape;29;p37"/>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descr="logo.jpg" id="30" name="Google Shape;30;p37"/>
          <p:cNvPicPr preferRelativeResize="0"/>
          <p:nvPr/>
        </p:nvPicPr>
        <p:blipFill rotWithShape="1">
          <a:blip r:embed="rId3">
            <a:alphaModFix/>
          </a:blip>
          <a:srcRect b="0" l="0" r="0" t="0"/>
          <a:stretch/>
        </p:blipFill>
        <p:spPr>
          <a:xfrm>
            <a:off x="10270101" y="274378"/>
            <a:ext cx="3010371" cy="731662"/>
          </a:xfrm>
          <a:prstGeom prst="rect">
            <a:avLst/>
          </a:prstGeom>
          <a:noFill/>
          <a:ln>
            <a:noFill/>
          </a:ln>
        </p:spPr>
      </p:pic>
      <p:sp>
        <p:nvSpPr>
          <p:cNvPr id="31" name="Google Shape;31;p37"/>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37"/>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3" name="Google Shape;33;p37"/>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7"/>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7"/>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6" name="Shape 36"/>
        <p:cNvGrpSpPr/>
        <p:nvPr/>
      </p:nvGrpSpPr>
      <p:grpSpPr>
        <a:xfrm>
          <a:off x="0" y="0"/>
          <a:ext cx="0" cy="0"/>
          <a:chOff x="0" y="0"/>
          <a:chExt cx="0" cy="0"/>
        </a:xfrm>
      </p:grpSpPr>
      <p:sp>
        <p:nvSpPr>
          <p:cNvPr id="37" name="Google Shape;37;p38"/>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8"/>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8"/>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0" name="Shape 40"/>
        <p:cNvGrpSpPr/>
        <p:nvPr/>
      </p:nvGrpSpPr>
      <p:grpSpPr>
        <a:xfrm>
          <a:off x="0" y="0"/>
          <a:ext cx="0" cy="0"/>
          <a:chOff x="0" y="0"/>
          <a:chExt cx="0" cy="0"/>
        </a:xfrm>
      </p:grpSpPr>
      <p:sp>
        <p:nvSpPr>
          <p:cNvPr id="41" name="Google Shape;41;p39"/>
          <p:cNvSpPr txBox="1"/>
          <p:nvPr>
            <p:ph type="ctrTitle"/>
          </p:nvPr>
        </p:nvSpPr>
        <p:spPr>
          <a:xfrm>
            <a:off x="10" y="3"/>
            <a:ext cx="8598218" cy="109749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39"/>
          <p:cNvSpPr txBox="1"/>
          <p:nvPr>
            <p:ph idx="1" type="subTitle"/>
          </p:nvPr>
        </p:nvSpPr>
        <p:spPr>
          <a:xfrm>
            <a:off x="835942" y="1646241"/>
            <a:ext cx="12777907" cy="5670373"/>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43" name="Google Shape;43;p39"/>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9"/>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9"/>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200">
                <a:solidFill>
                  <a:srgbClr val="898989"/>
                </a:solidFill>
                <a:latin typeface="Calibri"/>
                <a:ea typeface="Calibri"/>
                <a:cs typeface="Calibri"/>
                <a:sym typeface="Calibri"/>
              </a:defRPr>
            </a:lvl1pPr>
            <a:lvl2pPr indent="0" lvl="1" marL="0" algn="r">
              <a:spcBef>
                <a:spcPts val="0"/>
              </a:spcBef>
              <a:spcAft>
                <a:spcPts val="0"/>
              </a:spcAft>
              <a:buNone/>
              <a:defRPr sz="1200">
                <a:solidFill>
                  <a:srgbClr val="898989"/>
                </a:solidFill>
                <a:latin typeface="Calibri"/>
                <a:ea typeface="Calibri"/>
                <a:cs typeface="Calibri"/>
                <a:sym typeface="Calibri"/>
              </a:defRPr>
            </a:lvl2pPr>
            <a:lvl3pPr indent="0" lvl="2" marL="0" algn="r">
              <a:spcBef>
                <a:spcPts val="0"/>
              </a:spcBef>
              <a:spcAft>
                <a:spcPts val="0"/>
              </a:spcAft>
              <a:buNone/>
              <a:defRPr sz="1200">
                <a:solidFill>
                  <a:srgbClr val="898989"/>
                </a:solidFill>
                <a:latin typeface="Calibri"/>
                <a:ea typeface="Calibri"/>
                <a:cs typeface="Calibri"/>
                <a:sym typeface="Calibri"/>
              </a:defRPr>
            </a:lvl3pPr>
            <a:lvl4pPr indent="0" lvl="3" marL="0" algn="r">
              <a:spcBef>
                <a:spcPts val="0"/>
              </a:spcBef>
              <a:spcAft>
                <a:spcPts val="0"/>
              </a:spcAft>
              <a:buNone/>
              <a:defRPr sz="1200">
                <a:solidFill>
                  <a:srgbClr val="898989"/>
                </a:solidFill>
                <a:latin typeface="Calibri"/>
                <a:ea typeface="Calibri"/>
                <a:cs typeface="Calibri"/>
                <a:sym typeface="Calibri"/>
              </a:defRPr>
            </a:lvl4pPr>
            <a:lvl5pPr indent="0" lvl="4" marL="0" algn="r">
              <a:spcBef>
                <a:spcPts val="0"/>
              </a:spcBef>
              <a:spcAft>
                <a:spcPts val="0"/>
              </a:spcAft>
              <a:buNone/>
              <a:defRPr sz="1200">
                <a:solidFill>
                  <a:srgbClr val="898989"/>
                </a:solidFill>
                <a:latin typeface="Calibri"/>
                <a:ea typeface="Calibri"/>
                <a:cs typeface="Calibri"/>
                <a:sym typeface="Calibri"/>
              </a:defRPr>
            </a:lvl5pPr>
            <a:lvl6pPr indent="0" lvl="5" marL="0" algn="r">
              <a:spcBef>
                <a:spcPts val="0"/>
              </a:spcBef>
              <a:spcAft>
                <a:spcPts val="0"/>
              </a:spcAft>
              <a:buNone/>
              <a:defRPr sz="1200">
                <a:solidFill>
                  <a:srgbClr val="898989"/>
                </a:solidFill>
                <a:latin typeface="Calibri"/>
                <a:ea typeface="Calibri"/>
                <a:cs typeface="Calibri"/>
                <a:sym typeface="Calibri"/>
              </a:defRPr>
            </a:lvl6pPr>
            <a:lvl7pPr indent="0" lvl="6" marL="0" algn="r">
              <a:spcBef>
                <a:spcPts val="0"/>
              </a:spcBef>
              <a:spcAft>
                <a:spcPts val="0"/>
              </a:spcAft>
              <a:buNone/>
              <a:defRPr sz="1200">
                <a:solidFill>
                  <a:srgbClr val="898989"/>
                </a:solidFill>
                <a:latin typeface="Calibri"/>
                <a:ea typeface="Calibri"/>
                <a:cs typeface="Calibri"/>
                <a:sym typeface="Calibri"/>
              </a:defRPr>
            </a:lvl7pPr>
            <a:lvl8pPr indent="0" lvl="7" marL="0" algn="r">
              <a:spcBef>
                <a:spcPts val="0"/>
              </a:spcBef>
              <a:spcAft>
                <a:spcPts val="0"/>
              </a:spcAft>
              <a:buNone/>
              <a:defRPr sz="1200">
                <a:solidFill>
                  <a:srgbClr val="898989"/>
                </a:solidFill>
                <a:latin typeface="Calibri"/>
                <a:ea typeface="Calibri"/>
                <a:cs typeface="Calibri"/>
                <a:sym typeface="Calibri"/>
              </a:defRPr>
            </a:lvl8pPr>
            <a:lvl9pPr indent="0" lvl="8" marL="0" algn="r">
              <a:spcBef>
                <a:spcPts val="0"/>
              </a:spcBef>
              <a:spcAft>
                <a:spcPts val="0"/>
              </a:spcAft>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9pPr>
          </a:lstStyle>
          <a:p/>
        </p:txBody>
      </p:sp>
      <p:sp>
        <p:nvSpPr>
          <p:cNvPr id="11" name="Google Shape;11;p36"/>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6"/>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6"/>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6"/>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98989"/>
                </a:solidFill>
                <a:latin typeface="Calibri"/>
                <a:ea typeface="Calibri"/>
                <a:cs typeface="Calibri"/>
                <a:sym typeface="Calibri"/>
              </a:defRPr>
            </a:lvl1pPr>
            <a:lvl2pPr indent="0" lvl="1" marL="0" marR="0" rtl="0" algn="r">
              <a:spcBef>
                <a:spcPts val="0"/>
              </a:spcBef>
              <a:spcAft>
                <a:spcPts val="0"/>
              </a:spcAft>
              <a:buNone/>
              <a:defRPr b="0" i="0" sz="1200" u="none" cap="none" strike="noStrike">
                <a:solidFill>
                  <a:srgbClr val="898989"/>
                </a:solidFill>
                <a:latin typeface="Calibri"/>
                <a:ea typeface="Calibri"/>
                <a:cs typeface="Calibri"/>
                <a:sym typeface="Calibri"/>
              </a:defRPr>
            </a:lvl2pPr>
            <a:lvl3pPr indent="0" lvl="2" marL="0" marR="0" rtl="0" algn="r">
              <a:spcBef>
                <a:spcPts val="0"/>
              </a:spcBef>
              <a:spcAft>
                <a:spcPts val="0"/>
              </a:spcAft>
              <a:buNone/>
              <a:defRPr b="0" i="0" sz="1200" u="none" cap="none" strike="noStrike">
                <a:solidFill>
                  <a:srgbClr val="898989"/>
                </a:solidFill>
                <a:latin typeface="Calibri"/>
                <a:ea typeface="Calibri"/>
                <a:cs typeface="Calibri"/>
                <a:sym typeface="Calibri"/>
              </a:defRPr>
            </a:lvl3pPr>
            <a:lvl4pPr indent="0" lvl="3" marL="0" marR="0" rtl="0" algn="r">
              <a:spcBef>
                <a:spcPts val="0"/>
              </a:spcBef>
              <a:spcAft>
                <a:spcPts val="0"/>
              </a:spcAft>
              <a:buNone/>
              <a:defRPr b="0" i="0" sz="1200" u="none" cap="none" strike="noStrike">
                <a:solidFill>
                  <a:srgbClr val="898989"/>
                </a:solidFill>
                <a:latin typeface="Calibri"/>
                <a:ea typeface="Calibri"/>
                <a:cs typeface="Calibri"/>
                <a:sym typeface="Calibri"/>
              </a:defRPr>
            </a:lvl4pPr>
            <a:lvl5pPr indent="0" lvl="4" marL="0" marR="0" rtl="0" algn="r">
              <a:spcBef>
                <a:spcPts val="0"/>
              </a:spcBef>
              <a:spcAft>
                <a:spcPts val="0"/>
              </a:spcAft>
              <a:buNone/>
              <a:defRPr b="0" i="0" sz="1200" u="none" cap="none" strike="noStrike">
                <a:solidFill>
                  <a:srgbClr val="898989"/>
                </a:solidFill>
                <a:latin typeface="Calibri"/>
                <a:ea typeface="Calibri"/>
                <a:cs typeface="Calibri"/>
                <a:sym typeface="Calibri"/>
              </a:defRPr>
            </a:lvl5pPr>
            <a:lvl6pPr indent="0" lvl="5" marL="0" marR="0" rtl="0" algn="r">
              <a:spcBef>
                <a:spcPts val="0"/>
              </a:spcBef>
              <a:spcAft>
                <a:spcPts val="0"/>
              </a:spcAft>
              <a:buNone/>
              <a:defRPr b="0" i="0" sz="1200" u="none" cap="none" strike="noStrike">
                <a:solidFill>
                  <a:srgbClr val="898989"/>
                </a:solidFill>
                <a:latin typeface="Calibri"/>
                <a:ea typeface="Calibri"/>
                <a:cs typeface="Calibri"/>
                <a:sym typeface="Calibri"/>
              </a:defRPr>
            </a:lvl6pPr>
            <a:lvl7pPr indent="0" lvl="6" marL="0" marR="0" rtl="0" algn="r">
              <a:spcBef>
                <a:spcPts val="0"/>
              </a:spcBef>
              <a:spcAft>
                <a:spcPts val="0"/>
              </a:spcAft>
              <a:buNone/>
              <a:defRPr b="0" i="0" sz="1200" u="none" cap="none" strike="noStrike">
                <a:solidFill>
                  <a:srgbClr val="898989"/>
                </a:solidFill>
                <a:latin typeface="Calibri"/>
                <a:ea typeface="Calibri"/>
                <a:cs typeface="Calibri"/>
                <a:sym typeface="Calibri"/>
              </a:defRPr>
            </a:lvl7pPr>
            <a:lvl8pPr indent="0" lvl="7" marL="0" marR="0" rtl="0" algn="r">
              <a:spcBef>
                <a:spcPts val="0"/>
              </a:spcBef>
              <a:spcAft>
                <a:spcPts val="0"/>
              </a:spcAft>
              <a:buNone/>
              <a:defRPr b="0" i="0" sz="1200" u="none" cap="none" strike="noStrike">
                <a:solidFill>
                  <a:srgbClr val="898989"/>
                </a:solidFill>
                <a:latin typeface="Calibri"/>
                <a:ea typeface="Calibri"/>
                <a:cs typeface="Calibri"/>
                <a:sym typeface="Calibri"/>
              </a:defRPr>
            </a:lvl8pPr>
            <a:lvl9pPr indent="0" lvl="8" marL="0" marR="0" rtl="0" algn="r">
              <a:spcBef>
                <a:spcPts val="0"/>
              </a:spcBef>
              <a:spcAft>
                <a:spcPts val="0"/>
              </a:spcAft>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36"/>
          <p:cNvSpPr/>
          <p:nvPr/>
        </p:nvSpPr>
        <p:spPr>
          <a:xfrm>
            <a:off x="6" y="2"/>
            <a:ext cx="14330363" cy="1006034"/>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36"/>
          <p:cNvSpPr/>
          <p:nvPr/>
        </p:nvSpPr>
        <p:spPr>
          <a:xfrm flipH="1" rot="10800000">
            <a:off x="6" y="8048276"/>
            <a:ext cx="14330363" cy="2377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OGO.gif" id="17" name="Google Shape;17;p36"/>
          <p:cNvPicPr preferRelativeResize="0"/>
          <p:nvPr/>
        </p:nvPicPr>
        <p:blipFill rotWithShape="1">
          <a:blip r:embed="rId1">
            <a:alphaModFix/>
          </a:blip>
          <a:srcRect b="10713" l="0" r="0" t="0"/>
          <a:stretch/>
        </p:blipFill>
        <p:spPr>
          <a:xfrm>
            <a:off x="10270103" y="274375"/>
            <a:ext cx="3224332" cy="762147"/>
          </a:xfrm>
          <a:prstGeom prst="rect">
            <a:avLst/>
          </a:prstGeom>
          <a:noFill/>
          <a:ln>
            <a:noFill/>
          </a:ln>
        </p:spPr>
      </p:pic>
      <p:pic>
        <p:nvPicPr>
          <p:cNvPr descr="LOGO.gif" id="18" name="Google Shape;18;p36"/>
          <p:cNvPicPr preferRelativeResize="0"/>
          <p:nvPr/>
        </p:nvPicPr>
        <p:blipFill rotWithShape="1">
          <a:blip r:embed="rId1">
            <a:alphaModFix/>
          </a:blip>
          <a:srcRect b="10713" l="0" r="0" t="0"/>
          <a:stretch/>
        </p:blipFill>
        <p:spPr>
          <a:xfrm>
            <a:off x="10270103" y="274375"/>
            <a:ext cx="3224332" cy="762147"/>
          </a:xfrm>
          <a:prstGeom prst="rect">
            <a:avLst/>
          </a:prstGeom>
          <a:noFill/>
          <a:ln>
            <a:noFill/>
          </a:ln>
        </p:spPr>
      </p:pic>
      <p:grpSp>
        <p:nvGrpSpPr>
          <p:cNvPr id="19" name="Google Shape;19;p36"/>
          <p:cNvGrpSpPr/>
          <p:nvPr/>
        </p:nvGrpSpPr>
        <p:grpSpPr>
          <a:xfrm>
            <a:off x="9633189" y="2"/>
            <a:ext cx="4697174" cy="1051763"/>
            <a:chOff x="6096000" y="3924300"/>
            <a:chExt cx="2997200" cy="876300"/>
          </a:xfrm>
        </p:grpSpPr>
        <p:sp>
          <p:nvSpPr>
            <p:cNvPr id="20" name="Google Shape;20;p36"/>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OGO.gif" id="21" name="Google Shape;21;p36"/>
            <p:cNvPicPr preferRelativeResize="0"/>
            <p:nvPr/>
          </p:nvPicPr>
          <p:blipFill rotWithShape="1">
            <a:blip r:embed="rId1">
              <a:alphaModFix/>
            </a:blip>
            <a:srcRect b="10713" l="0" r="0" t="0"/>
            <a:stretch/>
          </p:blipFill>
          <p:spPr>
            <a:xfrm>
              <a:off x="6502400" y="4152900"/>
              <a:ext cx="2057400" cy="635000"/>
            </a:xfrm>
            <a:prstGeom prst="rect">
              <a:avLst/>
            </a:prstGeom>
            <a:noFill/>
            <a:ln>
              <a:noFill/>
            </a:ln>
          </p:spPr>
        </p:pic>
        <p:sp>
          <p:nvSpPr>
            <p:cNvPr id="22" name="Google Shape;22;p36"/>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descr="logo.jpg" id="23" name="Google Shape;23;p36"/>
          <p:cNvPicPr preferRelativeResize="0"/>
          <p:nvPr/>
        </p:nvPicPr>
        <p:blipFill rotWithShape="1">
          <a:blip r:embed="rId2">
            <a:alphaModFix/>
          </a:blip>
          <a:srcRect b="0" l="0" r="0" t="0"/>
          <a:stretch/>
        </p:blipFill>
        <p:spPr>
          <a:xfrm>
            <a:off x="10270101" y="274378"/>
            <a:ext cx="3010371" cy="7316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
          <p:cNvSpPr txBox="1"/>
          <p:nvPr/>
        </p:nvSpPr>
        <p:spPr>
          <a:xfrm>
            <a:off x="3134773" y="7036631"/>
            <a:ext cx="8150394"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Times New Roman"/>
                <a:ea typeface="Times New Roman"/>
                <a:cs typeface="Times New Roman"/>
                <a:sym typeface="Times New Roman"/>
              </a:rPr>
              <a:t>Chitkara University Institute of Engineering and Technology,</a:t>
            </a:r>
            <a:br>
              <a:rPr lang="en-US" sz="1800">
                <a:solidFill>
                  <a:schemeClr val="dk1"/>
                </a:solidFill>
                <a:latin typeface="Times New Roman"/>
                <a:ea typeface="Times New Roman"/>
                <a:cs typeface="Times New Roman"/>
                <a:sym typeface="Times New Roman"/>
              </a:rPr>
            </a:br>
            <a:r>
              <a:rPr b="1" lang="en-US" sz="1800">
                <a:solidFill>
                  <a:schemeClr val="dk1"/>
                </a:solidFill>
                <a:latin typeface="Times New Roman"/>
                <a:ea typeface="Times New Roman"/>
                <a:cs typeface="Times New Roman"/>
                <a:sym typeface="Times New Roman"/>
              </a:rPr>
              <a:t>Chitkara University, Punjab, India</a:t>
            </a:r>
            <a:endParaRPr sz="1800">
              <a:solidFill>
                <a:schemeClr val="dk1"/>
              </a:solidFill>
              <a:latin typeface="Times New Roman"/>
              <a:ea typeface="Times New Roman"/>
              <a:cs typeface="Times New Roman"/>
              <a:sym typeface="Times New Roman"/>
            </a:endParaRPr>
          </a:p>
        </p:txBody>
      </p:sp>
      <p:sp>
        <p:nvSpPr>
          <p:cNvPr id="53" name="Google Shape;53;p1"/>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54" name="Google Shape;54;p1"/>
          <p:cNvSpPr/>
          <p:nvPr/>
        </p:nvSpPr>
        <p:spPr>
          <a:xfrm>
            <a:off x="3205359" y="6477391"/>
            <a:ext cx="7830086" cy="55923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Department of Computer Science &amp; Engineering</a:t>
            </a:r>
            <a:endParaRPr/>
          </a:p>
        </p:txBody>
      </p:sp>
      <p:sp>
        <p:nvSpPr>
          <p:cNvPr id="55" name="Google Shape;55;p1"/>
          <p:cNvSpPr/>
          <p:nvPr/>
        </p:nvSpPr>
        <p:spPr>
          <a:xfrm>
            <a:off x="1782613" y="2024154"/>
            <a:ext cx="10487967" cy="175432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5400">
                <a:solidFill>
                  <a:schemeClr val="dk1"/>
                </a:solidFill>
                <a:latin typeface="Arial"/>
                <a:ea typeface="Arial"/>
                <a:cs typeface="Arial"/>
                <a:sym typeface="Arial"/>
              </a:rPr>
              <a:t>Data Analytics Tools in AWS Ecosystem</a:t>
            </a:r>
            <a:endParaRPr b="1" sz="5400">
              <a:solidFill>
                <a:schemeClr val="dk1"/>
              </a:solidFill>
              <a:latin typeface="Times New Roman"/>
              <a:ea typeface="Times New Roman"/>
              <a:cs typeface="Times New Roman"/>
              <a:sym typeface="Times New Roman"/>
            </a:endParaRPr>
          </a:p>
        </p:txBody>
      </p:sp>
      <p:sp>
        <p:nvSpPr>
          <p:cNvPr id="56" name="Google Shape;56;p1"/>
          <p:cNvSpPr/>
          <p:nvPr/>
        </p:nvSpPr>
        <p:spPr>
          <a:xfrm>
            <a:off x="3583781" y="3865685"/>
            <a:ext cx="85344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Bachelor of Engineering- Computer Science &amp; Engineering </a:t>
            </a:r>
            <a:endParaRPr sz="2400">
              <a:solidFill>
                <a:schemeClr val="dk1"/>
              </a:solidFill>
              <a:latin typeface="Times New Roman"/>
              <a:ea typeface="Times New Roman"/>
              <a:cs typeface="Times New Roman"/>
              <a:sym typeface="Times New Roman"/>
            </a:endParaRPr>
          </a:p>
        </p:txBody>
      </p:sp>
      <p:sp>
        <p:nvSpPr>
          <p:cNvPr id="57" name="Google Shape;57;p1"/>
          <p:cNvSpPr/>
          <p:nvPr/>
        </p:nvSpPr>
        <p:spPr>
          <a:xfrm>
            <a:off x="5204653" y="4892639"/>
            <a:ext cx="35317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00"/>
                </a:solidFill>
                <a:latin typeface="Times New Roman"/>
                <a:ea typeface="Times New Roman"/>
                <a:cs typeface="Times New Roman"/>
                <a:sym typeface="Times New Roman"/>
              </a:rPr>
              <a:t>Cloud Computing (CC)(2</a:t>
            </a:r>
            <a:r>
              <a:rPr b="1" lang="en-US" sz="1800">
                <a:latin typeface="Times New Roman"/>
                <a:ea typeface="Times New Roman"/>
                <a:cs typeface="Times New Roman"/>
                <a:sym typeface="Times New Roman"/>
              </a:rPr>
              <a:t>3</a:t>
            </a:r>
            <a:r>
              <a:rPr b="1" lang="en-US" sz="1800">
                <a:solidFill>
                  <a:srgbClr val="000000"/>
                </a:solidFill>
                <a:latin typeface="Times New Roman"/>
                <a:ea typeface="Times New Roman"/>
                <a:cs typeface="Times New Roman"/>
                <a:sym typeface="Times New Roman"/>
              </a:rPr>
              <a:t>CS0</a:t>
            </a:r>
            <a:r>
              <a:rPr b="1" lang="en-US" sz="1800">
                <a:latin typeface="Times New Roman"/>
                <a:ea typeface="Times New Roman"/>
                <a:cs typeface="Times New Roman"/>
                <a:sym typeface="Times New Roman"/>
              </a:rPr>
              <a:t>09</a:t>
            </a:r>
            <a:r>
              <a:rPr b="1" lang="en-US" sz="1800">
                <a:solidFill>
                  <a:srgbClr val="000000"/>
                </a:solidFill>
                <a:latin typeface="Times New Roman"/>
                <a:ea typeface="Times New Roman"/>
                <a:cs typeface="Times New Roman"/>
                <a:sym typeface="Times New Roman"/>
              </a:rPr>
              <a:t>)</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2"/>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200"/>
              <a:t>Data Analytics Tools in AWS Ecosystem</a:t>
            </a:r>
            <a:endParaRPr/>
          </a:p>
        </p:txBody>
      </p:sp>
      <p:sp>
        <p:nvSpPr>
          <p:cNvPr id="63" name="Google Shape;63;p2"/>
          <p:cNvSpPr txBox="1"/>
          <p:nvPr>
            <p:ph idx="1" type="body"/>
          </p:nvPr>
        </p:nvSpPr>
        <p:spPr>
          <a:xfrm>
            <a:off x="716522" y="1646250"/>
            <a:ext cx="12897326" cy="642108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1D35"/>
              </a:buClr>
              <a:buSzPts val="4000"/>
              <a:buChar char="•"/>
            </a:pPr>
            <a:r>
              <a:rPr i="0" lang="en-US" sz="4000">
                <a:solidFill>
                  <a:srgbClr val="001D35"/>
                </a:solidFill>
                <a:latin typeface="Calibri"/>
                <a:ea typeface="Calibri"/>
                <a:cs typeface="Calibri"/>
                <a:sym typeface="Calibri"/>
              </a:rPr>
              <a:t> </a:t>
            </a:r>
            <a:r>
              <a:rPr b="0" i="0" lang="en-US">
                <a:solidFill>
                  <a:srgbClr val="001D35"/>
                </a:solidFill>
                <a:latin typeface="Arial"/>
                <a:ea typeface="Arial"/>
                <a:cs typeface="Arial"/>
                <a:sym typeface="Arial"/>
              </a:rPr>
              <a:t> AWS provides a comprehensive suite of data analytics tools, including services for data ingestion, storage, processing, analysis, and visualization. </a:t>
            </a:r>
            <a:endParaRPr/>
          </a:p>
          <a:p>
            <a:pPr indent="-342900" lvl="0" marL="342900" rtl="0" algn="l">
              <a:spcBef>
                <a:spcPts val="640"/>
              </a:spcBef>
              <a:spcAft>
                <a:spcPts val="0"/>
              </a:spcAft>
              <a:buClr>
                <a:srgbClr val="001D35"/>
              </a:buClr>
              <a:buSzPts val="3200"/>
              <a:buChar char="•"/>
            </a:pPr>
            <a:r>
              <a:rPr b="0" i="0" lang="en-US">
                <a:solidFill>
                  <a:srgbClr val="001D35"/>
                </a:solidFill>
                <a:latin typeface="Arial"/>
                <a:ea typeface="Arial"/>
                <a:cs typeface="Arial"/>
                <a:sym typeface="Arial"/>
              </a:rPr>
              <a:t>These tools are designed to help organizations of all sizes and industries gain insights from their data efficiently and cost-effectively. </a:t>
            </a:r>
            <a:endParaRPr/>
          </a:p>
          <a:p>
            <a:pPr indent="-342900" lvl="0" marL="342900" rtl="0" algn="l">
              <a:spcBef>
                <a:spcPts val="640"/>
              </a:spcBef>
              <a:spcAft>
                <a:spcPts val="0"/>
              </a:spcAft>
              <a:buClr>
                <a:srgbClr val="001D35"/>
              </a:buClr>
              <a:buSzPts val="3200"/>
              <a:buChar char="•"/>
            </a:pPr>
            <a:r>
              <a:rPr b="0" i="0" lang="en-US">
                <a:solidFill>
                  <a:srgbClr val="001D35"/>
                </a:solidFill>
                <a:latin typeface="Arial"/>
                <a:ea typeface="Arial"/>
                <a:cs typeface="Arial"/>
                <a:sym typeface="Arial"/>
              </a:rPr>
              <a:t>Key services include Amazon Athena, Amazon EMR, Amazon Kinesis, Amazon Redshift, Amazon QuickSight, and Amazon SageMaker. </a:t>
            </a:r>
            <a:endParaRPr/>
          </a:p>
        </p:txBody>
      </p:sp>
      <p:sp>
        <p:nvSpPr>
          <p:cNvPr id="64" name="Google Shape;64;p2"/>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3"/>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0" lang="en-US">
                <a:solidFill>
                  <a:srgbClr val="001D35"/>
                </a:solidFill>
                <a:latin typeface="Arial"/>
                <a:ea typeface="Arial"/>
                <a:cs typeface="Arial"/>
                <a:sym typeface="Arial"/>
              </a:rPr>
              <a:t>Data Ingestion and Storage</a:t>
            </a:r>
            <a:endParaRPr/>
          </a:p>
        </p:txBody>
      </p:sp>
      <p:sp>
        <p:nvSpPr>
          <p:cNvPr id="70" name="Google Shape;70;p3"/>
          <p:cNvSpPr txBox="1"/>
          <p:nvPr>
            <p:ph idx="1" type="body"/>
          </p:nvPr>
        </p:nvSpPr>
        <p:spPr>
          <a:xfrm>
            <a:off x="716522" y="1143794"/>
            <a:ext cx="12897326" cy="5934659"/>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1D35"/>
              </a:buClr>
              <a:buSzPts val="3200"/>
              <a:buNone/>
            </a:pPr>
            <a:r>
              <a:rPr b="1" i="0" lang="en-US">
                <a:solidFill>
                  <a:srgbClr val="001D35"/>
                </a:solidFill>
                <a:latin typeface="Arial"/>
                <a:ea typeface="Arial"/>
                <a:cs typeface="Arial"/>
                <a:sym typeface="Arial"/>
              </a:rPr>
              <a:t>Data Ingestion and Storage:</a:t>
            </a:r>
            <a:endParaRPr/>
          </a:p>
          <a:p>
            <a:pPr indent="-342900" lvl="0" marL="342900" rtl="0" algn="l">
              <a:spcBef>
                <a:spcPts val="2250"/>
              </a:spcBef>
              <a:spcAft>
                <a:spcPts val="0"/>
              </a:spcAft>
              <a:buClr>
                <a:srgbClr val="001D35"/>
              </a:buClr>
              <a:buSzPts val="3200"/>
              <a:buNone/>
            </a:pPr>
            <a:r>
              <a:rPr b="0" i="0" lang="en-US">
                <a:solidFill>
                  <a:srgbClr val="001D35"/>
                </a:solidFill>
                <a:latin typeface="Arial"/>
                <a:ea typeface="Arial"/>
                <a:cs typeface="Arial"/>
                <a:sym typeface="Arial"/>
              </a:rPr>
              <a:t>Amazon Kinesis: For real-time data streams from various sources. </a:t>
            </a:r>
            <a:endParaRPr/>
          </a:p>
          <a:p>
            <a:pPr indent="-342900" lvl="0" marL="342900" rtl="0" algn="l">
              <a:spcBef>
                <a:spcPts val="2250"/>
              </a:spcBef>
              <a:spcAft>
                <a:spcPts val="0"/>
              </a:spcAft>
              <a:buClr>
                <a:srgbClr val="001D35"/>
              </a:buClr>
              <a:buSzPts val="3200"/>
              <a:buNone/>
            </a:pPr>
            <a:r>
              <a:rPr b="0" i="0" lang="en-US">
                <a:solidFill>
                  <a:srgbClr val="001D35"/>
                </a:solidFill>
                <a:latin typeface="Arial"/>
                <a:ea typeface="Arial"/>
                <a:cs typeface="Arial"/>
                <a:sym typeface="Arial"/>
              </a:rPr>
              <a:t>Amazon Kinesis Data Firehose: For capturing, transforming, and loading data streams into data stores. </a:t>
            </a:r>
            <a:endParaRPr/>
          </a:p>
          <a:p>
            <a:pPr indent="-342900" lvl="0" marL="342900" rtl="0" algn="l">
              <a:spcBef>
                <a:spcPts val="2250"/>
              </a:spcBef>
              <a:spcAft>
                <a:spcPts val="0"/>
              </a:spcAft>
              <a:buClr>
                <a:srgbClr val="001D35"/>
              </a:buClr>
              <a:buSzPts val="3200"/>
              <a:buNone/>
            </a:pPr>
            <a:r>
              <a:rPr b="0" i="0" lang="en-US">
                <a:solidFill>
                  <a:srgbClr val="001D35"/>
                </a:solidFill>
                <a:latin typeface="Arial"/>
                <a:ea typeface="Arial"/>
                <a:cs typeface="Arial"/>
                <a:sym typeface="Arial"/>
              </a:rPr>
              <a:t>Amazon S3: A highly scalable object storage service used as a foundation for data lakes. </a:t>
            </a:r>
            <a:endParaRPr/>
          </a:p>
          <a:p>
            <a:pPr indent="-342900" lvl="0" marL="342900" rtl="0" algn="l">
              <a:spcBef>
                <a:spcPts val="2250"/>
              </a:spcBef>
              <a:spcAft>
                <a:spcPts val="0"/>
              </a:spcAft>
              <a:buClr>
                <a:srgbClr val="001D35"/>
              </a:buClr>
              <a:buSzPts val="3200"/>
              <a:buNone/>
            </a:pPr>
            <a:r>
              <a:rPr b="0" i="0" lang="en-US">
                <a:solidFill>
                  <a:srgbClr val="001D35"/>
                </a:solidFill>
                <a:latin typeface="Arial"/>
                <a:ea typeface="Arial"/>
                <a:cs typeface="Arial"/>
                <a:sym typeface="Arial"/>
              </a:rPr>
              <a:t>Amazon CloudWatch: For monitoring and analyzing application logs. </a:t>
            </a:r>
            <a:endParaRPr/>
          </a:p>
          <a:p>
            <a:pPr indent="-342900" lvl="0" marL="342900" rtl="0" algn="l">
              <a:spcBef>
                <a:spcPts val="2250"/>
              </a:spcBef>
              <a:spcAft>
                <a:spcPts val="0"/>
              </a:spcAft>
              <a:buClr>
                <a:srgbClr val="001D35"/>
              </a:buClr>
              <a:buSzPts val="3200"/>
              <a:buNone/>
            </a:pPr>
            <a:r>
              <a:rPr b="0" i="0" lang="en-US">
                <a:solidFill>
                  <a:srgbClr val="001D35"/>
                </a:solidFill>
                <a:latin typeface="Arial"/>
                <a:ea typeface="Arial"/>
                <a:cs typeface="Arial"/>
                <a:sym typeface="Arial"/>
              </a:rPr>
              <a:t>AWS Data Pipeline: For orchestrating data movement and transformation. </a:t>
            </a:r>
            <a:endParaRPr/>
          </a:p>
          <a:p>
            <a:pPr indent="-342900" lvl="0" marL="342900" rtl="0" algn="l">
              <a:spcBef>
                <a:spcPts val="2250"/>
              </a:spcBef>
              <a:spcAft>
                <a:spcPts val="0"/>
              </a:spcAft>
              <a:buClr>
                <a:srgbClr val="001D35"/>
              </a:buClr>
              <a:buSzPts val="3200"/>
              <a:buNone/>
            </a:pPr>
            <a:r>
              <a:rPr b="0" i="0" lang="en-US">
                <a:solidFill>
                  <a:srgbClr val="001D35"/>
                </a:solidFill>
                <a:latin typeface="Arial"/>
                <a:ea typeface="Arial"/>
                <a:cs typeface="Arial"/>
                <a:sym typeface="Arial"/>
              </a:rPr>
              <a:t>AWS Glue: A serverless data integration service for ETL (Extract, Transform, Load) tasks. </a:t>
            </a:r>
            <a:endParaRPr/>
          </a:p>
        </p:txBody>
      </p:sp>
      <p:sp>
        <p:nvSpPr>
          <p:cNvPr id="71" name="Google Shape;71;p3"/>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4"/>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0" lang="en-US" sz="3200">
                <a:solidFill>
                  <a:srgbClr val="001D35"/>
                </a:solidFill>
                <a:latin typeface="Arial"/>
                <a:ea typeface="Arial"/>
                <a:cs typeface="Arial"/>
                <a:sym typeface="Arial"/>
              </a:rPr>
              <a:t>Data Processing and Analysis</a:t>
            </a:r>
            <a:endParaRPr/>
          </a:p>
        </p:txBody>
      </p:sp>
      <p:sp>
        <p:nvSpPr>
          <p:cNvPr id="77" name="Google Shape;77;p4"/>
          <p:cNvSpPr txBox="1"/>
          <p:nvPr>
            <p:ph idx="1" type="body"/>
          </p:nvPr>
        </p:nvSpPr>
        <p:spPr>
          <a:xfrm>
            <a:off x="716522" y="1296194"/>
            <a:ext cx="12897326" cy="6771144"/>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Clr>
                <a:srgbClr val="001D35"/>
              </a:buClr>
              <a:buSzPts val="2400"/>
              <a:buNone/>
            </a:pPr>
            <a:r>
              <a:rPr b="1" i="0" lang="en-US" sz="2400">
                <a:solidFill>
                  <a:srgbClr val="001D35"/>
                </a:solidFill>
                <a:latin typeface="Arial"/>
                <a:ea typeface="Arial"/>
                <a:cs typeface="Arial"/>
                <a:sym typeface="Arial"/>
              </a:rPr>
              <a:t>Data Processing and Analysis:</a:t>
            </a:r>
            <a:endParaRPr/>
          </a:p>
          <a:p>
            <a:pPr indent="-342900" lvl="0" marL="342900" rtl="0" algn="l">
              <a:lnSpc>
                <a:spcPct val="150000"/>
              </a:lnSpc>
              <a:spcBef>
                <a:spcPts val="1500"/>
              </a:spcBef>
              <a:spcAft>
                <a:spcPts val="0"/>
              </a:spcAft>
              <a:buClr>
                <a:srgbClr val="001D35"/>
              </a:buClr>
              <a:buSzPts val="2400"/>
              <a:buFont typeface="Arial"/>
              <a:buChar char="•"/>
            </a:pPr>
            <a:r>
              <a:rPr b="1" i="0" lang="en-US" sz="2400">
                <a:solidFill>
                  <a:srgbClr val="001D35"/>
                </a:solidFill>
                <a:latin typeface="Arial"/>
                <a:ea typeface="Arial"/>
                <a:cs typeface="Arial"/>
                <a:sym typeface="Arial"/>
              </a:rPr>
              <a:t>Amazon Athena:</a:t>
            </a:r>
            <a:r>
              <a:rPr b="0" i="0" lang="en-US" sz="2400">
                <a:solidFill>
                  <a:srgbClr val="001D35"/>
                </a:solidFill>
                <a:latin typeface="Arial"/>
                <a:ea typeface="Arial"/>
                <a:cs typeface="Arial"/>
                <a:sym typeface="Arial"/>
              </a:rPr>
              <a:t> A serverless query service for interactive analysis of data stored in S3. </a:t>
            </a:r>
            <a:endParaRPr b="0" i="0" sz="2400">
              <a:solidFill>
                <a:srgbClr val="0B57D0"/>
              </a:solidFill>
              <a:latin typeface="Arial"/>
              <a:ea typeface="Arial"/>
              <a:cs typeface="Arial"/>
              <a:sym typeface="Arial"/>
            </a:endParaRPr>
          </a:p>
          <a:p>
            <a:pPr indent="-342900" lvl="0" marL="342900" rtl="0" algn="l">
              <a:lnSpc>
                <a:spcPct val="150000"/>
              </a:lnSpc>
              <a:spcBef>
                <a:spcPts val="1350"/>
              </a:spcBef>
              <a:spcAft>
                <a:spcPts val="0"/>
              </a:spcAft>
              <a:buClr>
                <a:srgbClr val="001D35"/>
              </a:buClr>
              <a:buSzPts val="2400"/>
              <a:buFont typeface="Arial"/>
              <a:buChar char="•"/>
            </a:pPr>
            <a:r>
              <a:rPr b="1" i="0" lang="en-US" sz="2400">
                <a:solidFill>
                  <a:srgbClr val="001D35"/>
                </a:solidFill>
                <a:latin typeface="Arial"/>
                <a:ea typeface="Arial"/>
                <a:cs typeface="Arial"/>
                <a:sym typeface="Arial"/>
              </a:rPr>
              <a:t>Amazon EMR:</a:t>
            </a:r>
            <a:r>
              <a:rPr b="0" i="0" lang="en-US" sz="2400">
                <a:solidFill>
                  <a:srgbClr val="001D35"/>
                </a:solidFill>
                <a:latin typeface="Arial"/>
                <a:ea typeface="Arial"/>
                <a:cs typeface="Arial"/>
                <a:sym typeface="Arial"/>
              </a:rPr>
              <a:t> A managed Hadoop and Spark platform for processing large datasets. </a:t>
            </a:r>
            <a:endParaRPr b="0" i="0" sz="2400">
              <a:solidFill>
                <a:srgbClr val="0B57D0"/>
              </a:solidFill>
              <a:latin typeface="Arial"/>
              <a:ea typeface="Arial"/>
              <a:cs typeface="Arial"/>
              <a:sym typeface="Arial"/>
            </a:endParaRPr>
          </a:p>
          <a:p>
            <a:pPr indent="-342900" lvl="0" marL="342900" rtl="0" algn="l">
              <a:lnSpc>
                <a:spcPct val="150000"/>
              </a:lnSpc>
              <a:spcBef>
                <a:spcPts val="1350"/>
              </a:spcBef>
              <a:spcAft>
                <a:spcPts val="0"/>
              </a:spcAft>
              <a:buClr>
                <a:srgbClr val="001D35"/>
              </a:buClr>
              <a:buSzPts val="2400"/>
              <a:buFont typeface="Arial"/>
              <a:buChar char="•"/>
            </a:pPr>
            <a:r>
              <a:rPr b="1" i="0" lang="en-US" sz="2400">
                <a:solidFill>
                  <a:srgbClr val="001D35"/>
                </a:solidFill>
                <a:latin typeface="Arial"/>
                <a:ea typeface="Arial"/>
                <a:cs typeface="Arial"/>
                <a:sym typeface="Arial"/>
              </a:rPr>
              <a:t>Amazon Redshift:</a:t>
            </a:r>
            <a:r>
              <a:rPr b="0" i="0" lang="en-US" sz="2400">
                <a:solidFill>
                  <a:srgbClr val="001D35"/>
                </a:solidFill>
                <a:latin typeface="Arial"/>
                <a:ea typeface="Arial"/>
                <a:cs typeface="Arial"/>
                <a:sym typeface="Arial"/>
              </a:rPr>
              <a:t> A fully managed, cloud-based data warehouse for fast and scalable analytics. </a:t>
            </a:r>
            <a:endParaRPr b="0" i="0" sz="2400">
              <a:solidFill>
                <a:srgbClr val="0B57D0"/>
              </a:solidFill>
              <a:latin typeface="Arial"/>
              <a:ea typeface="Arial"/>
              <a:cs typeface="Arial"/>
              <a:sym typeface="Arial"/>
            </a:endParaRPr>
          </a:p>
          <a:p>
            <a:pPr indent="-342900" lvl="0" marL="342900" rtl="0" algn="l">
              <a:lnSpc>
                <a:spcPct val="150000"/>
              </a:lnSpc>
              <a:spcBef>
                <a:spcPts val="1350"/>
              </a:spcBef>
              <a:spcAft>
                <a:spcPts val="0"/>
              </a:spcAft>
              <a:buClr>
                <a:srgbClr val="001D35"/>
              </a:buClr>
              <a:buSzPts val="2400"/>
              <a:buFont typeface="Arial"/>
              <a:buChar char="•"/>
            </a:pPr>
            <a:r>
              <a:rPr b="1" i="0" lang="en-US" sz="2400">
                <a:solidFill>
                  <a:srgbClr val="001D35"/>
                </a:solidFill>
                <a:latin typeface="Arial"/>
                <a:ea typeface="Arial"/>
                <a:cs typeface="Arial"/>
                <a:sym typeface="Arial"/>
              </a:rPr>
              <a:t>Amazon OpenSearch Service:</a:t>
            </a:r>
            <a:r>
              <a:rPr b="0" i="0" lang="en-US" sz="2400">
                <a:solidFill>
                  <a:srgbClr val="001D35"/>
                </a:solidFill>
                <a:latin typeface="Arial"/>
                <a:ea typeface="Arial"/>
                <a:cs typeface="Arial"/>
                <a:sym typeface="Arial"/>
              </a:rPr>
              <a:t> For real-time search and analytics, including log analysis. </a:t>
            </a:r>
            <a:endParaRPr b="0" i="0" sz="2400">
              <a:solidFill>
                <a:srgbClr val="0B57D0"/>
              </a:solidFill>
              <a:latin typeface="Arial"/>
              <a:ea typeface="Arial"/>
              <a:cs typeface="Arial"/>
              <a:sym typeface="Arial"/>
            </a:endParaRPr>
          </a:p>
          <a:p>
            <a:pPr indent="-342900" lvl="0" marL="342900" rtl="0" algn="l">
              <a:lnSpc>
                <a:spcPct val="150000"/>
              </a:lnSpc>
              <a:spcBef>
                <a:spcPts val="1350"/>
              </a:spcBef>
              <a:spcAft>
                <a:spcPts val="0"/>
              </a:spcAft>
              <a:buClr>
                <a:srgbClr val="001D35"/>
              </a:buClr>
              <a:buSzPts val="2400"/>
              <a:buFont typeface="Arial"/>
              <a:buChar char="•"/>
            </a:pPr>
            <a:r>
              <a:rPr b="1" i="0" lang="en-US" sz="2400">
                <a:solidFill>
                  <a:srgbClr val="001D35"/>
                </a:solidFill>
                <a:latin typeface="Arial"/>
                <a:ea typeface="Arial"/>
                <a:cs typeface="Arial"/>
                <a:sym typeface="Arial"/>
              </a:rPr>
              <a:t>Amazon SageMaker:</a:t>
            </a:r>
            <a:r>
              <a:rPr b="0" i="0" lang="en-US" sz="2400">
                <a:solidFill>
                  <a:srgbClr val="001D35"/>
                </a:solidFill>
                <a:latin typeface="Arial"/>
                <a:ea typeface="Arial"/>
                <a:cs typeface="Arial"/>
                <a:sym typeface="Arial"/>
              </a:rPr>
              <a:t> An integrated platform for machine learning and AI, offering tools for model building, training, and deployment. </a:t>
            </a:r>
            <a:endParaRPr/>
          </a:p>
          <a:p>
            <a:pPr indent="-215900" lvl="0" marL="342900" rtl="0" algn="l">
              <a:spcBef>
                <a:spcPts val="1900"/>
              </a:spcBef>
              <a:spcAft>
                <a:spcPts val="0"/>
              </a:spcAft>
              <a:buClr>
                <a:schemeClr val="dk1"/>
              </a:buClr>
              <a:buSzPts val="2000"/>
              <a:buNone/>
            </a:pPr>
            <a:r>
              <a:t/>
            </a:r>
            <a:endParaRPr sz="2000">
              <a:latin typeface="Calibri"/>
              <a:ea typeface="Calibri"/>
              <a:cs typeface="Calibri"/>
              <a:sym typeface="Calibri"/>
            </a:endParaRPr>
          </a:p>
        </p:txBody>
      </p:sp>
      <p:sp>
        <p:nvSpPr>
          <p:cNvPr id="78" name="Google Shape;78;p4"/>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5"/>
          <p:cNvSpPr txBox="1"/>
          <p:nvPr/>
        </p:nvSpPr>
        <p:spPr>
          <a:xfrm>
            <a:off x="1297781" y="229394"/>
            <a:ext cx="8001000" cy="712696"/>
          </a:xfrm>
          <a:prstGeom prst="rect">
            <a:avLst/>
          </a:prstGeom>
          <a:noFill/>
          <a:ln>
            <a:noFill/>
          </a:ln>
        </p:spPr>
        <p:txBody>
          <a:bodyPr anchorCtr="0" anchor="t" bIns="45700" lIns="91425" spcFirstLastPara="1" rIns="91425" wrap="square" tIns="45700">
            <a:spAutoFit/>
          </a:bodyPr>
          <a:lstStyle/>
          <a:p>
            <a:pPr indent="0" lvl="0" marL="0" marR="0" rtl="0" algn="l">
              <a:lnSpc>
                <a:spcPct val="198214"/>
              </a:lnSpc>
              <a:spcBef>
                <a:spcPts val="0"/>
              </a:spcBef>
              <a:spcAft>
                <a:spcPts val="0"/>
              </a:spcAft>
              <a:buClr>
                <a:schemeClr val="dk1"/>
              </a:buClr>
              <a:buSzPts val="2800"/>
              <a:buFont typeface="Sora Medium"/>
              <a:buNone/>
            </a:pPr>
            <a:r>
              <a:rPr b="1" lang="en-US" sz="2800">
                <a:solidFill>
                  <a:schemeClr val="dk1"/>
                </a:solidFill>
                <a:latin typeface="Sora Medium"/>
                <a:ea typeface="Sora Medium"/>
                <a:cs typeface="Sora Medium"/>
                <a:sym typeface="Sora Medium"/>
              </a:rPr>
              <a:t>Amazon Athena </a:t>
            </a:r>
            <a:endParaRPr b="1" sz="2800">
              <a:solidFill>
                <a:schemeClr val="dk1"/>
              </a:solidFill>
              <a:latin typeface="Arial"/>
              <a:ea typeface="Arial"/>
              <a:cs typeface="Arial"/>
              <a:sym typeface="Arial"/>
            </a:endParaRPr>
          </a:p>
        </p:txBody>
      </p:sp>
      <p:sp>
        <p:nvSpPr>
          <p:cNvPr id="84" name="Google Shape;84;p5"/>
          <p:cNvSpPr txBox="1"/>
          <p:nvPr/>
        </p:nvSpPr>
        <p:spPr>
          <a:xfrm>
            <a:off x="916781" y="948460"/>
            <a:ext cx="8153400" cy="683520"/>
          </a:xfrm>
          <a:prstGeom prst="rect">
            <a:avLst/>
          </a:prstGeom>
          <a:noFill/>
          <a:ln>
            <a:noFill/>
          </a:ln>
        </p:spPr>
        <p:txBody>
          <a:bodyPr anchorCtr="0" anchor="t" bIns="45700" lIns="91425" spcFirstLastPara="1" rIns="91425" wrap="square" tIns="45700">
            <a:spAutoFit/>
          </a:bodyPr>
          <a:lstStyle/>
          <a:p>
            <a:pPr indent="0" lvl="0" marL="0" marR="0" rtl="0" algn="l">
              <a:lnSpc>
                <a:spcPct val="308333"/>
              </a:lnSpc>
              <a:spcBef>
                <a:spcPts val="0"/>
              </a:spcBef>
              <a:spcAft>
                <a:spcPts val="0"/>
              </a:spcAft>
              <a:buClr>
                <a:schemeClr val="dk1"/>
              </a:buClr>
              <a:buSzPts val="1800"/>
              <a:buFont typeface="Sora Medium"/>
              <a:buNone/>
            </a:pPr>
            <a:r>
              <a:rPr b="1" lang="en-US" sz="1800">
                <a:solidFill>
                  <a:schemeClr val="dk1"/>
                </a:solidFill>
                <a:latin typeface="Sora Medium"/>
                <a:ea typeface="Sora Medium"/>
                <a:cs typeface="Sora Medium"/>
                <a:sym typeface="Sora Medium"/>
              </a:rPr>
              <a:t>Amazon Athena – Serverless Interactive Query Service</a:t>
            </a:r>
            <a:endParaRPr b="1" sz="1800">
              <a:solidFill>
                <a:schemeClr val="dk1"/>
              </a:solidFill>
              <a:latin typeface="Arial"/>
              <a:ea typeface="Arial"/>
              <a:cs typeface="Arial"/>
              <a:sym typeface="Arial"/>
            </a:endParaRPr>
          </a:p>
        </p:txBody>
      </p:sp>
      <p:sp>
        <p:nvSpPr>
          <p:cNvPr id="85" name="Google Shape;85;p5"/>
          <p:cNvSpPr txBox="1"/>
          <p:nvPr/>
        </p:nvSpPr>
        <p:spPr>
          <a:xfrm>
            <a:off x="840581" y="1981994"/>
            <a:ext cx="118872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Amazon Athena is a serverless query service that analyzes data directly in Amazon S3 using standard SQL. It provides fast, cost-effective results without any infrastructure management.</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86" name="Google Shape;86;p5"/>
          <p:cNvPicPr preferRelativeResize="0"/>
          <p:nvPr/>
        </p:nvPicPr>
        <p:blipFill rotWithShape="1">
          <a:blip r:embed="rId3">
            <a:alphaModFix/>
          </a:blip>
          <a:srcRect b="0" l="0" r="0" t="0"/>
          <a:stretch/>
        </p:blipFill>
        <p:spPr>
          <a:xfrm>
            <a:off x="982593" y="2928976"/>
            <a:ext cx="11440388" cy="450654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6"/>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200">
                <a:latin typeface="Sora Medium"/>
                <a:ea typeface="Sora Medium"/>
                <a:cs typeface="Sora Medium"/>
                <a:sym typeface="Sora Medium"/>
              </a:rPr>
              <a:t>Amazon Athena </a:t>
            </a:r>
            <a:br>
              <a:rPr b="1" lang="en-US" sz="3200"/>
            </a:br>
            <a:endParaRPr b="1" sz="3200">
              <a:latin typeface="Times New Roman"/>
              <a:ea typeface="Times New Roman"/>
              <a:cs typeface="Times New Roman"/>
              <a:sym typeface="Times New Roman"/>
            </a:endParaRPr>
          </a:p>
        </p:txBody>
      </p:sp>
      <p:sp>
        <p:nvSpPr>
          <p:cNvPr id="92" name="Google Shape;92;p6"/>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93" name="Google Shape;93;p6"/>
          <p:cNvPicPr preferRelativeResize="0"/>
          <p:nvPr>
            <p:ph idx="1" type="body"/>
          </p:nvPr>
        </p:nvPicPr>
        <p:blipFill rotWithShape="1">
          <a:blip r:embed="rId3">
            <a:alphaModFix/>
          </a:blip>
          <a:srcRect b="0" l="0" r="0" t="0"/>
          <a:stretch/>
        </p:blipFill>
        <p:spPr>
          <a:xfrm>
            <a:off x="916781" y="1646238"/>
            <a:ext cx="12344400" cy="582215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7"/>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l">
              <a:lnSpc>
                <a:spcPct val="173437"/>
              </a:lnSpc>
              <a:spcBef>
                <a:spcPts val="0"/>
              </a:spcBef>
              <a:spcAft>
                <a:spcPts val="0"/>
              </a:spcAft>
              <a:buClr>
                <a:schemeClr val="dk1"/>
              </a:buClr>
              <a:buSzPts val="3200"/>
              <a:buFont typeface="Sora Medium"/>
              <a:buNone/>
            </a:pPr>
            <a:r>
              <a:rPr b="1" lang="en-US" sz="3200">
                <a:latin typeface="Sora Medium"/>
                <a:ea typeface="Sora Medium"/>
                <a:cs typeface="Sora Medium"/>
                <a:sym typeface="Sora Medium"/>
              </a:rPr>
              <a:t>Amazon Athena </a:t>
            </a:r>
            <a:endParaRPr b="1" sz="3200"/>
          </a:p>
        </p:txBody>
      </p:sp>
      <p:sp>
        <p:nvSpPr>
          <p:cNvPr id="99" name="Google Shape;99;p7"/>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00" name="Google Shape;100;p7"/>
          <p:cNvPicPr preferRelativeResize="0"/>
          <p:nvPr>
            <p:ph idx="1" type="body"/>
          </p:nvPr>
        </p:nvPicPr>
        <p:blipFill rotWithShape="1">
          <a:blip r:embed="rId3">
            <a:alphaModFix/>
          </a:blip>
          <a:srcRect b="0" l="0" r="0" t="0"/>
          <a:stretch/>
        </p:blipFill>
        <p:spPr>
          <a:xfrm>
            <a:off x="916781" y="1646238"/>
            <a:ext cx="12039600" cy="58221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8"/>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200">
                <a:latin typeface="Sora Medium"/>
                <a:ea typeface="Sora Medium"/>
                <a:cs typeface="Sora Medium"/>
                <a:sym typeface="Sora Medium"/>
              </a:rPr>
              <a:t>Amazon Athena </a:t>
            </a:r>
            <a:br>
              <a:rPr b="1" lang="en-US" sz="3200"/>
            </a:br>
            <a:endParaRPr b="1" sz="3200">
              <a:latin typeface="Times New Roman"/>
              <a:ea typeface="Times New Roman"/>
              <a:cs typeface="Times New Roman"/>
              <a:sym typeface="Times New Roman"/>
            </a:endParaRPr>
          </a:p>
        </p:txBody>
      </p:sp>
      <p:sp>
        <p:nvSpPr>
          <p:cNvPr id="106" name="Google Shape;106;p8"/>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07" name="Google Shape;107;p8"/>
          <p:cNvPicPr preferRelativeResize="0"/>
          <p:nvPr>
            <p:ph idx="1" type="body"/>
          </p:nvPr>
        </p:nvPicPr>
        <p:blipFill rotWithShape="1">
          <a:blip r:embed="rId3">
            <a:alphaModFix/>
          </a:blip>
          <a:srcRect b="0" l="0" r="0" t="0"/>
          <a:stretch/>
        </p:blipFill>
        <p:spPr>
          <a:xfrm>
            <a:off x="1144541" y="2052315"/>
            <a:ext cx="12041280" cy="462027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9"/>
          <p:cNvSpPr txBox="1"/>
          <p:nvPr>
            <p:ph type="title"/>
          </p:nvPr>
        </p:nvSpPr>
        <p:spPr>
          <a:xfrm>
            <a:off x="0" y="89565"/>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n-US" sz="3200">
                <a:latin typeface="Calibri"/>
                <a:ea typeface="Calibri"/>
                <a:cs typeface="Calibri"/>
                <a:sym typeface="Calibri"/>
              </a:rPr>
              <a:t>AMAZON REDSHIFT</a:t>
            </a:r>
            <a:endParaRPr/>
          </a:p>
        </p:txBody>
      </p:sp>
      <p:sp>
        <p:nvSpPr>
          <p:cNvPr id="113" name="Google Shape;113;p9"/>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4" name="Google Shape;114;p9"/>
          <p:cNvSpPr txBox="1"/>
          <p:nvPr/>
        </p:nvSpPr>
        <p:spPr>
          <a:xfrm>
            <a:off x="916781" y="2134395"/>
            <a:ext cx="11582400" cy="27007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1D35"/>
              </a:buClr>
              <a:buSzPts val="2000"/>
              <a:buFont typeface="Calibri"/>
              <a:buNone/>
            </a:pPr>
            <a:r>
              <a:rPr b="1" i="0" lang="en-US" sz="2000">
                <a:solidFill>
                  <a:srgbClr val="001D35"/>
                </a:solidFill>
                <a:latin typeface="Calibri"/>
                <a:ea typeface="Calibri"/>
                <a:cs typeface="Calibri"/>
                <a:sym typeface="Calibri"/>
              </a:rPr>
              <a:t>Amazon Redshift is a fully managed, petabyte-scale data warehouse service in the cloud that makes it easy to analyze large amounts of data using standard SQL and your existing BI tools. It's designed for analytical workloads and offers fast query performance at a cost-effective price. </a:t>
            </a:r>
            <a:endParaRPr/>
          </a:p>
          <a:p>
            <a:pPr indent="0" lvl="0" marL="0" marR="0" rtl="0" algn="l">
              <a:spcBef>
                <a:spcPts val="1500"/>
              </a:spcBef>
              <a:spcAft>
                <a:spcPts val="0"/>
              </a:spcAft>
              <a:buClr>
                <a:schemeClr val="dk1"/>
              </a:buClr>
              <a:buSzPts val="1800"/>
              <a:buFont typeface="Arial"/>
              <a:buNone/>
            </a:pPr>
            <a:r>
              <a:t/>
            </a:r>
            <a:endParaRPr sz="1800">
              <a:solidFill>
                <a:srgbClr val="001D35"/>
              </a:solidFill>
              <a:latin typeface="Calibri"/>
              <a:ea typeface="Calibri"/>
              <a:cs typeface="Calibri"/>
              <a:sym typeface="Calibri"/>
            </a:endParaRPr>
          </a:p>
          <a:p>
            <a:pPr indent="0" lvl="0" marL="0" marR="0" rtl="0" algn="l">
              <a:spcBef>
                <a:spcPts val="1500"/>
              </a:spcBef>
              <a:spcAft>
                <a:spcPts val="0"/>
              </a:spcAft>
              <a:buClr>
                <a:schemeClr val="dk1"/>
              </a:buClr>
              <a:buSzPts val="1800"/>
              <a:buFont typeface="Arial"/>
              <a:buNone/>
            </a:pPr>
            <a:r>
              <a:t/>
            </a:r>
            <a:endParaRPr b="0" i="0" sz="1800">
              <a:solidFill>
                <a:srgbClr val="001D35"/>
              </a:solidFill>
              <a:latin typeface="Calibri"/>
              <a:ea typeface="Calibri"/>
              <a:cs typeface="Calibri"/>
              <a:sym typeface="Calibri"/>
            </a:endParaRPr>
          </a:p>
          <a:p>
            <a:pPr indent="0" lvl="0" marL="0" marR="0" rtl="0" algn="l">
              <a:spcBef>
                <a:spcPts val="1500"/>
              </a:spcBef>
              <a:spcAft>
                <a:spcPts val="0"/>
              </a:spcAft>
              <a:buClr>
                <a:srgbClr val="001D35"/>
              </a:buClr>
              <a:buSzPts val="1800"/>
              <a:buFont typeface="Calibri"/>
              <a:buNone/>
            </a:pPr>
            <a:br>
              <a:rPr b="0" i="0" lang="en-US" sz="1800">
                <a:solidFill>
                  <a:srgbClr val="001D35"/>
                </a:solidFill>
                <a:latin typeface="Calibri"/>
                <a:ea typeface="Calibri"/>
                <a:cs typeface="Calibri"/>
                <a:sym typeface="Calibri"/>
              </a:rPr>
            </a:br>
            <a:endParaRPr sz="1800">
              <a:solidFill>
                <a:schemeClr val="dk1"/>
              </a:solidFill>
              <a:latin typeface="Calibri"/>
              <a:ea typeface="Calibri"/>
              <a:cs typeface="Calibri"/>
              <a:sym typeface="Calibri"/>
            </a:endParaRPr>
          </a:p>
        </p:txBody>
      </p:sp>
      <p:sp>
        <p:nvSpPr>
          <p:cNvPr id="115" name="Google Shape;115;p9"/>
          <p:cNvSpPr/>
          <p:nvPr/>
        </p:nvSpPr>
        <p:spPr>
          <a:xfrm>
            <a:off x="992981" y="5310240"/>
            <a:ext cx="11811000" cy="2369807"/>
          </a:xfrm>
          <a:prstGeom prst="rect">
            <a:avLst/>
          </a:prstGeom>
          <a:solidFill>
            <a:srgbClr val="FFFFFF"/>
          </a:solidFill>
          <a:ln>
            <a:noFill/>
          </a:ln>
        </p:spPr>
        <p:txBody>
          <a:bodyPr anchorCtr="0" anchor="ctr" bIns="152350" lIns="0" spcFirstLastPara="1" rIns="0" wrap="square" tIns="76175">
            <a:spAutoFit/>
          </a:bodyPr>
          <a:lstStyle/>
          <a:p>
            <a:pPr indent="0" lvl="0" marL="0" marR="0" rtl="0" algn="l">
              <a:lnSpc>
                <a:spcPct val="100000"/>
              </a:lnSpc>
              <a:spcBef>
                <a:spcPts val="0"/>
              </a:spcBef>
              <a:spcAft>
                <a:spcPts val="0"/>
              </a:spcAft>
              <a:buClr>
                <a:schemeClr val="dk1"/>
              </a:buClr>
              <a:buSzPts val="1300"/>
              <a:buFont typeface="Arial"/>
              <a:buNone/>
            </a:pPr>
            <a:r>
              <a:t/>
            </a:r>
            <a:endParaRPr sz="1300">
              <a:solidFill>
                <a:srgbClr val="001D35"/>
              </a:solidFill>
              <a:latin typeface="Arial"/>
              <a:ea typeface="Arial"/>
              <a:cs typeface="Arial"/>
              <a:sym typeface="Arial"/>
            </a:endParaRPr>
          </a:p>
          <a:p>
            <a:pPr indent="0" lvl="0" marL="0" marR="0" rtl="0" algn="l">
              <a:lnSpc>
                <a:spcPct val="100000"/>
              </a:lnSpc>
              <a:spcBef>
                <a:spcPts val="0"/>
              </a:spcBef>
              <a:spcAft>
                <a:spcPts val="0"/>
              </a:spcAft>
              <a:buClr>
                <a:srgbClr val="001D35"/>
              </a:buClr>
              <a:buSzPts val="1800"/>
              <a:buFont typeface="Calibri"/>
              <a:buNone/>
            </a:pPr>
            <a:r>
              <a:rPr b="0" i="0" lang="en-US" sz="1800" u="none" cap="none" strike="noStrike">
                <a:solidFill>
                  <a:srgbClr val="001D35"/>
                </a:solidFill>
                <a:latin typeface="Calibri"/>
                <a:ea typeface="Calibri"/>
                <a:cs typeface="Calibri"/>
                <a:sym typeface="Calibri"/>
              </a:rPr>
              <a:t>Use Cases:</a:t>
            </a:r>
            <a:endParaRPr b="0" i="0" sz="1800" u="none" cap="none" strike="noStrike">
              <a:solidFill>
                <a:schemeClr val="dk1"/>
              </a:solidFill>
              <a:latin typeface="Calibri"/>
              <a:ea typeface="Calibri"/>
              <a:cs typeface="Calibri"/>
              <a:sym typeface="Calibri"/>
            </a:endParaRPr>
          </a:p>
          <a:p>
            <a:pPr indent="-114300" lvl="0" marL="0" marR="0" rtl="0" algn="l">
              <a:lnSpc>
                <a:spcPct val="100000"/>
              </a:lnSpc>
              <a:spcBef>
                <a:spcPts val="0"/>
              </a:spcBef>
              <a:spcAft>
                <a:spcPts val="0"/>
              </a:spcAft>
              <a:buClr>
                <a:srgbClr val="001D35"/>
              </a:buClr>
              <a:buSzPts val="1800"/>
              <a:buFont typeface="Calibri"/>
              <a:buChar char="•"/>
            </a:pPr>
            <a:r>
              <a:rPr b="1" i="0" lang="en-US" sz="1800" u="none" cap="none" strike="noStrike">
                <a:solidFill>
                  <a:srgbClr val="001D35"/>
                </a:solidFill>
                <a:latin typeface="Calibri"/>
                <a:ea typeface="Calibri"/>
                <a:cs typeface="Calibri"/>
                <a:sym typeface="Calibri"/>
              </a:rPr>
              <a:t>Business Intelligence (BI) and Reporting:</a:t>
            </a:r>
            <a:r>
              <a:rPr b="0" i="0" lang="en-US" sz="1800" u="none" cap="none" strike="noStrike">
                <a:solidFill>
                  <a:srgbClr val="001D35"/>
                </a:solidFill>
                <a:latin typeface="Calibri"/>
                <a:ea typeface="Calibri"/>
                <a:cs typeface="Calibri"/>
                <a:sym typeface="Calibri"/>
              </a:rPr>
              <a:t> Analyze large datasets to gain insights and generate reports.</a:t>
            </a:r>
            <a:endParaRPr/>
          </a:p>
          <a:p>
            <a:pPr indent="-114300" lvl="0" marL="0" marR="0" rtl="0" algn="l">
              <a:lnSpc>
                <a:spcPct val="100000"/>
              </a:lnSpc>
              <a:spcBef>
                <a:spcPts val="0"/>
              </a:spcBef>
              <a:spcAft>
                <a:spcPts val="0"/>
              </a:spcAft>
              <a:buClr>
                <a:srgbClr val="001D35"/>
              </a:buClr>
              <a:buSzPts val="1800"/>
              <a:buFont typeface="Calibri"/>
              <a:buChar char="•"/>
            </a:pPr>
            <a:r>
              <a:rPr b="1" i="0" lang="en-US" sz="1800" u="none" cap="none" strike="noStrike">
                <a:solidFill>
                  <a:srgbClr val="001D35"/>
                </a:solidFill>
                <a:latin typeface="Calibri"/>
                <a:ea typeface="Calibri"/>
                <a:cs typeface="Calibri"/>
                <a:sym typeface="Calibri"/>
              </a:rPr>
              <a:t>Data Mining and Analytics:</a:t>
            </a:r>
            <a:r>
              <a:rPr b="0" i="0" lang="en-US" sz="1800" u="none" cap="none" strike="noStrike">
                <a:solidFill>
                  <a:srgbClr val="001D35"/>
                </a:solidFill>
                <a:latin typeface="Calibri"/>
                <a:ea typeface="Calibri"/>
                <a:cs typeface="Calibri"/>
                <a:sym typeface="Calibri"/>
              </a:rPr>
              <a:t> Explore and discover patterns in your data using advanced analytical techniques.</a:t>
            </a:r>
            <a:endParaRPr/>
          </a:p>
          <a:p>
            <a:pPr indent="-114300" lvl="0" marL="0" marR="0" rtl="0" algn="l">
              <a:lnSpc>
                <a:spcPct val="100000"/>
              </a:lnSpc>
              <a:spcBef>
                <a:spcPts val="0"/>
              </a:spcBef>
              <a:spcAft>
                <a:spcPts val="0"/>
              </a:spcAft>
              <a:buClr>
                <a:srgbClr val="001D35"/>
              </a:buClr>
              <a:buSzPts val="1800"/>
              <a:buFont typeface="Calibri"/>
              <a:buChar char="•"/>
            </a:pPr>
            <a:r>
              <a:rPr b="1" i="0" lang="en-US" sz="1800" u="none" cap="none" strike="noStrike">
                <a:solidFill>
                  <a:srgbClr val="001D35"/>
                </a:solidFill>
                <a:latin typeface="Calibri"/>
                <a:ea typeface="Calibri"/>
                <a:cs typeface="Calibri"/>
                <a:sym typeface="Calibri"/>
              </a:rPr>
              <a:t>ETL (Extract, Transform, Load):</a:t>
            </a:r>
            <a:r>
              <a:rPr b="0" i="0" lang="en-US" sz="1800" u="none" cap="none" strike="noStrike">
                <a:solidFill>
                  <a:srgbClr val="001D35"/>
                </a:solidFill>
                <a:latin typeface="Calibri"/>
                <a:ea typeface="Calibri"/>
                <a:cs typeface="Calibri"/>
                <a:sym typeface="Calibri"/>
              </a:rPr>
              <a:t> Load data from various sources and transform it for analysis.</a:t>
            </a:r>
            <a:endParaRPr/>
          </a:p>
          <a:p>
            <a:pPr indent="-114300" lvl="0" marL="0" marR="0" rtl="0" algn="l">
              <a:lnSpc>
                <a:spcPct val="100000"/>
              </a:lnSpc>
              <a:spcBef>
                <a:spcPts val="0"/>
              </a:spcBef>
              <a:spcAft>
                <a:spcPts val="0"/>
              </a:spcAft>
              <a:buClr>
                <a:srgbClr val="001D35"/>
              </a:buClr>
              <a:buSzPts val="1800"/>
              <a:buFont typeface="Calibri"/>
              <a:buChar char="•"/>
            </a:pPr>
            <a:r>
              <a:rPr b="1" i="0" lang="en-US" sz="1800" u="none" cap="none" strike="noStrike">
                <a:solidFill>
                  <a:srgbClr val="001D35"/>
                </a:solidFill>
                <a:latin typeface="Calibri"/>
                <a:ea typeface="Calibri"/>
                <a:cs typeface="Calibri"/>
                <a:sym typeface="Calibri"/>
              </a:rPr>
              <a:t>Data Warehousing:</a:t>
            </a:r>
            <a:r>
              <a:rPr b="0" i="0" lang="en-US" sz="1800" u="none" cap="none" strike="noStrike">
                <a:solidFill>
                  <a:srgbClr val="001D35"/>
                </a:solidFill>
                <a:latin typeface="Calibri"/>
                <a:ea typeface="Calibri"/>
                <a:cs typeface="Calibri"/>
                <a:sym typeface="Calibri"/>
              </a:rPr>
              <a:t> Store and manage large volumes of data for analysis. </a:t>
            </a:r>
            <a:endParaRPr/>
          </a:p>
          <a:p>
            <a:pPr indent="0" lvl="0" marL="0" marR="0" rtl="0" algn="l">
              <a:lnSpc>
                <a:spcPct val="100000"/>
              </a:lnSpc>
              <a:spcBef>
                <a:spcPts val="0"/>
              </a:spcBef>
              <a:spcAft>
                <a:spcPts val="0"/>
              </a:spcAft>
              <a:buClr>
                <a:srgbClr val="001D35"/>
              </a:buClr>
              <a:buSzPts val="1800"/>
              <a:buFont typeface="Calibri"/>
              <a:buNone/>
            </a:pPr>
            <a:r>
              <a:rPr b="0" i="0" lang="en-US" sz="1800" u="none" cap="none" strike="noStrike">
                <a:solidFill>
                  <a:srgbClr val="001D35"/>
                </a:solidFill>
                <a:latin typeface="Calibri"/>
                <a:ea typeface="Calibri"/>
                <a:cs typeface="Calibri"/>
                <a:sym typeface="Calibri"/>
              </a:rPr>
              <a:t>In essence, Amazon Redshift is a powerful and versatile cloud data warehouse that can help businesses of all sizes analyze their data effectively and efficiently</a:t>
            </a:r>
            <a:r>
              <a:rPr b="0" i="0" lang="en-US" sz="1300" u="none" cap="none" strike="noStrike">
                <a:solidFill>
                  <a:srgbClr val="001D35"/>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pic>
        <p:nvPicPr>
          <p:cNvPr descr="AWS_Redshift_Use_Case_2" id="116" name="Google Shape;116;p9"/>
          <p:cNvPicPr preferRelativeResize="0"/>
          <p:nvPr/>
        </p:nvPicPr>
        <p:blipFill rotWithShape="1">
          <a:blip r:embed="rId3">
            <a:alphaModFix/>
          </a:blip>
          <a:srcRect b="0" l="0" r="0" t="0"/>
          <a:stretch/>
        </p:blipFill>
        <p:spPr>
          <a:xfrm>
            <a:off x="4650581" y="3173246"/>
            <a:ext cx="7467601" cy="270074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0"/>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n-US" sz="2800">
                <a:latin typeface="Calibri"/>
                <a:ea typeface="Calibri"/>
                <a:cs typeface="Calibri"/>
                <a:sym typeface="Calibri"/>
              </a:rPr>
              <a:t>AMAZON REDSHIFT</a:t>
            </a:r>
            <a:endParaRPr/>
          </a:p>
        </p:txBody>
      </p:sp>
      <p:pic>
        <p:nvPicPr>
          <p:cNvPr id="122" name="Google Shape;122;p10"/>
          <p:cNvPicPr preferRelativeResize="0"/>
          <p:nvPr>
            <p:ph idx="1" type="body"/>
          </p:nvPr>
        </p:nvPicPr>
        <p:blipFill rotWithShape="1">
          <a:blip r:embed="rId3">
            <a:alphaModFix/>
          </a:blip>
          <a:srcRect b="0" l="0" r="0" t="0"/>
          <a:stretch/>
        </p:blipFill>
        <p:spPr>
          <a:xfrm>
            <a:off x="1040720" y="1372394"/>
            <a:ext cx="11991861" cy="5715000"/>
          </a:xfrm>
          <a:prstGeom prst="rect">
            <a:avLst/>
          </a:prstGeom>
          <a:noFill/>
          <a:ln>
            <a:noFill/>
          </a:ln>
        </p:spPr>
      </p:pic>
      <p:sp>
        <p:nvSpPr>
          <p:cNvPr id="123" name="Google Shape;123;p10"/>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1"/>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lang="en-US" sz="3200">
                <a:latin typeface="Times New Roman"/>
                <a:ea typeface="Times New Roman"/>
                <a:cs typeface="Times New Roman"/>
                <a:sym typeface="Times New Roman"/>
              </a:rPr>
            </a:br>
            <a:endParaRPr/>
          </a:p>
        </p:txBody>
      </p:sp>
      <p:sp>
        <p:nvSpPr>
          <p:cNvPr id="129" name="Google Shape;129;p11"/>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0" name="Google Shape;130;p11"/>
          <p:cNvPicPr preferRelativeResize="0"/>
          <p:nvPr/>
        </p:nvPicPr>
        <p:blipFill rotWithShape="1">
          <a:blip r:embed="rId3">
            <a:alphaModFix/>
          </a:blip>
          <a:srcRect b="0" l="0" r="0" t="0"/>
          <a:stretch/>
        </p:blipFill>
        <p:spPr>
          <a:xfrm>
            <a:off x="1450181" y="1472037"/>
            <a:ext cx="10744200" cy="576775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2"/>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2800">
                <a:solidFill>
                  <a:srgbClr val="495766"/>
                </a:solidFill>
                <a:latin typeface="Times New Roman"/>
                <a:ea typeface="Times New Roman"/>
                <a:cs typeface="Times New Roman"/>
                <a:sym typeface="Times New Roman"/>
              </a:rPr>
              <a:t>AMAZON KINESIS</a:t>
            </a:r>
            <a:endParaRPr/>
          </a:p>
        </p:txBody>
      </p:sp>
      <p:sp>
        <p:nvSpPr>
          <p:cNvPr id="136" name="Google Shape;136;p12"/>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7" name="Google Shape;137;p12"/>
          <p:cNvSpPr txBox="1"/>
          <p:nvPr>
            <p:ph idx="1" type="body"/>
          </p:nvPr>
        </p:nvSpPr>
        <p:spPr>
          <a:xfrm>
            <a:off x="365742" y="1006037"/>
            <a:ext cx="13428839" cy="4870788"/>
          </a:xfrm>
          <a:prstGeom prst="rect">
            <a:avLst/>
          </a:prstGeom>
          <a:solidFill>
            <a:srgbClr val="FFFFFF"/>
          </a:solidFill>
          <a:ln>
            <a:noFill/>
          </a:ln>
        </p:spPr>
        <p:txBody>
          <a:bodyPr anchorCtr="0" anchor="ctr" bIns="152350" lIns="0" spcFirstLastPara="1" rIns="0" wrap="square" tIns="76175">
            <a:spAutoFit/>
          </a:bodyPr>
          <a:lstStyle/>
          <a:p>
            <a:pPr indent="0" lvl="0" marL="0" marR="0" rtl="0" algn="l">
              <a:lnSpc>
                <a:spcPct val="150000"/>
              </a:lnSpc>
              <a:spcBef>
                <a:spcPts val="0"/>
              </a:spcBef>
              <a:spcAft>
                <a:spcPts val="0"/>
              </a:spcAft>
              <a:buClr>
                <a:srgbClr val="001D35"/>
              </a:buClr>
              <a:buSzPts val="1800"/>
              <a:buFont typeface="Arial"/>
              <a:buNone/>
            </a:pPr>
            <a:r>
              <a:rPr b="0" i="0" lang="en-US" sz="1800" u="none" cap="none" strike="noStrike">
                <a:solidFill>
                  <a:srgbClr val="001D35"/>
                </a:solidFill>
                <a:latin typeface="Calibri"/>
                <a:ea typeface="Calibri"/>
                <a:cs typeface="Calibri"/>
                <a:sym typeface="Calibri"/>
              </a:rPr>
              <a:t>Amazon Kinesis is a fully managed, serverless service from Amazon Web Services (AWS) designed for real-time data streaming. It allows developers to collect, process, and analyze data streams from various sources at a large scale. Kinesis offers different services like Kinesis Data Streams, Kinesis Data Firehose, and Kinesis Video Streams, each serving different use cases. </a:t>
            </a:r>
            <a:endParaRPr b="0" i="0" sz="1800" u="none" cap="none" strike="noStrike">
              <a:solidFill>
                <a:srgbClr val="001D35"/>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 name="Google Shape;138;p12"/>
          <p:cNvSpPr/>
          <p:nvPr/>
        </p:nvSpPr>
        <p:spPr>
          <a:xfrm>
            <a:off x="0" y="-253879"/>
            <a:ext cx="65" cy="507759"/>
          </a:xfrm>
          <a:prstGeom prst="rect">
            <a:avLst/>
          </a:prstGeom>
          <a:solidFill>
            <a:srgbClr val="FFFFFF"/>
          </a:solidFill>
          <a:ln>
            <a:noFill/>
          </a:ln>
        </p:spPr>
        <p:txBody>
          <a:bodyPr anchorCtr="0" anchor="ctr" bIns="152350" lIns="0" spcFirstLastPara="1" rIns="0" wrap="square" tIns="76175">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9" name="Google Shape;139;p12"/>
          <p:cNvSpPr txBox="1"/>
          <p:nvPr/>
        </p:nvSpPr>
        <p:spPr>
          <a:xfrm>
            <a:off x="231774" y="-151606"/>
            <a:ext cx="13732848" cy="835934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800"/>
              <a:buFont typeface="Arial"/>
              <a:buNone/>
            </a:pPr>
            <a:r>
              <a:t/>
            </a:r>
            <a:endParaRPr b="1" sz="180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800"/>
              <a:buFont typeface="Arial"/>
              <a:buNone/>
            </a:pPr>
            <a:r>
              <a:t/>
            </a:r>
            <a:endParaRPr b="1" sz="180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800"/>
              <a:buFont typeface="Arial"/>
              <a:buNone/>
            </a:pPr>
            <a:r>
              <a:t/>
            </a:r>
            <a:endParaRPr b="1" sz="180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Key Features and Capabilities:</a:t>
            </a:r>
            <a:endParaRPr/>
          </a:p>
          <a:p>
            <a:pPr indent="0" lvl="0" marL="0" marR="0" rtl="0" algn="l">
              <a:lnSpc>
                <a:spcPct val="15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Real-time Data Processing:</a:t>
            </a:r>
            <a:endParaRPr/>
          </a:p>
          <a:p>
            <a:pPr indent="0" lvl="0" marL="0" marR="0" rtl="0" algn="l">
              <a:lnSpc>
                <a:spcPct val="15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Kinesis enables immediate processing and analysis of data as it arrives, rather than waiting for batch processing. </a:t>
            </a:r>
            <a:endParaRPr/>
          </a:p>
          <a:p>
            <a:pPr indent="0" lvl="0" marL="0" marR="0" rtl="0" algn="l">
              <a:lnSpc>
                <a:spcPct val="15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Scalability:</a:t>
            </a:r>
            <a:endParaRPr/>
          </a:p>
          <a:p>
            <a:pPr indent="0" lvl="0" marL="0" marR="0" rtl="0" algn="l">
              <a:lnSpc>
                <a:spcPct val="15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It can handle large volumes of data from thousands of sources with low latency. </a:t>
            </a:r>
            <a:endParaRPr/>
          </a:p>
          <a:p>
            <a:pPr indent="0" lvl="0" marL="0" marR="0" rtl="0" algn="l">
              <a:lnSpc>
                <a:spcPct val="15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Serverless Architecture:</a:t>
            </a:r>
            <a:endParaRPr/>
          </a:p>
          <a:p>
            <a:pPr indent="0" lvl="0" marL="0" marR="0" rtl="0" algn="l">
              <a:lnSpc>
                <a:spcPct val="15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Managed by AWS, Kinesis eliminates the need for infrastructure management. </a:t>
            </a:r>
            <a:endParaRPr/>
          </a:p>
          <a:p>
            <a:pPr indent="0" lvl="0" marL="0" marR="0" rtl="0" algn="l">
              <a:lnSpc>
                <a:spcPct val="15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Variety of Data Sources:</a:t>
            </a:r>
            <a:endParaRPr/>
          </a:p>
          <a:p>
            <a:pPr indent="0" lvl="0" marL="0" marR="0" rtl="0" algn="l">
              <a:lnSpc>
                <a:spcPct val="15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Supports various data types, including logs, application data, IoT telemetry, and video streams. </a:t>
            </a:r>
            <a:endParaRPr/>
          </a:p>
          <a:p>
            <a:pPr indent="0" lvl="0" marL="0" marR="0" rtl="0" algn="l">
              <a:lnSpc>
                <a:spcPct val="15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Enhanced Fan-Out:</a:t>
            </a:r>
            <a:endParaRPr/>
          </a:p>
          <a:p>
            <a:pPr indent="0" lvl="0" marL="0" marR="0" rtl="0" algn="l">
              <a:lnSpc>
                <a:spcPct val="15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Allows multiple consumers to access data from the same stream, improving performance and reducing congestion. </a:t>
            </a:r>
            <a:endParaRPr/>
          </a:p>
          <a:p>
            <a:pPr indent="0" lvl="0" marL="0" marR="0" rtl="0" algn="l">
              <a:lnSpc>
                <a:spcPct val="15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Data Retention:</a:t>
            </a:r>
            <a:endParaRPr/>
          </a:p>
          <a:p>
            <a:pPr indent="0" lvl="0" marL="0" marR="0" rtl="0" algn="l">
              <a:lnSpc>
                <a:spcPct val="15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Data can be stored in Kinesis for a specified period, allowing for replay and analysis. </a:t>
            </a:r>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3"/>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2800">
                <a:solidFill>
                  <a:srgbClr val="495766"/>
                </a:solidFill>
                <a:latin typeface="Times New Roman"/>
                <a:ea typeface="Times New Roman"/>
                <a:cs typeface="Times New Roman"/>
                <a:sym typeface="Times New Roman"/>
              </a:rPr>
              <a:t>AMAZON KINESIS</a:t>
            </a:r>
            <a:endParaRPr/>
          </a:p>
        </p:txBody>
      </p:sp>
      <p:sp>
        <p:nvSpPr>
          <p:cNvPr id="145" name="Google Shape;145;p13"/>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6" name="Google Shape;146;p13"/>
          <p:cNvSpPr txBox="1"/>
          <p:nvPr>
            <p:ph idx="1" type="body"/>
          </p:nvPr>
        </p:nvSpPr>
        <p:spPr>
          <a:xfrm>
            <a:off x="716522" y="1444678"/>
            <a:ext cx="12011259" cy="4605483"/>
          </a:xfrm>
          <a:prstGeom prst="rect">
            <a:avLst/>
          </a:prstGeom>
          <a:solidFill>
            <a:srgbClr val="FFFFFF"/>
          </a:solidFill>
          <a:ln>
            <a:noFill/>
          </a:ln>
        </p:spPr>
        <p:txBody>
          <a:bodyPr anchorCtr="0" anchor="ctr" bIns="152350" lIns="0" spcFirstLastPara="1" rIns="0" wrap="square" tIns="76175">
            <a:spAutoFit/>
          </a:bodyPr>
          <a:lstStyle/>
          <a:p>
            <a:pPr indent="0" lvl="0" marL="0" marR="0" rtl="0" algn="l">
              <a:lnSpc>
                <a:spcPct val="150000"/>
              </a:lnSpc>
              <a:spcBef>
                <a:spcPts val="0"/>
              </a:spcBef>
              <a:spcAft>
                <a:spcPts val="0"/>
              </a:spcAft>
              <a:buClr>
                <a:schemeClr val="dk1"/>
              </a:buClr>
              <a:buSzPts val="2400"/>
              <a:buFont typeface="Arial"/>
              <a:buNone/>
            </a:pPr>
            <a:r>
              <a:rPr b="1" i="0" lang="en-US" sz="2400" u="none" cap="none" strike="noStrike">
                <a:solidFill>
                  <a:schemeClr val="dk1"/>
                </a:solidFill>
                <a:latin typeface="Calibri"/>
                <a:ea typeface="Calibri"/>
                <a:cs typeface="Calibri"/>
                <a:sym typeface="Calibri"/>
              </a:rPr>
              <a:t>Applications of Kinesis:</a:t>
            </a:r>
            <a:endParaRPr/>
          </a:p>
          <a:p>
            <a:pPr indent="0" lvl="0" marL="0" marR="0" rtl="0" algn="l">
              <a:lnSpc>
                <a:spcPct val="15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Real-time Analytics: Processing data for dashboards, alerts, and other real-time insights. </a:t>
            </a:r>
            <a:endParaRPr/>
          </a:p>
          <a:p>
            <a:pPr indent="0" lvl="0" marL="0" marR="0" rtl="0" algn="l">
              <a:lnSpc>
                <a:spcPct val="15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Application Monitoring: Tracking application performance and detecting issues in real-time. </a:t>
            </a:r>
            <a:endParaRPr/>
          </a:p>
          <a:p>
            <a:pPr indent="0" lvl="0" marL="0" marR="0" rtl="0" algn="l">
              <a:lnSpc>
                <a:spcPct val="15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Fraud Detection: Identifying fraudulent transactions or activities based on real-time data patterns. </a:t>
            </a:r>
            <a:endParaRPr/>
          </a:p>
          <a:p>
            <a:pPr indent="0" lvl="0" marL="0" marR="0" rtl="0" algn="l">
              <a:lnSpc>
                <a:spcPct val="15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IoT Data Processing: Analyzing data from sensors, devices, and other IoT sources. </a:t>
            </a:r>
            <a:endParaRPr/>
          </a:p>
          <a:p>
            <a:pPr indent="0" lvl="0" marL="0" marR="0" rtl="0" algn="l">
              <a:lnSpc>
                <a:spcPct val="15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Video Streaming: Capturing and delivering live video streams from devices like cameras. </a:t>
            </a:r>
            <a:endParaRPr/>
          </a:p>
          <a:p>
            <a:pPr indent="0" lvl="0" marL="0" marR="0" rtl="0" algn="l">
              <a:lnSpc>
                <a:spcPct val="15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Live Leaderboards: Building real-time leaderboards for games and other applications.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4"/>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200">
                <a:solidFill>
                  <a:srgbClr val="495766"/>
                </a:solidFill>
                <a:latin typeface="Times New Roman"/>
                <a:ea typeface="Times New Roman"/>
                <a:cs typeface="Times New Roman"/>
                <a:sym typeface="Times New Roman"/>
              </a:rPr>
              <a:t>AMAZON KINESIS</a:t>
            </a:r>
            <a:endParaRPr/>
          </a:p>
        </p:txBody>
      </p:sp>
      <p:pic>
        <p:nvPicPr>
          <p:cNvPr id="152" name="Google Shape;152;p14"/>
          <p:cNvPicPr preferRelativeResize="0"/>
          <p:nvPr>
            <p:ph idx="1" type="body"/>
          </p:nvPr>
        </p:nvPicPr>
        <p:blipFill rotWithShape="1">
          <a:blip r:embed="rId3">
            <a:alphaModFix/>
          </a:blip>
          <a:srcRect b="0" l="0" r="0" t="0"/>
          <a:stretch/>
        </p:blipFill>
        <p:spPr>
          <a:xfrm>
            <a:off x="687304" y="4814998"/>
            <a:ext cx="12573877" cy="3172268"/>
          </a:xfrm>
          <a:prstGeom prst="rect">
            <a:avLst/>
          </a:prstGeom>
          <a:noFill/>
          <a:ln>
            <a:noFill/>
          </a:ln>
        </p:spPr>
      </p:pic>
      <p:sp>
        <p:nvSpPr>
          <p:cNvPr id="153" name="Google Shape;153;p14"/>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54" name="Google Shape;154;p14"/>
          <p:cNvPicPr preferRelativeResize="0"/>
          <p:nvPr/>
        </p:nvPicPr>
        <p:blipFill rotWithShape="1">
          <a:blip r:embed="rId4">
            <a:alphaModFix/>
          </a:blip>
          <a:srcRect b="0" l="0" r="0" t="0"/>
          <a:stretch/>
        </p:blipFill>
        <p:spPr>
          <a:xfrm>
            <a:off x="611981" y="1219993"/>
            <a:ext cx="12649200" cy="359606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200">
                <a:solidFill>
                  <a:srgbClr val="495766"/>
                </a:solidFill>
                <a:latin typeface="Times New Roman"/>
                <a:ea typeface="Times New Roman"/>
                <a:cs typeface="Times New Roman"/>
                <a:sym typeface="Times New Roman"/>
              </a:rPr>
              <a:t>AMAZON KINESIS</a:t>
            </a:r>
            <a:endParaRPr/>
          </a:p>
        </p:txBody>
      </p:sp>
      <p:pic>
        <p:nvPicPr>
          <p:cNvPr id="160" name="Google Shape;160;p15"/>
          <p:cNvPicPr preferRelativeResize="0"/>
          <p:nvPr>
            <p:ph idx="1" type="body"/>
          </p:nvPr>
        </p:nvPicPr>
        <p:blipFill rotWithShape="1">
          <a:blip r:embed="rId3">
            <a:alphaModFix/>
          </a:blip>
          <a:srcRect b="0" l="0" r="0" t="0"/>
          <a:stretch/>
        </p:blipFill>
        <p:spPr>
          <a:xfrm>
            <a:off x="764381" y="1646238"/>
            <a:ext cx="12420600" cy="6126956"/>
          </a:xfrm>
          <a:prstGeom prst="rect">
            <a:avLst/>
          </a:prstGeom>
          <a:noFill/>
          <a:ln>
            <a:noFill/>
          </a:ln>
        </p:spPr>
      </p:pic>
      <p:sp>
        <p:nvSpPr>
          <p:cNvPr id="161" name="Google Shape;161;p15"/>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6"/>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200">
                <a:solidFill>
                  <a:srgbClr val="495766"/>
                </a:solidFill>
                <a:latin typeface="Times New Roman"/>
                <a:ea typeface="Times New Roman"/>
                <a:cs typeface="Times New Roman"/>
                <a:sym typeface="Times New Roman"/>
              </a:rPr>
              <a:t>AMAZON KINESIS</a:t>
            </a:r>
            <a:endParaRPr/>
          </a:p>
        </p:txBody>
      </p:sp>
      <p:sp>
        <p:nvSpPr>
          <p:cNvPr id="167" name="Google Shape;167;p16"/>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8" name="Google Shape;168;p16"/>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None/>
            </a:pPr>
            <a:r>
              <a:t/>
            </a:r>
            <a:endParaRPr/>
          </a:p>
        </p:txBody>
      </p:sp>
      <p:pic>
        <p:nvPicPr>
          <p:cNvPr id="169" name="Google Shape;169;p16"/>
          <p:cNvPicPr preferRelativeResize="0"/>
          <p:nvPr/>
        </p:nvPicPr>
        <p:blipFill rotWithShape="1">
          <a:blip r:embed="rId3">
            <a:alphaModFix/>
          </a:blip>
          <a:srcRect b="0" l="0" r="0" t="0"/>
          <a:stretch/>
        </p:blipFill>
        <p:spPr>
          <a:xfrm>
            <a:off x="611981" y="1217977"/>
            <a:ext cx="13106400" cy="64397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7"/>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200">
                <a:solidFill>
                  <a:srgbClr val="495766"/>
                </a:solidFill>
                <a:latin typeface="Times New Roman"/>
                <a:ea typeface="Times New Roman"/>
                <a:cs typeface="Times New Roman"/>
                <a:sym typeface="Times New Roman"/>
              </a:rPr>
              <a:t>AMAZON KINESIS</a:t>
            </a:r>
            <a:endParaRPr/>
          </a:p>
        </p:txBody>
      </p:sp>
      <p:pic>
        <p:nvPicPr>
          <p:cNvPr id="175" name="Google Shape;175;p17"/>
          <p:cNvPicPr preferRelativeResize="0"/>
          <p:nvPr>
            <p:ph idx="1" type="body"/>
          </p:nvPr>
        </p:nvPicPr>
        <p:blipFill rotWithShape="1">
          <a:blip r:embed="rId3">
            <a:alphaModFix/>
          </a:blip>
          <a:srcRect b="0" l="0" r="0" t="0"/>
          <a:stretch/>
        </p:blipFill>
        <p:spPr>
          <a:xfrm>
            <a:off x="916781" y="1646238"/>
            <a:ext cx="12420600" cy="5432425"/>
          </a:xfrm>
          <a:prstGeom prst="rect">
            <a:avLst/>
          </a:prstGeom>
          <a:noFill/>
          <a:ln>
            <a:noFill/>
          </a:ln>
        </p:spPr>
      </p:pic>
      <p:sp>
        <p:nvSpPr>
          <p:cNvPr id="176" name="Google Shape;176;p17"/>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8"/>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200">
                <a:solidFill>
                  <a:srgbClr val="495766"/>
                </a:solidFill>
                <a:latin typeface="Times New Roman"/>
                <a:ea typeface="Times New Roman"/>
                <a:cs typeface="Times New Roman"/>
                <a:sym typeface="Times New Roman"/>
              </a:rPr>
              <a:t>AMAZON KINESIS</a:t>
            </a:r>
            <a:endParaRPr/>
          </a:p>
        </p:txBody>
      </p:sp>
      <p:pic>
        <p:nvPicPr>
          <p:cNvPr id="182" name="Google Shape;182;p18"/>
          <p:cNvPicPr preferRelativeResize="0"/>
          <p:nvPr>
            <p:ph idx="1" type="body"/>
          </p:nvPr>
        </p:nvPicPr>
        <p:blipFill rotWithShape="1">
          <a:blip r:embed="rId3">
            <a:alphaModFix/>
          </a:blip>
          <a:srcRect b="0" l="0" r="0" t="0"/>
          <a:stretch/>
        </p:blipFill>
        <p:spPr>
          <a:xfrm>
            <a:off x="1058804" y="1677194"/>
            <a:ext cx="12212754" cy="5333999"/>
          </a:xfrm>
          <a:prstGeom prst="rect">
            <a:avLst/>
          </a:prstGeom>
          <a:noFill/>
          <a:ln>
            <a:noFill/>
          </a:ln>
        </p:spPr>
      </p:pic>
      <p:sp>
        <p:nvSpPr>
          <p:cNvPr id="183" name="Google Shape;183;p18"/>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9"/>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200">
                <a:solidFill>
                  <a:srgbClr val="495766"/>
                </a:solidFill>
                <a:latin typeface="Times New Roman"/>
                <a:ea typeface="Times New Roman"/>
                <a:cs typeface="Times New Roman"/>
                <a:sym typeface="Times New Roman"/>
              </a:rPr>
              <a:t>AMAZON KINESIS</a:t>
            </a:r>
            <a:endParaRPr/>
          </a:p>
        </p:txBody>
      </p:sp>
      <p:pic>
        <p:nvPicPr>
          <p:cNvPr id="189" name="Google Shape;189;p19"/>
          <p:cNvPicPr preferRelativeResize="0"/>
          <p:nvPr>
            <p:ph idx="1" type="body"/>
          </p:nvPr>
        </p:nvPicPr>
        <p:blipFill rotWithShape="1">
          <a:blip r:embed="rId3">
            <a:alphaModFix/>
          </a:blip>
          <a:srcRect b="0" l="0" r="0" t="0"/>
          <a:stretch/>
        </p:blipFill>
        <p:spPr>
          <a:xfrm>
            <a:off x="625679" y="1753394"/>
            <a:ext cx="12864102" cy="5257800"/>
          </a:xfrm>
          <a:prstGeom prst="rect">
            <a:avLst/>
          </a:prstGeom>
          <a:noFill/>
          <a:ln>
            <a:noFill/>
          </a:ln>
        </p:spPr>
      </p:pic>
      <p:sp>
        <p:nvSpPr>
          <p:cNvPr id="190" name="Google Shape;190;p19"/>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0"/>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200">
                <a:solidFill>
                  <a:srgbClr val="495766"/>
                </a:solidFill>
                <a:latin typeface="Times New Roman"/>
                <a:ea typeface="Times New Roman"/>
                <a:cs typeface="Times New Roman"/>
                <a:sym typeface="Times New Roman"/>
              </a:rPr>
              <a:t>AMAZON KINESIS</a:t>
            </a:r>
            <a:endParaRPr/>
          </a:p>
        </p:txBody>
      </p:sp>
      <p:pic>
        <p:nvPicPr>
          <p:cNvPr id="196" name="Google Shape;196;p20"/>
          <p:cNvPicPr preferRelativeResize="0"/>
          <p:nvPr>
            <p:ph idx="1" type="body"/>
          </p:nvPr>
        </p:nvPicPr>
        <p:blipFill rotWithShape="1">
          <a:blip r:embed="rId3">
            <a:alphaModFix/>
          </a:blip>
          <a:srcRect b="0" l="0" r="0" t="0"/>
          <a:stretch/>
        </p:blipFill>
        <p:spPr>
          <a:xfrm>
            <a:off x="611981" y="1263190"/>
            <a:ext cx="13001864" cy="6146074"/>
          </a:xfrm>
          <a:prstGeom prst="rect">
            <a:avLst/>
          </a:prstGeom>
          <a:noFill/>
          <a:ln>
            <a:noFill/>
          </a:ln>
        </p:spPr>
      </p:pic>
      <p:sp>
        <p:nvSpPr>
          <p:cNvPr id="197" name="Google Shape;197;p20"/>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1"/>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AMAZON QUICKSIGHT</a:t>
            </a:r>
            <a:endParaRPr/>
          </a:p>
        </p:txBody>
      </p:sp>
      <p:pic>
        <p:nvPicPr>
          <p:cNvPr id="203" name="Google Shape;203;p21"/>
          <p:cNvPicPr preferRelativeResize="0"/>
          <p:nvPr>
            <p:ph idx="1" type="body"/>
          </p:nvPr>
        </p:nvPicPr>
        <p:blipFill rotWithShape="1">
          <a:blip r:embed="rId3">
            <a:alphaModFix/>
          </a:blip>
          <a:srcRect b="0" l="0" r="0" t="0"/>
          <a:stretch/>
        </p:blipFill>
        <p:spPr>
          <a:xfrm>
            <a:off x="992981" y="1646238"/>
            <a:ext cx="12496800" cy="5822156"/>
          </a:xfrm>
          <a:prstGeom prst="rect">
            <a:avLst/>
          </a:prstGeom>
          <a:noFill/>
          <a:ln>
            <a:noFill/>
          </a:ln>
        </p:spPr>
      </p:pic>
      <p:sp>
        <p:nvSpPr>
          <p:cNvPr id="204" name="Google Shape;204;p21"/>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2"/>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AMAZON QUICKSIGHT</a:t>
            </a:r>
            <a:endParaRPr/>
          </a:p>
        </p:txBody>
      </p:sp>
      <p:pic>
        <p:nvPicPr>
          <p:cNvPr id="210" name="Google Shape;210;p22"/>
          <p:cNvPicPr preferRelativeResize="0"/>
          <p:nvPr>
            <p:ph idx="1" type="body"/>
          </p:nvPr>
        </p:nvPicPr>
        <p:blipFill rotWithShape="1">
          <a:blip r:embed="rId3">
            <a:alphaModFix/>
          </a:blip>
          <a:srcRect b="0" l="0" r="0" t="0"/>
          <a:stretch/>
        </p:blipFill>
        <p:spPr>
          <a:xfrm>
            <a:off x="1145381" y="1646238"/>
            <a:ext cx="12268200" cy="5432425"/>
          </a:xfrm>
          <a:prstGeom prst="rect">
            <a:avLst/>
          </a:prstGeom>
          <a:noFill/>
          <a:ln>
            <a:noFill/>
          </a:ln>
        </p:spPr>
      </p:pic>
      <p:sp>
        <p:nvSpPr>
          <p:cNvPr id="211" name="Google Shape;211;p22"/>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3"/>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AMAZON QUICKSIGHT</a:t>
            </a:r>
            <a:endParaRPr/>
          </a:p>
        </p:txBody>
      </p:sp>
      <p:pic>
        <p:nvPicPr>
          <p:cNvPr id="217" name="Google Shape;217;p23"/>
          <p:cNvPicPr preferRelativeResize="0"/>
          <p:nvPr>
            <p:ph idx="1" type="body"/>
          </p:nvPr>
        </p:nvPicPr>
        <p:blipFill rotWithShape="1">
          <a:blip r:embed="rId3">
            <a:alphaModFix/>
          </a:blip>
          <a:srcRect b="0" l="0" r="0" t="0"/>
          <a:stretch/>
        </p:blipFill>
        <p:spPr>
          <a:xfrm>
            <a:off x="1069181" y="1646238"/>
            <a:ext cx="11963400" cy="5432425"/>
          </a:xfrm>
          <a:prstGeom prst="rect">
            <a:avLst/>
          </a:prstGeom>
          <a:noFill/>
          <a:ln>
            <a:noFill/>
          </a:ln>
        </p:spPr>
      </p:pic>
      <p:sp>
        <p:nvSpPr>
          <p:cNvPr id="218" name="Google Shape;218;p23"/>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4"/>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AMAZON QUICKSIGHT</a:t>
            </a:r>
            <a:endParaRPr/>
          </a:p>
        </p:txBody>
      </p:sp>
      <p:sp>
        <p:nvSpPr>
          <p:cNvPr id="224" name="Google Shape;224;p24"/>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25" name="Google Shape;225;p24"/>
          <p:cNvPicPr preferRelativeResize="0"/>
          <p:nvPr>
            <p:ph idx="1" type="body"/>
          </p:nvPr>
        </p:nvPicPr>
        <p:blipFill rotWithShape="1">
          <a:blip r:embed="rId3">
            <a:alphaModFix/>
          </a:blip>
          <a:srcRect b="0" l="0" r="0" t="0"/>
          <a:stretch/>
        </p:blipFill>
        <p:spPr>
          <a:xfrm>
            <a:off x="992981" y="1646238"/>
            <a:ext cx="12115800" cy="54324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5"/>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AMAZON QUICKSIGHT</a:t>
            </a:r>
            <a:endParaRPr/>
          </a:p>
        </p:txBody>
      </p:sp>
      <p:pic>
        <p:nvPicPr>
          <p:cNvPr id="231" name="Google Shape;231;p25"/>
          <p:cNvPicPr preferRelativeResize="0"/>
          <p:nvPr>
            <p:ph idx="1" type="body"/>
          </p:nvPr>
        </p:nvPicPr>
        <p:blipFill rotWithShape="1">
          <a:blip r:embed="rId3">
            <a:alphaModFix/>
          </a:blip>
          <a:srcRect b="0" l="0" r="0" t="0"/>
          <a:stretch/>
        </p:blipFill>
        <p:spPr>
          <a:xfrm>
            <a:off x="2815929" y="1646238"/>
            <a:ext cx="8698505" cy="5432425"/>
          </a:xfrm>
          <a:prstGeom prst="rect">
            <a:avLst/>
          </a:prstGeom>
          <a:noFill/>
          <a:ln>
            <a:noFill/>
          </a:ln>
        </p:spPr>
      </p:pic>
      <p:sp>
        <p:nvSpPr>
          <p:cNvPr id="232" name="Google Shape;232;p25"/>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6"/>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AMAZON QUICKSIGHT</a:t>
            </a:r>
            <a:endParaRPr/>
          </a:p>
        </p:txBody>
      </p:sp>
      <p:pic>
        <p:nvPicPr>
          <p:cNvPr id="238" name="Google Shape;238;p26"/>
          <p:cNvPicPr preferRelativeResize="0"/>
          <p:nvPr>
            <p:ph idx="1" type="body"/>
          </p:nvPr>
        </p:nvPicPr>
        <p:blipFill rotWithShape="1">
          <a:blip r:embed="rId3">
            <a:alphaModFix/>
          </a:blip>
          <a:srcRect b="0" l="0" r="0" t="0"/>
          <a:stretch/>
        </p:blipFill>
        <p:spPr>
          <a:xfrm>
            <a:off x="2245249" y="1646238"/>
            <a:ext cx="9839864" cy="5432425"/>
          </a:xfrm>
          <a:prstGeom prst="rect">
            <a:avLst/>
          </a:prstGeom>
          <a:noFill/>
          <a:ln>
            <a:noFill/>
          </a:ln>
        </p:spPr>
      </p:pic>
      <p:sp>
        <p:nvSpPr>
          <p:cNvPr id="239" name="Google Shape;239;p26"/>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7"/>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AMAZON QUICKSIGHT</a:t>
            </a:r>
            <a:endParaRPr/>
          </a:p>
        </p:txBody>
      </p:sp>
      <p:pic>
        <p:nvPicPr>
          <p:cNvPr id="245" name="Google Shape;245;p27"/>
          <p:cNvPicPr preferRelativeResize="0"/>
          <p:nvPr>
            <p:ph idx="1" type="body"/>
          </p:nvPr>
        </p:nvPicPr>
        <p:blipFill rotWithShape="1">
          <a:blip r:embed="rId3">
            <a:alphaModFix/>
          </a:blip>
          <a:srcRect b="0" l="0" r="0" t="0"/>
          <a:stretch/>
        </p:blipFill>
        <p:spPr>
          <a:xfrm>
            <a:off x="2333025" y="1646238"/>
            <a:ext cx="9664313" cy="5432425"/>
          </a:xfrm>
          <a:prstGeom prst="rect">
            <a:avLst/>
          </a:prstGeom>
          <a:noFill/>
          <a:ln>
            <a:noFill/>
          </a:ln>
        </p:spPr>
      </p:pic>
      <p:sp>
        <p:nvSpPr>
          <p:cNvPr id="246" name="Google Shape;246;p27"/>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8"/>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AMAZON QUICKSIGHT</a:t>
            </a:r>
            <a:endParaRPr/>
          </a:p>
        </p:txBody>
      </p:sp>
      <p:pic>
        <p:nvPicPr>
          <p:cNvPr id="252" name="Google Shape;252;p28"/>
          <p:cNvPicPr preferRelativeResize="0"/>
          <p:nvPr>
            <p:ph idx="1" type="body"/>
          </p:nvPr>
        </p:nvPicPr>
        <p:blipFill rotWithShape="1">
          <a:blip r:embed="rId3">
            <a:alphaModFix/>
          </a:blip>
          <a:srcRect b="0" l="0" r="0" t="0"/>
          <a:stretch/>
        </p:blipFill>
        <p:spPr>
          <a:xfrm>
            <a:off x="1816720" y="1646238"/>
            <a:ext cx="10696923" cy="5432425"/>
          </a:xfrm>
          <a:prstGeom prst="rect">
            <a:avLst/>
          </a:prstGeom>
          <a:noFill/>
          <a:ln>
            <a:noFill/>
          </a:ln>
        </p:spPr>
      </p:pic>
      <p:sp>
        <p:nvSpPr>
          <p:cNvPr id="253" name="Google Shape;253;p28"/>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9"/>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AMAZON EMR</a:t>
            </a:r>
            <a:endParaRPr/>
          </a:p>
        </p:txBody>
      </p:sp>
      <p:sp>
        <p:nvSpPr>
          <p:cNvPr id="259" name="Google Shape;259;p29"/>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0" name="Google Shape;260;p29"/>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None/>
            </a:pPr>
            <a:r>
              <a:t/>
            </a:r>
            <a:endParaRPr/>
          </a:p>
        </p:txBody>
      </p:sp>
      <p:pic>
        <p:nvPicPr>
          <p:cNvPr id="261" name="Google Shape;261;p29"/>
          <p:cNvPicPr preferRelativeResize="0"/>
          <p:nvPr/>
        </p:nvPicPr>
        <p:blipFill rotWithShape="1">
          <a:blip r:embed="rId3">
            <a:alphaModFix/>
          </a:blip>
          <a:srcRect b="0" l="0" r="0" t="0"/>
          <a:stretch/>
        </p:blipFill>
        <p:spPr>
          <a:xfrm>
            <a:off x="720755" y="1448594"/>
            <a:ext cx="12997626" cy="57912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0"/>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AMAZON EMR</a:t>
            </a:r>
            <a:endParaRPr/>
          </a:p>
        </p:txBody>
      </p:sp>
      <p:sp>
        <p:nvSpPr>
          <p:cNvPr id="267" name="Google Shape;267;p30"/>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8" name="Google Shape;268;p30"/>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None/>
            </a:pPr>
            <a:r>
              <a:t/>
            </a:r>
            <a:endParaRPr/>
          </a:p>
        </p:txBody>
      </p:sp>
      <p:pic>
        <p:nvPicPr>
          <p:cNvPr id="269" name="Google Shape;269;p30"/>
          <p:cNvPicPr preferRelativeResize="0"/>
          <p:nvPr/>
        </p:nvPicPr>
        <p:blipFill rotWithShape="1">
          <a:blip r:embed="rId3">
            <a:alphaModFix/>
          </a:blip>
          <a:srcRect b="0" l="0" r="0" t="0"/>
          <a:stretch/>
        </p:blipFill>
        <p:spPr>
          <a:xfrm>
            <a:off x="611981" y="1218662"/>
            <a:ext cx="13182600" cy="628737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1"/>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AMAZON EMR</a:t>
            </a:r>
            <a:endParaRPr/>
          </a:p>
        </p:txBody>
      </p:sp>
      <p:sp>
        <p:nvSpPr>
          <p:cNvPr id="275" name="Google Shape;275;p31"/>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76" name="Google Shape;276;p31"/>
          <p:cNvPicPr preferRelativeResize="0"/>
          <p:nvPr>
            <p:ph idx="1" type="body"/>
          </p:nvPr>
        </p:nvPicPr>
        <p:blipFill rotWithShape="1">
          <a:blip r:embed="rId3">
            <a:alphaModFix/>
          </a:blip>
          <a:srcRect b="0" l="0" r="0" t="0"/>
          <a:stretch/>
        </p:blipFill>
        <p:spPr>
          <a:xfrm>
            <a:off x="715963" y="1006036"/>
            <a:ext cx="12898437" cy="662306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2"/>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AMAZON EMR</a:t>
            </a:r>
            <a:endParaRPr/>
          </a:p>
        </p:txBody>
      </p:sp>
      <p:pic>
        <p:nvPicPr>
          <p:cNvPr id="282" name="Google Shape;282;p32"/>
          <p:cNvPicPr preferRelativeResize="0"/>
          <p:nvPr>
            <p:ph idx="1" type="body"/>
          </p:nvPr>
        </p:nvPicPr>
        <p:blipFill rotWithShape="1">
          <a:blip r:embed="rId3">
            <a:alphaModFix/>
          </a:blip>
          <a:srcRect b="0" l="0" r="0" t="0"/>
          <a:stretch/>
        </p:blipFill>
        <p:spPr>
          <a:xfrm>
            <a:off x="715963" y="1143794"/>
            <a:ext cx="12898437" cy="6485310"/>
          </a:xfrm>
          <a:prstGeom prst="rect">
            <a:avLst/>
          </a:prstGeom>
          <a:noFill/>
          <a:ln>
            <a:noFill/>
          </a:ln>
        </p:spPr>
      </p:pic>
      <p:sp>
        <p:nvSpPr>
          <p:cNvPr id="283" name="Google Shape;283;p32"/>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3"/>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AMAZON EMR</a:t>
            </a:r>
            <a:endParaRPr/>
          </a:p>
        </p:txBody>
      </p:sp>
      <p:pic>
        <p:nvPicPr>
          <p:cNvPr id="289" name="Google Shape;289;p33"/>
          <p:cNvPicPr preferRelativeResize="0"/>
          <p:nvPr>
            <p:ph idx="1" type="body"/>
          </p:nvPr>
        </p:nvPicPr>
        <p:blipFill rotWithShape="1">
          <a:blip r:embed="rId3">
            <a:alphaModFix/>
          </a:blip>
          <a:srcRect b="0" l="0" r="0" t="0"/>
          <a:stretch/>
        </p:blipFill>
        <p:spPr>
          <a:xfrm>
            <a:off x="773014" y="1219994"/>
            <a:ext cx="12784334" cy="6409110"/>
          </a:xfrm>
          <a:prstGeom prst="rect">
            <a:avLst/>
          </a:prstGeom>
          <a:noFill/>
          <a:ln>
            <a:noFill/>
          </a:ln>
        </p:spPr>
      </p:pic>
      <p:sp>
        <p:nvSpPr>
          <p:cNvPr id="290" name="Google Shape;290;p33"/>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4"/>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AMAZON EMR</a:t>
            </a:r>
            <a:endParaRPr/>
          </a:p>
        </p:txBody>
      </p:sp>
      <p:pic>
        <p:nvPicPr>
          <p:cNvPr id="296" name="Google Shape;296;p34"/>
          <p:cNvPicPr preferRelativeResize="0"/>
          <p:nvPr>
            <p:ph idx="1" type="body"/>
          </p:nvPr>
        </p:nvPicPr>
        <p:blipFill rotWithShape="1">
          <a:blip r:embed="rId3">
            <a:alphaModFix/>
          </a:blip>
          <a:srcRect b="0" l="0" r="0" t="0"/>
          <a:stretch/>
        </p:blipFill>
        <p:spPr>
          <a:xfrm>
            <a:off x="1907381" y="1646238"/>
            <a:ext cx="10058399" cy="5432425"/>
          </a:xfrm>
          <a:prstGeom prst="rect">
            <a:avLst/>
          </a:prstGeom>
          <a:noFill/>
          <a:ln>
            <a:noFill/>
          </a:ln>
        </p:spPr>
      </p:pic>
      <p:sp>
        <p:nvSpPr>
          <p:cNvPr id="297" name="Google Shape;297;p34"/>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5"/>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303" name="Google Shape;303;p35"/>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None/>
            </a:pPr>
            <a:r>
              <a:t/>
            </a:r>
            <a:endParaRPr/>
          </a:p>
        </p:txBody>
      </p:sp>
      <p:sp>
        <p:nvSpPr>
          <p:cNvPr id="304" name="Google Shape;304;p35"/>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05" name="Google Shape;305;p35"/>
          <p:cNvPicPr preferRelativeResize="0"/>
          <p:nvPr/>
        </p:nvPicPr>
        <p:blipFill rotWithShape="1">
          <a:blip r:embed="rId3">
            <a:alphaModFix/>
          </a:blip>
          <a:srcRect b="0" l="0" r="0" t="0"/>
          <a:stretch/>
        </p:blipFill>
        <p:spPr>
          <a:xfrm>
            <a:off x="535781" y="1248880"/>
            <a:ext cx="13258800" cy="63802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2010-04-09T07:36:15Z</dcterms:created>
  <dc:creator>ABC</dc:creator>
</cp:coreProperties>
</file>