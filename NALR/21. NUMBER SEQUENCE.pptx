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256" r:id="rId2"/>
    <p:sldId id="316" r:id="rId3"/>
    <p:sldId id="285" r:id="rId4"/>
    <p:sldId id="258" r:id="rId5"/>
    <p:sldId id="287" r:id="rId6"/>
    <p:sldId id="259" r:id="rId7"/>
    <p:sldId id="288" r:id="rId8"/>
    <p:sldId id="261" r:id="rId9"/>
    <p:sldId id="290" r:id="rId10"/>
    <p:sldId id="262" r:id="rId11"/>
    <p:sldId id="291" r:id="rId12"/>
    <p:sldId id="263" r:id="rId13"/>
    <p:sldId id="292" r:id="rId14"/>
    <p:sldId id="265" r:id="rId15"/>
    <p:sldId id="294" r:id="rId16"/>
    <p:sldId id="267" r:id="rId17"/>
    <p:sldId id="296" r:id="rId18"/>
    <p:sldId id="268" r:id="rId19"/>
    <p:sldId id="297" r:id="rId20"/>
    <p:sldId id="270" r:id="rId21"/>
    <p:sldId id="299" r:id="rId22"/>
    <p:sldId id="271" r:id="rId23"/>
    <p:sldId id="300" r:id="rId24"/>
    <p:sldId id="273" r:id="rId25"/>
    <p:sldId id="302" r:id="rId26"/>
    <p:sldId id="274" r:id="rId27"/>
    <p:sldId id="303" r:id="rId28"/>
    <p:sldId id="275" r:id="rId29"/>
    <p:sldId id="304" r:id="rId30"/>
    <p:sldId id="276" r:id="rId31"/>
    <p:sldId id="305" r:id="rId32"/>
    <p:sldId id="278" r:id="rId33"/>
    <p:sldId id="307" r:id="rId34"/>
    <p:sldId id="279" r:id="rId35"/>
    <p:sldId id="308" r:id="rId36"/>
    <p:sldId id="281" r:id="rId37"/>
    <p:sldId id="310" r:id="rId38"/>
    <p:sldId id="282" r:id="rId39"/>
    <p:sldId id="311" r:id="rId40"/>
    <p:sldId id="283" r:id="rId41"/>
    <p:sldId id="312" r:id="rId42"/>
    <p:sldId id="284" r:id="rId43"/>
    <p:sldId id="313" r:id="rId44"/>
    <p:sldId id="314" r:id="rId45"/>
  </p:sldIdLst>
  <p:sldSz cx="12192000" cy="6858000"/>
  <p:notesSz cx="6858000" cy="9144000"/>
  <p:embeddedFontLst>
    <p:embeddedFont>
      <p:font typeface="Arial Black" panose="020B0A04020102020204" pitchFamily="34" charset="0"/>
      <p:regular r:id="rId47"/>
      <p:bold r:id="rId48"/>
      <p: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8" roundtripDataSignature="AMtx7mhYYUubcU8k3G5GsU/EToTFhcoQ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E3FF"/>
    <a:srgbClr val="FFFFFF"/>
    <a:srgbClr val="D014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691" y="8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68" Type="http://customschemas.google.com/relationships/presentationmetadata" Target="meta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69" Type="http://schemas.openxmlformats.org/officeDocument/2006/relationships/presProps" Target="presProps.xml"/><Relationship Id="rId8" Type="http://schemas.openxmlformats.org/officeDocument/2006/relationships/slide" Target="slides/slide7.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esh kumar" userId="e98c6c8ac4fa17dc" providerId="LiveId" clId="{389805A1-921B-4BE5-99D8-84DB58D052F5}"/>
    <pc:docChg chg="undo custSel addSld delSld modSld modMainMaster">
      <pc:chgData name="mukesh kumar" userId="e98c6c8ac4fa17dc" providerId="LiveId" clId="{389805A1-921B-4BE5-99D8-84DB58D052F5}" dt="2024-02-20T12:43:37.815" v="821" actId="1076"/>
      <pc:docMkLst>
        <pc:docMk/>
      </pc:docMkLst>
      <pc:sldChg chg="addSp delSp modSp mod setBg modClrScheme chgLayout">
        <pc:chgData name="mukesh kumar" userId="e98c6c8ac4fa17dc" providerId="LiveId" clId="{389805A1-921B-4BE5-99D8-84DB58D052F5}" dt="2024-02-20T12:43:37.815" v="821" actId="1076"/>
        <pc:sldMkLst>
          <pc:docMk/>
          <pc:sldMk cId="0" sldId="256"/>
        </pc:sldMkLst>
        <pc:spChg chg="add mod">
          <ac:chgData name="mukesh kumar" userId="e98c6c8ac4fa17dc" providerId="LiveId" clId="{389805A1-921B-4BE5-99D8-84DB58D052F5}" dt="2024-02-20T12:43:37.815" v="821" actId="1076"/>
          <ac:spMkLst>
            <pc:docMk/>
            <pc:sldMk cId="0" sldId="256"/>
            <ac:spMk id="2" creationId="{306BED54-93CC-1C3E-4DAF-BFB9F0ECDD48}"/>
          </ac:spMkLst>
        </pc:spChg>
        <pc:spChg chg="add del mod ord">
          <ac:chgData name="mukesh kumar" userId="e98c6c8ac4fa17dc" providerId="LiveId" clId="{389805A1-921B-4BE5-99D8-84DB58D052F5}" dt="2024-02-20T09:29:30.010" v="442" actId="700"/>
          <ac:spMkLst>
            <pc:docMk/>
            <pc:sldMk cId="0" sldId="256"/>
            <ac:spMk id="2" creationId="{58A20ABF-9DA0-BA1B-1D46-40D8FBBF5267}"/>
          </ac:spMkLst>
        </pc:spChg>
        <pc:spChg chg="del mod">
          <ac:chgData name="mukesh kumar" userId="e98c6c8ac4fa17dc" providerId="LiveId" clId="{389805A1-921B-4BE5-99D8-84DB58D052F5}" dt="2024-02-20T09:29:10.661" v="326" actId="478"/>
          <ac:spMkLst>
            <pc:docMk/>
            <pc:sldMk cId="0" sldId="256"/>
            <ac:spMk id="101" creationId="{00000000-0000-0000-0000-000000000000}"/>
          </ac:spMkLst>
        </pc:spChg>
        <pc:spChg chg="del mod ord">
          <ac:chgData name="mukesh kumar" userId="e98c6c8ac4fa17dc" providerId="LiveId" clId="{389805A1-921B-4BE5-99D8-84DB58D052F5}" dt="2024-02-20T09:37:14.334" v="686" actId="478"/>
          <ac:spMkLst>
            <pc:docMk/>
            <pc:sldMk cId="0" sldId="256"/>
            <ac:spMk id="102" creationId="{00000000-0000-0000-0000-000000000000}"/>
          </ac:spMkLst>
        </pc:spChg>
      </pc:sldChg>
      <pc:sldChg chg="delSp modSp mod modClrScheme chgLayout">
        <pc:chgData name="mukesh kumar" userId="e98c6c8ac4fa17dc" providerId="LiveId" clId="{389805A1-921B-4BE5-99D8-84DB58D052F5}" dt="2024-02-20T10:16:58.797" v="777" actId="478"/>
        <pc:sldMkLst>
          <pc:docMk/>
          <pc:sldMk cId="0" sldId="257"/>
        </pc:sldMkLst>
        <pc:spChg chg="del mod ord">
          <ac:chgData name="mukesh kumar" userId="e98c6c8ac4fa17dc" providerId="LiveId" clId="{389805A1-921B-4BE5-99D8-84DB58D052F5}" dt="2024-02-20T10:16:58.797" v="777" actId="478"/>
          <ac:spMkLst>
            <pc:docMk/>
            <pc:sldMk cId="0" sldId="257"/>
            <ac:spMk id="107" creationId="{00000000-0000-0000-0000-000000000000}"/>
          </ac:spMkLst>
        </pc:spChg>
        <pc:spChg chg="mod ord">
          <ac:chgData name="mukesh kumar" userId="e98c6c8ac4fa17dc" providerId="LiveId" clId="{389805A1-921B-4BE5-99D8-84DB58D052F5}" dt="2024-02-20T09:29:34.037" v="443" actId="700"/>
          <ac:spMkLst>
            <pc:docMk/>
            <pc:sldMk cId="0" sldId="257"/>
            <ac:spMk id="108" creationId="{00000000-0000-0000-0000-000000000000}"/>
          </ac:spMkLst>
        </pc:spChg>
      </pc:sldChg>
      <pc:sldChg chg="delSp modSp mod modClrScheme chgLayout">
        <pc:chgData name="mukesh kumar" userId="e98c6c8ac4fa17dc" providerId="LiveId" clId="{389805A1-921B-4BE5-99D8-84DB58D052F5}" dt="2024-02-20T10:17:17.278" v="779" actId="478"/>
        <pc:sldMkLst>
          <pc:docMk/>
          <pc:sldMk cId="0" sldId="258"/>
        </pc:sldMkLst>
        <pc:spChg chg="del mod ord">
          <ac:chgData name="mukesh kumar" userId="e98c6c8ac4fa17dc" providerId="LiveId" clId="{389805A1-921B-4BE5-99D8-84DB58D052F5}" dt="2024-02-20T10:17:17.278" v="779" actId="478"/>
          <ac:spMkLst>
            <pc:docMk/>
            <pc:sldMk cId="0" sldId="258"/>
            <ac:spMk id="113" creationId="{00000000-0000-0000-0000-000000000000}"/>
          </ac:spMkLst>
        </pc:spChg>
        <pc:spChg chg="mod ord">
          <ac:chgData name="mukesh kumar" userId="e98c6c8ac4fa17dc" providerId="LiveId" clId="{389805A1-921B-4BE5-99D8-84DB58D052F5}" dt="2024-02-20T09:29:34.037" v="443" actId="700"/>
          <ac:spMkLst>
            <pc:docMk/>
            <pc:sldMk cId="0" sldId="258"/>
            <ac:spMk id="114" creationId="{00000000-0000-0000-0000-000000000000}"/>
          </ac:spMkLst>
        </pc:spChg>
      </pc:sldChg>
      <pc:sldChg chg="delSp modSp mod modClrScheme chgLayout">
        <pc:chgData name="mukesh kumar" userId="e98c6c8ac4fa17dc" providerId="LiveId" clId="{389805A1-921B-4BE5-99D8-84DB58D052F5}" dt="2024-02-20T10:17:33.955" v="782" actId="478"/>
        <pc:sldMkLst>
          <pc:docMk/>
          <pc:sldMk cId="0" sldId="259"/>
        </pc:sldMkLst>
        <pc:spChg chg="del mod ord">
          <ac:chgData name="mukesh kumar" userId="e98c6c8ac4fa17dc" providerId="LiveId" clId="{389805A1-921B-4BE5-99D8-84DB58D052F5}" dt="2024-02-20T10:17:33.955" v="782" actId="478"/>
          <ac:spMkLst>
            <pc:docMk/>
            <pc:sldMk cId="0" sldId="259"/>
            <ac:spMk id="119" creationId="{00000000-0000-0000-0000-000000000000}"/>
          </ac:spMkLst>
        </pc:spChg>
        <pc:spChg chg="mod ord">
          <ac:chgData name="mukesh kumar" userId="e98c6c8ac4fa17dc" providerId="LiveId" clId="{389805A1-921B-4BE5-99D8-84DB58D052F5}" dt="2024-02-20T09:29:34.037" v="443" actId="700"/>
          <ac:spMkLst>
            <pc:docMk/>
            <pc:sldMk cId="0" sldId="259"/>
            <ac:spMk id="120" creationId="{00000000-0000-0000-0000-000000000000}"/>
          </ac:spMkLst>
        </pc:spChg>
      </pc:sldChg>
      <pc:sldChg chg="delSp modSp mod modClrScheme chgLayout">
        <pc:chgData name="mukesh kumar" userId="e98c6c8ac4fa17dc" providerId="LiveId" clId="{389805A1-921B-4BE5-99D8-84DB58D052F5}" dt="2024-02-20T10:18:01.371" v="784" actId="478"/>
        <pc:sldMkLst>
          <pc:docMk/>
          <pc:sldMk cId="0" sldId="260"/>
        </pc:sldMkLst>
        <pc:spChg chg="del mod ord">
          <ac:chgData name="mukesh kumar" userId="e98c6c8ac4fa17dc" providerId="LiveId" clId="{389805A1-921B-4BE5-99D8-84DB58D052F5}" dt="2024-02-20T10:18:01.371" v="784" actId="478"/>
          <ac:spMkLst>
            <pc:docMk/>
            <pc:sldMk cId="0" sldId="260"/>
            <ac:spMk id="125" creationId="{00000000-0000-0000-0000-000000000000}"/>
          </ac:spMkLst>
        </pc:spChg>
        <pc:spChg chg="mod ord">
          <ac:chgData name="mukesh kumar" userId="e98c6c8ac4fa17dc" providerId="LiveId" clId="{389805A1-921B-4BE5-99D8-84DB58D052F5}" dt="2024-02-20T09:29:34.037" v="443" actId="700"/>
          <ac:spMkLst>
            <pc:docMk/>
            <pc:sldMk cId="0" sldId="260"/>
            <ac:spMk id="126" creationId="{00000000-0000-0000-0000-000000000000}"/>
          </ac:spMkLst>
        </pc:spChg>
      </pc:sldChg>
      <pc:sldChg chg="delSp modSp mod modClrScheme chgLayout">
        <pc:chgData name="mukesh kumar" userId="e98c6c8ac4fa17dc" providerId="LiveId" clId="{389805A1-921B-4BE5-99D8-84DB58D052F5}" dt="2024-02-20T10:18:13.362" v="786" actId="478"/>
        <pc:sldMkLst>
          <pc:docMk/>
          <pc:sldMk cId="0" sldId="261"/>
        </pc:sldMkLst>
        <pc:spChg chg="del mod ord">
          <ac:chgData name="mukesh kumar" userId="e98c6c8ac4fa17dc" providerId="LiveId" clId="{389805A1-921B-4BE5-99D8-84DB58D052F5}" dt="2024-02-20T10:18:13.362" v="786" actId="478"/>
          <ac:spMkLst>
            <pc:docMk/>
            <pc:sldMk cId="0" sldId="261"/>
            <ac:spMk id="131" creationId="{00000000-0000-0000-0000-000000000000}"/>
          </ac:spMkLst>
        </pc:spChg>
        <pc:spChg chg="mod ord">
          <ac:chgData name="mukesh kumar" userId="e98c6c8ac4fa17dc" providerId="LiveId" clId="{389805A1-921B-4BE5-99D8-84DB58D052F5}" dt="2024-02-20T09:29:34.037" v="443" actId="700"/>
          <ac:spMkLst>
            <pc:docMk/>
            <pc:sldMk cId="0" sldId="261"/>
            <ac:spMk id="132"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62"/>
        </pc:sldMkLst>
        <pc:spChg chg="mod ord">
          <ac:chgData name="mukesh kumar" userId="e98c6c8ac4fa17dc" providerId="LiveId" clId="{389805A1-921B-4BE5-99D8-84DB58D052F5}" dt="2024-02-20T12:40:58.979" v="787"/>
          <ac:spMkLst>
            <pc:docMk/>
            <pc:sldMk cId="0" sldId="262"/>
            <ac:spMk id="137" creationId="{00000000-0000-0000-0000-000000000000}"/>
          </ac:spMkLst>
        </pc:spChg>
        <pc:spChg chg="mod ord">
          <ac:chgData name="mukesh kumar" userId="e98c6c8ac4fa17dc" providerId="LiveId" clId="{389805A1-921B-4BE5-99D8-84DB58D052F5}" dt="2024-02-20T09:29:34.037" v="443" actId="700"/>
          <ac:spMkLst>
            <pc:docMk/>
            <pc:sldMk cId="0" sldId="262"/>
            <ac:spMk id="138"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63"/>
        </pc:sldMkLst>
        <pc:spChg chg="mod ord">
          <ac:chgData name="mukesh kumar" userId="e98c6c8ac4fa17dc" providerId="LiveId" clId="{389805A1-921B-4BE5-99D8-84DB58D052F5}" dt="2024-02-20T12:40:58.979" v="787"/>
          <ac:spMkLst>
            <pc:docMk/>
            <pc:sldMk cId="0" sldId="263"/>
            <ac:spMk id="143" creationId="{00000000-0000-0000-0000-000000000000}"/>
          </ac:spMkLst>
        </pc:spChg>
        <pc:spChg chg="mod ord">
          <ac:chgData name="mukesh kumar" userId="e98c6c8ac4fa17dc" providerId="LiveId" clId="{389805A1-921B-4BE5-99D8-84DB58D052F5}" dt="2024-02-20T09:29:34.037" v="443" actId="700"/>
          <ac:spMkLst>
            <pc:docMk/>
            <pc:sldMk cId="0" sldId="263"/>
            <ac:spMk id="144"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64"/>
        </pc:sldMkLst>
        <pc:spChg chg="mod ord">
          <ac:chgData name="mukesh kumar" userId="e98c6c8ac4fa17dc" providerId="LiveId" clId="{389805A1-921B-4BE5-99D8-84DB58D052F5}" dt="2024-02-20T12:40:58.979" v="787"/>
          <ac:spMkLst>
            <pc:docMk/>
            <pc:sldMk cId="0" sldId="264"/>
            <ac:spMk id="149" creationId="{00000000-0000-0000-0000-000000000000}"/>
          </ac:spMkLst>
        </pc:spChg>
        <pc:spChg chg="mod ord">
          <ac:chgData name="mukesh kumar" userId="e98c6c8ac4fa17dc" providerId="LiveId" clId="{389805A1-921B-4BE5-99D8-84DB58D052F5}" dt="2024-02-20T09:29:34.037" v="443" actId="700"/>
          <ac:spMkLst>
            <pc:docMk/>
            <pc:sldMk cId="0" sldId="264"/>
            <ac:spMk id="150"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65"/>
        </pc:sldMkLst>
        <pc:spChg chg="mod ord">
          <ac:chgData name="mukesh kumar" userId="e98c6c8ac4fa17dc" providerId="LiveId" clId="{389805A1-921B-4BE5-99D8-84DB58D052F5}" dt="2024-02-20T12:40:58.979" v="787"/>
          <ac:spMkLst>
            <pc:docMk/>
            <pc:sldMk cId="0" sldId="265"/>
            <ac:spMk id="155" creationId="{00000000-0000-0000-0000-000000000000}"/>
          </ac:spMkLst>
        </pc:spChg>
        <pc:spChg chg="mod ord">
          <ac:chgData name="mukesh kumar" userId="e98c6c8ac4fa17dc" providerId="LiveId" clId="{389805A1-921B-4BE5-99D8-84DB58D052F5}" dt="2024-02-20T09:29:34.037" v="443" actId="700"/>
          <ac:spMkLst>
            <pc:docMk/>
            <pc:sldMk cId="0" sldId="265"/>
            <ac:spMk id="156"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66"/>
        </pc:sldMkLst>
        <pc:spChg chg="mod ord">
          <ac:chgData name="mukesh kumar" userId="e98c6c8ac4fa17dc" providerId="LiveId" clId="{389805A1-921B-4BE5-99D8-84DB58D052F5}" dt="2024-02-20T12:40:58.979" v="787"/>
          <ac:spMkLst>
            <pc:docMk/>
            <pc:sldMk cId="0" sldId="266"/>
            <ac:spMk id="161" creationId="{00000000-0000-0000-0000-000000000000}"/>
          </ac:spMkLst>
        </pc:spChg>
        <pc:spChg chg="mod ord">
          <ac:chgData name="mukesh kumar" userId="e98c6c8ac4fa17dc" providerId="LiveId" clId="{389805A1-921B-4BE5-99D8-84DB58D052F5}" dt="2024-02-20T09:29:34.037" v="443" actId="700"/>
          <ac:spMkLst>
            <pc:docMk/>
            <pc:sldMk cId="0" sldId="266"/>
            <ac:spMk id="162"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67"/>
        </pc:sldMkLst>
        <pc:spChg chg="mod ord">
          <ac:chgData name="mukesh kumar" userId="e98c6c8ac4fa17dc" providerId="LiveId" clId="{389805A1-921B-4BE5-99D8-84DB58D052F5}" dt="2024-02-20T12:40:58.979" v="787"/>
          <ac:spMkLst>
            <pc:docMk/>
            <pc:sldMk cId="0" sldId="267"/>
            <ac:spMk id="167" creationId="{00000000-0000-0000-0000-000000000000}"/>
          </ac:spMkLst>
        </pc:spChg>
        <pc:spChg chg="mod ord">
          <ac:chgData name="mukesh kumar" userId="e98c6c8ac4fa17dc" providerId="LiveId" clId="{389805A1-921B-4BE5-99D8-84DB58D052F5}" dt="2024-02-20T09:29:34.037" v="443" actId="700"/>
          <ac:spMkLst>
            <pc:docMk/>
            <pc:sldMk cId="0" sldId="267"/>
            <ac:spMk id="168"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68"/>
        </pc:sldMkLst>
        <pc:spChg chg="mod ord">
          <ac:chgData name="mukesh kumar" userId="e98c6c8ac4fa17dc" providerId="LiveId" clId="{389805A1-921B-4BE5-99D8-84DB58D052F5}" dt="2024-02-20T12:40:58.979" v="787"/>
          <ac:spMkLst>
            <pc:docMk/>
            <pc:sldMk cId="0" sldId="268"/>
            <ac:spMk id="173" creationId="{00000000-0000-0000-0000-000000000000}"/>
          </ac:spMkLst>
        </pc:spChg>
        <pc:spChg chg="mod ord">
          <ac:chgData name="mukesh kumar" userId="e98c6c8ac4fa17dc" providerId="LiveId" clId="{389805A1-921B-4BE5-99D8-84DB58D052F5}" dt="2024-02-20T09:29:34.037" v="443" actId="700"/>
          <ac:spMkLst>
            <pc:docMk/>
            <pc:sldMk cId="0" sldId="268"/>
            <ac:spMk id="174"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69"/>
        </pc:sldMkLst>
        <pc:spChg chg="mod ord">
          <ac:chgData name="mukesh kumar" userId="e98c6c8ac4fa17dc" providerId="LiveId" clId="{389805A1-921B-4BE5-99D8-84DB58D052F5}" dt="2024-02-20T12:40:58.979" v="787"/>
          <ac:spMkLst>
            <pc:docMk/>
            <pc:sldMk cId="0" sldId="269"/>
            <ac:spMk id="179" creationId="{00000000-0000-0000-0000-000000000000}"/>
          </ac:spMkLst>
        </pc:spChg>
        <pc:spChg chg="mod ord">
          <ac:chgData name="mukesh kumar" userId="e98c6c8ac4fa17dc" providerId="LiveId" clId="{389805A1-921B-4BE5-99D8-84DB58D052F5}" dt="2024-02-20T09:29:34.037" v="443" actId="700"/>
          <ac:spMkLst>
            <pc:docMk/>
            <pc:sldMk cId="0" sldId="269"/>
            <ac:spMk id="180"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70"/>
        </pc:sldMkLst>
        <pc:spChg chg="mod ord">
          <ac:chgData name="mukesh kumar" userId="e98c6c8ac4fa17dc" providerId="LiveId" clId="{389805A1-921B-4BE5-99D8-84DB58D052F5}" dt="2024-02-20T12:40:58.979" v="787"/>
          <ac:spMkLst>
            <pc:docMk/>
            <pc:sldMk cId="0" sldId="270"/>
            <ac:spMk id="185" creationId="{00000000-0000-0000-0000-000000000000}"/>
          </ac:spMkLst>
        </pc:spChg>
        <pc:spChg chg="mod ord">
          <ac:chgData name="mukesh kumar" userId="e98c6c8ac4fa17dc" providerId="LiveId" clId="{389805A1-921B-4BE5-99D8-84DB58D052F5}" dt="2024-02-20T09:29:34.037" v="443" actId="700"/>
          <ac:spMkLst>
            <pc:docMk/>
            <pc:sldMk cId="0" sldId="270"/>
            <ac:spMk id="186"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71"/>
        </pc:sldMkLst>
        <pc:spChg chg="mod ord">
          <ac:chgData name="mukesh kumar" userId="e98c6c8ac4fa17dc" providerId="LiveId" clId="{389805A1-921B-4BE5-99D8-84DB58D052F5}" dt="2024-02-20T12:40:58.979" v="787"/>
          <ac:spMkLst>
            <pc:docMk/>
            <pc:sldMk cId="0" sldId="271"/>
            <ac:spMk id="191" creationId="{00000000-0000-0000-0000-000000000000}"/>
          </ac:spMkLst>
        </pc:spChg>
        <pc:spChg chg="mod ord">
          <ac:chgData name="mukesh kumar" userId="e98c6c8ac4fa17dc" providerId="LiveId" clId="{389805A1-921B-4BE5-99D8-84DB58D052F5}" dt="2024-02-20T09:29:34.037" v="443" actId="700"/>
          <ac:spMkLst>
            <pc:docMk/>
            <pc:sldMk cId="0" sldId="271"/>
            <ac:spMk id="192"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72"/>
        </pc:sldMkLst>
        <pc:spChg chg="mod ord">
          <ac:chgData name="mukesh kumar" userId="e98c6c8ac4fa17dc" providerId="LiveId" clId="{389805A1-921B-4BE5-99D8-84DB58D052F5}" dt="2024-02-20T12:40:58.979" v="787"/>
          <ac:spMkLst>
            <pc:docMk/>
            <pc:sldMk cId="0" sldId="272"/>
            <ac:spMk id="197" creationId="{00000000-0000-0000-0000-000000000000}"/>
          </ac:spMkLst>
        </pc:spChg>
        <pc:spChg chg="mod ord">
          <ac:chgData name="mukesh kumar" userId="e98c6c8ac4fa17dc" providerId="LiveId" clId="{389805A1-921B-4BE5-99D8-84DB58D052F5}" dt="2024-02-20T09:29:34.037" v="443" actId="700"/>
          <ac:spMkLst>
            <pc:docMk/>
            <pc:sldMk cId="0" sldId="272"/>
            <ac:spMk id="198"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73"/>
        </pc:sldMkLst>
        <pc:spChg chg="mod ord">
          <ac:chgData name="mukesh kumar" userId="e98c6c8ac4fa17dc" providerId="LiveId" clId="{389805A1-921B-4BE5-99D8-84DB58D052F5}" dt="2024-02-20T12:40:58.979" v="787"/>
          <ac:spMkLst>
            <pc:docMk/>
            <pc:sldMk cId="0" sldId="273"/>
            <ac:spMk id="203" creationId="{00000000-0000-0000-0000-000000000000}"/>
          </ac:spMkLst>
        </pc:spChg>
        <pc:spChg chg="mod ord">
          <ac:chgData name="mukesh kumar" userId="e98c6c8ac4fa17dc" providerId="LiveId" clId="{389805A1-921B-4BE5-99D8-84DB58D052F5}" dt="2024-02-20T09:29:34.037" v="443" actId="700"/>
          <ac:spMkLst>
            <pc:docMk/>
            <pc:sldMk cId="0" sldId="273"/>
            <ac:spMk id="204"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74"/>
        </pc:sldMkLst>
        <pc:spChg chg="mod ord">
          <ac:chgData name="mukesh kumar" userId="e98c6c8ac4fa17dc" providerId="LiveId" clId="{389805A1-921B-4BE5-99D8-84DB58D052F5}" dt="2024-02-20T12:40:58.979" v="787"/>
          <ac:spMkLst>
            <pc:docMk/>
            <pc:sldMk cId="0" sldId="274"/>
            <ac:spMk id="209" creationId="{00000000-0000-0000-0000-000000000000}"/>
          </ac:spMkLst>
        </pc:spChg>
        <pc:spChg chg="mod ord">
          <ac:chgData name="mukesh kumar" userId="e98c6c8ac4fa17dc" providerId="LiveId" clId="{389805A1-921B-4BE5-99D8-84DB58D052F5}" dt="2024-02-20T09:29:34.037" v="443" actId="700"/>
          <ac:spMkLst>
            <pc:docMk/>
            <pc:sldMk cId="0" sldId="274"/>
            <ac:spMk id="210"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75"/>
        </pc:sldMkLst>
        <pc:spChg chg="mod ord">
          <ac:chgData name="mukesh kumar" userId="e98c6c8ac4fa17dc" providerId="LiveId" clId="{389805A1-921B-4BE5-99D8-84DB58D052F5}" dt="2024-02-20T12:40:58.979" v="787"/>
          <ac:spMkLst>
            <pc:docMk/>
            <pc:sldMk cId="0" sldId="275"/>
            <ac:spMk id="215" creationId="{00000000-0000-0000-0000-000000000000}"/>
          </ac:spMkLst>
        </pc:spChg>
        <pc:spChg chg="mod ord">
          <ac:chgData name="mukesh kumar" userId="e98c6c8ac4fa17dc" providerId="LiveId" clId="{389805A1-921B-4BE5-99D8-84DB58D052F5}" dt="2024-02-20T09:29:34.037" v="443" actId="700"/>
          <ac:spMkLst>
            <pc:docMk/>
            <pc:sldMk cId="0" sldId="275"/>
            <ac:spMk id="216"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76"/>
        </pc:sldMkLst>
        <pc:spChg chg="mod ord">
          <ac:chgData name="mukesh kumar" userId="e98c6c8ac4fa17dc" providerId="LiveId" clId="{389805A1-921B-4BE5-99D8-84DB58D052F5}" dt="2024-02-20T12:40:58.979" v="787"/>
          <ac:spMkLst>
            <pc:docMk/>
            <pc:sldMk cId="0" sldId="276"/>
            <ac:spMk id="221" creationId="{00000000-0000-0000-0000-000000000000}"/>
          </ac:spMkLst>
        </pc:spChg>
        <pc:spChg chg="mod ord">
          <ac:chgData name="mukesh kumar" userId="e98c6c8ac4fa17dc" providerId="LiveId" clId="{389805A1-921B-4BE5-99D8-84DB58D052F5}" dt="2024-02-20T09:29:34.037" v="443" actId="700"/>
          <ac:spMkLst>
            <pc:docMk/>
            <pc:sldMk cId="0" sldId="276"/>
            <ac:spMk id="222"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77"/>
        </pc:sldMkLst>
        <pc:spChg chg="mod ord">
          <ac:chgData name="mukesh kumar" userId="e98c6c8ac4fa17dc" providerId="LiveId" clId="{389805A1-921B-4BE5-99D8-84DB58D052F5}" dt="2024-02-20T12:40:58.979" v="787"/>
          <ac:spMkLst>
            <pc:docMk/>
            <pc:sldMk cId="0" sldId="277"/>
            <ac:spMk id="227" creationId="{00000000-0000-0000-0000-000000000000}"/>
          </ac:spMkLst>
        </pc:spChg>
        <pc:spChg chg="mod ord">
          <ac:chgData name="mukesh kumar" userId="e98c6c8ac4fa17dc" providerId="LiveId" clId="{389805A1-921B-4BE5-99D8-84DB58D052F5}" dt="2024-02-20T09:29:34.037" v="443" actId="700"/>
          <ac:spMkLst>
            <pc:docMk/>
            <pc:sldMk cId="0" sldId="277"/>
            <ac:spMk id="228"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78"/>
        </pc:sldMkLst>
        <pc:spChg chg="mod ord">
          <ac:chgData name="mukesh kumar" userId="e98c6c8ac4fa17dc" providerId="LiveId" clId="{389805A1-921B-4BE5-99D8-84DB58D052F5}" dt="2024-02-20T12:40:58.979" v="787"/>
          <ac:spMkLst>
            <pc:docMk/>
            <pc:sldMk cId="0" sldId="278"/>
            <ac:spMk id="233" creationId="{00000000-0000-0000-0000-000000000000}"/>
          </ac:spMkLst>
        </pc:spChg>
        <pc:spChg chg="mod ord">
          <ac:chgData name="mukesh kumar" userId="e98c6c8ac4fa17dc" providerId="LiveId" clId="{389805A1-921B-4BE5-99D8-84DB58D052F5}" dt="2024-02-20T09:29:34.037" v="443" actId="700"/>
          <ac:spMkLst>
            <pc:docMk/>
            <pc:sldMk cId="0" sldId="278"/>
            <ac:spMk id="234"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79"/>
        </pc:sldMkLst>
        <pc:spChg chg="mod ord">
          <ac:chgData name="mukesh kumar" userId="e98c6c8ac4fa17dc" providerId="LiveId" clId="{389805A1-921B-4BE5-99D8-84DB58D052F5}" dt="2024-02-20T12:40:58.979" v="787"/>
          <ac:spMkLst>
            <pc:docMk/>
            <pc:sldMk cId="0" sldId="279"/>
            <ac:spMk id="239" creationId="{00000000-0000-0000-0000-000000000000}"/>
          </ac:spMkLst>
        </pc:spChg>
        <pc:spChg chg="mod ord">
          <ac:chgData name="mukesh kumar" userId="e98c6c8ac4fa17dc" providerId="LiveId" clId="{389805A1-921B-4BE5-99D8-84DB58D052F5}" dt="2024-02-20T09:29:34.037" v="443" actId="700"/>
          <ac:spMkLst>
            <pc:docMk/>
            <pc:sldMk cId="0" sldId="279"/>
            <ac:spMk id="240"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81"/>
        </pc:sldMkLst>
        <pc:spChg chg="mod ord">
          <ac:chgData name="mukesh kumar" userId="e98c6c8ac4fa17dc" providerId="LiveId" clId="{389805A1-921B-4BE5-99D8-84DB58D052F5}" dt="2024-02-20T12:40:58.979" v="787"/>
          <ac:spMkLst>
            <pc:docMk/>
            <pc:sldMk cId="0" sldId="281"/>
            <ac:spMk id="251" creationId="{00000000-0000-0000-0000-000000000000}"/>
          </ac:spMkLst>
        </pc:spChg>
        <pc:spChg chg="mod ord">
          <ac:chgData name="mukesh kumar" userId="e98c6c8ac4fa17dc" providerId="LiveId" clId="{389805A1-921B-4BE5-99D8-84DB58D052F5}" dt="2024-02-20T09:29:34.037" v="443" actId="700"/>
          <ac:spMkLst>
            <pc:docMk/>
            <pc:sldMk cId="0" sldId="281"/>
            <ac:spMk id="252"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82"/>
        </pc:sldMkLst>
        <pc:spChg chg="mod ord">
          <ac:chgData name="mukesh kumar" userId="e98c6c8ac4fa17dc" providerId="LiveId" clId="{389805A1-921B-4BE5-99D8-84DB58D052F5}" dt="2024-02-20T12:40:58.979" v="787"/>
          <ac:spMkLst>
            <pc:docMk/>
            <pc:sldMk cId="0" sldId="282"/>
            <ac:spMk id="257" creationId="{00000000-0000-0000-0000-000000000000}"/>
          </ac:spMkLst>
        </pc:spChg>
        <pc:spChg chg="mod ord">
          <ac:chgData name="mukesh kumar" userId="e98c6c8ac4fa17dc" providerId="LiveId" clId="{389805A1-921B-4BE5-99D8-84DB58D052F5}" dt="2024-02-20T09:29:34.037" v="443" actId="700"/>
          <ac:spMkLst>
            <pc:docMk/>
            <pc:sldMk cId="0" sldId="282"/>
            <ac:spMk id="258"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83"/>
        </pc:sldMkLst>
        <pc:spChg chg="mod ord">
          <ac:chgData name="mukesh kumar" userId="e98c6c8ac4fa17dc" providerId="LiveId" clId="{389805A1-921B-4BE5-99D8-84DB58D052F5}" dt="2024-02-20T12:40:58.979" v="787"/>
          <ac:spMkLst>
            <pc:docMk/>
            <pc:sldMk cId="0" sldId="283"/>
            <ac:spMk id="263" creationId="{00000000-0000-0000-0000-000000000000}"/>
          </ac:spMkLst>
        </pc:spChg>
        <pc:spChg chg="mod ord">
          <ac:chgData name="mukesh kumar" userId="e98c6c8ac4fa17dc" providerId="LiveId" clId="{389805A1-921B-4BE5-99D8-84DB58D052F5}" dt="2024-02-20T09:29:34.037" v="443" actId="700"/>
          <ac:spMkLst>
            <pc:docMk/>
            <pc:sldMk cId="0" sldId="283"/>
            <ac:spMk id="264" creationId="{00000000-0000-0000-0000-000000000000}"/>
          </ac:spMkLst>
        </pc:spChg>
      </pc:sldChg>
      <pc:sldChg chg="modSp mod modClrScheme chgLayout">
        <pc:chgData name="mukesh kumar" userId="e98c6c8ac4fa17dc" providerId="LiveId" clId="{389805A1-921B-4BE5-99D8-84DB58D052F5}" dt="2024-02-20T12:40:58.979" v="787"/>
        <pc:sldMkLst>
          <pc:docMk/>
          <pc:sldMk cId="0" sldId="284"/>
        </pc:sldMkLst>
        <pc:spChg chg="mod ord">
          <ac:chgData name="mukesh kumar" userId="e98c6c8ac4fa17dc" providerId="LiveId" clId="{389805A1-921B-4BE5-99D8-84DB58D052F5}" dt="2024-02-20T12:40:58.979" v="787"/>
          <ac:spMkLst>
            <pc:docMk/>
            <pc:sldMk cId="0" sldId="284"/>
            <ac:spMk id="269" creationId="{00000000-0000-0000-0000-000000000000}"/>
          </ac:spMkLst>
        </pc:spChg>
        <pc:spChg chg="mod ord">
          <ac:chgData name="mukesh kumar" userId="e98c6c8ac4fa17dc" providerId="LiveId" clId="{389805A1-921B-4BE5-99D8-84DB58D052F5}" dt="2024-02-20T09:29:34.037" v="443" actId="700"/>
          <ac:spMkLst>
            <pc:docMk/>
            <pc:sldMk cId="0" sldId="284"/>
            <ac:spMk id="270" creationId="{00000000-0000-0000-0000-000000000000}"/>
          </ac:spMkLst>
        </pc:spChg>
      </pc:sldChg>
      <pc:sldChg chg="delSp modSp mod modClrScheme chgLayout">
        <pc:chgData name="mukesh kumar" userId="e98c6c8ac4fa17dc" providerId="LiveId" clId="{389805A1-921B-4BE5-99D8-84DB58D052F5}" dt="2024-02-20T10:16:45.663" v="759" actId="478"/>
        <pc:sldMkLst>
          <pc:docMk/>
          <pc:sldMk cId="2128503853" sldId="285"/>
        </pc:sldMkLst>
        <pc:spChg chg="del mod ord">
          <ac:chgData name="mukesh kumar" userId="e98c6c8ac4fa17dc" providerId="LiveId" clId="{389805A1-921B-4BE5-99D8-84DB58D052F5}" dt="2024-02-20T10:16:45.663" v="759" actId="478"/>
          <ac:spMkLst>
            <pc:docMk/>
            <pc:sldMk cId="2128503853" sldId="285"/>
            <ac:spMk id="101" creationId="{00000000-0000-0000-0000-000000000000}"/>
          </ac:spMkLst>
        </pc:spChg>
        <pc:spChg chg="mod ord">
          <ac:chgData name="mukesh kumar" userId="e98c6c8ac4fa17dc" providerId="LiveId" clId="{389805A1-921B-4BE5-99D8-84DB58D052F5}" dt="2024-02-20T09:29:34.037" v="443" actId="700"/>
          <ac:spMkLst>
            <pc:docMk/>
            <pc:sldMk cId="2128503853" sldId="285"/>
            <ac:spMk id="102" creationId="{00000000-0000-0000-0000-000000000000}"/>
          </ac:spMkLst>
        </pc:spChg>
      </pc:sldChg>
      <pc:sldChg chg="delSp modSp mod modClrScheme chgLayout">
        <pc:chgData name="mukesh kumar" userId="e98c6c8ac4fa17dc" providerId="LiveId" clId="{389805A1-921B-4BE5-99D8-84DB58D052F5}" dt="2024-02-20T10:17:07.869" v="778" actId="478"/>
        <pc:sldMkLst>
          <pc:docMk/>
          <pc:sldMk cId="3648781739" sldId="286"/>
        </pc:sldMkLst>
        <pc:spChg chg="del mod ord">
          <ac:chgData name="mukesh kumar" userId="e98c6c8ac4fa17dc" providerId="LiveId" clId="{389805A1-921B-4BE5-99D8-84DB58D052F5}" dt="2024-02-20T10:17:07.869" v="778" actId="478"/>
          <ac:spMkLst>
            <pc:docMk/>
            <pc:sldMk cId="3648781739" sldId="286"/>
            <ac:spMk id="107" creationId="{00000000-0000-0000-0000-000000000000}"/>
          </ac:spMkLst>
        </pc:spChg>
        <pc:spChg chg="mod ord">
          <ac:chgData name="mukesh kumar" userId="e98c6c8ac4fa17dc" providerId="LiveId" clId="{389805A1-921B-4BE5-99D8-84DB58D052F5}" dt="2024-02-20T09:29:34.037" v="443" actId="700"/>
          <ac:spMkLst>
            <pc:docMk/>
            <pc:sldMk cId="3648781739" sldId="286"/>
            <ac:spMk id="108" creationId="{00000000-0000-0000-0000-000000000000}"/>
          </ac:spMkLst>
        </pc:spChg>
      </pc:sldChg>
      <pc:sldChg chg="delSp modSp mod modClrScheme chgLayout">
        <pc:chgData name="mukesh kumar" userId="e98c6c8ac4fa17dc" providerId="LiveId" clId="{389805A1-921B-4BE5-99D8-84DB58D052F5}" dt="2024-02-20T10:17:24.505" v="780" actId="478"/>
        <pc:sldMkLst>
          <pc:docMk/>
          <pc:sldMk cId="153451592" sldId="287"/>
        </pc:sldMkLst>
        <pc:spChg chg="del mod ord">
          <ac:chgData name="mukesh kumar" userId="e98c6c8ac4fa17dc" providerId="LiveId" clId="{389805A1-921B-4BE5-99D8-84DB58D052F5}" dt="2024-02-20T10:17:24.505" v="780" actId="478"/>
          <ac:spMkLst>
            <pc:docMk/>
            <pc:sldMk cId="153451592" sldId="287"/>
            <ac:spMk id="113" creationId="{00000000-0000-0000-0000-000000000000}"/>
          </ac:spMkLst>
        </pc:spChg>
        <pc:spChg chg="mod ord">
          <ac:chgData name="mukesh kumar" userId="e98c6c8ac4fa17dc" providerId="LiveId" clId="{389805A1-921B-4BE5-99D8-84DB58D052F5}" dt="2024-02-20T09:29:34.037" v="443" actId="700"/>
          <ac:spMkLst>
            <pc:docMk/>
            <pc:sldMk cId="153451592" sldId="287"/>
            <ac:spMk id="114" creationId="{00000000-0000-0000-0000-000000000000}"/>
          </ac:spMkLst>
        </pc:spChg>
      </pc:sldChg>
      <pc:sldChg chg="delSp modSp mod modClrScheme chgLayout">
        <pc:chgData name="mukesh kumar" userId="e98c6c8ac4fa17dc" providerId="LiveId" clId="{389805A1-921B-4BE5-99D8-84DB58D052F5}" dt="2024-02-20T10:17:40.393" v="783" actId="478"/>
        <pc:sldMkLst>
          <pc:docMk/>
          <pc:sldMk cId="1840000560" sldId="288"/>
        </pc:sldMkLst>
        <pc:spChg chg="del mod ord">
          <ac:chgData name="mukesh kumar" userId="e98c6c8ac4fa17dc" providerId="LiveId" clId="{389805A1-921B-4BE5-99D8-84DB58D052F5}" dt="2024-02-20T10:17:40.393" v="783" actId="478"/>
          <ac:spMkLst>
            <pc:docMk/>
            <pc:sldMk cId="1840000560" sldId="288"/>
            <ac:spMk id="119" creationId="{00000000-0000-0000-0000-000000000000}"/>
          </ac:spMkLst>
        </pc:spChg>
        <pc:spChg chg="mod ord">
          <ac:chgData name="mukesh kumar" userId="e98c6c8ac4fa17dc" providerId="LiveId" clId="{389805A1-921B-4BE5-99D8-84DB58D052F5}" dt="2024-02-20T09:29:34.037" v="443" actId="700"/>
          <ac:spMkLst>
            <pc:docMk/>
            <pc:sldMk cId="1840000560" sldId="288"/>
            <ac:spMk id="120" creationId="{00000000-0000-0000-0000-000000000000}"/>
          </ac:spMkLst>
        </pc:spChg>
      </pc:sldChg>
      <pc:sldChg chg="delSp modSp mod modClrScheme chgLayout">
        <pc:chgData name="mukesh kumar" userId="e98c6c8ac4fa17dc" providerId="LiveId" clId="{389805A1-921B-4BE5-99D8-84DB58D052F5}" dt="2024-02-20T10:18:07.362" v="785" actId="478"/>
        <pc:sldMkLst>
          <pc:docMk/>
          <pc:sldMk cId="706880584" sldId="289"/>
        </pc:sldMkLst>
        <pc:spChg chg="del mod ord">
          <ac:chgData name="mukesh kumar" userId="e98c6c8ac4fa17dc" providerId="LiveId" clId="{389805A1-921B-4BE5-99D8-84DB58D052F5}" dt="2024-02-20T10:18:07.362" v="785" actId="478"/>
          <ac:spMkLst>
            <pc:docMk/>
            <pc:sldMk cId="706880584" sldId="289"/>
            <ac:spMk id="125" creationId="{00000000-0000-0000-0000-000000000000}"/>
          </ac:spMkLst>
        </pc:spChg>
        <pc:spChg chg="mod ord">
          <ac:chgData name="mukesh kumar" userId="e98c6c8ac4fa17dc" providerId="LiveId" clId="{389805A1-921B-4BE5-99D8-84DB58D052F5}" dt="2024-02-20T09:29:34.037" v="443" actId="700"/>
          <ac:spMkLst>
            <pc:docMk/>
            <pc:sldMk cId="706880584" sldId="289"/>
            <ac:spMk id="126" creationId="{00000000-0000-0000-0000-000000000000}"/>
          </ac:spMkLst>
        </pc:spChg>
      </pc:sldChg>
      <pc:sldChg chg="modSp mod modClrScheme chgLayout">
        <pc:chgData name="mukesh kumar" userId="e98c6c8ac4fa17dc" providerId="LiveId" clId="{389805A1-921B-4BE5-99D8-84DB58D052F5}" dt="2024-02-20T12:40:58.979" v="787"/>
        <pc:sldMkLst>
          <pc:docMk/>
          <pc:sldMk cId="2949563839" sldId="290"/>
        </pc:sldMkLst>
        <pc:spChg chg="mod ord">
          <ac:chgData name="mukesh kumar" userId="e98c6c8ac4fa17dc" providerId="LiveId" clId="{389805A1-921B-4BE5-99D8-84DB58D052F5}" dt="2024-02-20T12:40:58.979" v="787"/>
          <ac:spMkLst>
            <pc:docMk/>
            <pc:sldMk cId="2949563839" sldId="290"/>
            <ac:spMk id="131" creationId="{00000000-0000-0000-0000-000000000000}"/>
          </ac:spMkLst>
        </pc:spChg>
        <pc:spChg chg="mod ord">
          <ac:chgData name="mukesh kumar" userId="e98c6c8ac4fa17dc" providerId="LiveId" clId="{389805A1-921B-4BE5-99D8-84DB58D052F5}" dt="2024-02-20T09:29:34.037" v="443" actId="700"/>
          <ac:spMkLst>
            <pc:docMk/>
            <pc:sldMk cId="2949563839" sldId="290"/>
            <ac:spMk id="132" creationId="{00000000-0000-0000-0000-000000000000}"/>
          </ac:spMkLst>
        </pc:spChg>
      </pc:sldChg>
      <pc:sldChg chg="modSp mod modClrScheme chgLayout">
        <pc:chgData name="mukesh kumar" userId="e98c6c8ac4fa17dc" providerId="LiveId" clId="{389805A1-921B-4BE5-99D8-84DB58D052F5}" dt="2024-02-20T12:40:58.979" v="787"/>
        <pc:sldMkLst>
          <pc:docMk/>
          <pc:sldMk cId="2151183768" sldId="291"/>
        </pc:sldMkLst>
        <pc:spChg chg="mod ord">
          <ac:chgData name="mukesh kumar" userId="e98c6c8ac4fa17dc" providerId="LiveId" clId="{389805A1-921B-4BE5-99D8-84DB58D052F5}" dt="2024-02-20T12:40:58.979" v="787"/>
          <ac:spMkLst>
            <pc:docMk/>
            <pc:sldMk cId="2151183768" sldId="291"/>
            <ac:spMk id="137" creationId="{00000000-0000-0000-0000-000000000000}"/>
          </ac:spMkLst>
        </pc:spChg>
        <pc:spChg chg="mod ord">
          <ac:chgData name="mukesh kumar" userId="e98c6c8ac4fa17dc" providerId="LiveId" clId="{389805A1-921B-4BE5-99D8-84DB58D052F5}" dt="2024-02-20T09:29:34.037" v="443" actId="700"/>
          <ac:spMkLst>
            <pc:docMk/>
            <pc:sldMk cId="2151183768" sldId="291"/>
            <ac:spMk id="138" creationId="{00000000-0000-0000-0000-000000000000}"/>
          </ac:spMkLst>
        </pc:spChg>
      </pc:sldChg>
      <pc:sldChg chg="modSp mod modClrScheme chgLayout">
        <pc:chgData name="mukesh kumar" userId="e98c6c8ac4fa17dc" providerId="LiveId" clId="{389805A1-921B-4BE5-99D8-84DB58D052F5}" dt="2024-02-20T12:40:58.979" v="787"/>
        <pc:sldMkLst>
          <pc:docMk/>
          <pc:sldMk cId="2518999230" sldId="292"/>
        </pc:sldMkLst>
        <pc:spChg chg="mod ord">
          <ac:chgData name="mukesh kumar" userId="e98c6c8ac4fa17dc" providerId="LiveId" clId="{389805A1-921B-4BE5-99D8-84DB58D052F5}" dt="2024-02-20T12:40:58.979" v="787"/>
          <ac:spMkLst>
            <pc:docMk/>
            <pc:sldMk cId="2518999230" sldId="292"/>
            <ac:spMk id="143" creationId="{00000000-0000-0000-0000-000000000000}"/>
          </ac:spMkLst>
        </pc:spChg>
        <pc:spChg chg="mod ord">
          <ac:chgData name="mukesh kumar" userId="e98c6c8ac4fa17dc" providerId="LiveId" clId="{389805A1-921B-4BE5-99D8-84DB58D052F5}" dt="2024-02-20T09:29:34.037" v="443" actId="700"/>
          <ac:spMkLst>
            <pc:docMk/>
            <pc:sldMk cId="2518999230" sldId="292"/>
            <ac:spMk id="144" creationId="{00000000-0000-0000-0000-000000000000}"/>
          </ac:spMkLst>
        </pc:spChg>
      </pc:sldChg>
      <pc:sldChg chg="modSp mod modClrScheme chgLayout">
        <pc:chgData name="mukesh kumar" userId="e98c6c8ac4fa17dc" providerId="LiveId" clId="{389805A1-921B-4BE5-99D8-84DB58D052F5}" dt="2024-02-20T12:40:58.979" v="787"/>
        <pc:sldMkLst>
          <pc:docMk/>
          <pc:sldMk cId="1782683946" sldId="293"/>
        </pc:sldMkLst>
        <pc:spChg chg="mod ord">
          <ac:chgData name="mukesh kumar" userId="e98c6c8ac4fa17dc" providerId="LiveId" clId="{389805A1-921B-4BE5-99D8-84DB58D052F5}" dt="2024-02-20T12:40:58.979" v="787"/>
          <ac:spMkLst>
            <pc:docMk/>
            <pc:sldMk cId="1782683946" sldId="293"/>
            <ac:spMk id="149" creationId="{00000000-0000-0000-0000-000000000000}"/>
          </ac:spMkLst>
        </pc:spChg>
        <pc:spChg chg="mod ord">
          <ac:chgData name="mukesh kumar" userId="e98c6c8ac4fa17dc" providerId="LiveId" clId="{389805A1-921B-4BE5-99D8-84DB58D052F5}" dt="2024-02-20T09:29:34.037" v="443" actId="700"/>
          <ac:spMkLst>
            <pc:docMk/>
            <pc:sldMk cId="1782683946" sldId="293"/>
            <ac:spMk id="150" creationId="{00000000-0000-0000-0000-000000000000}"/>
          </ac:spMkLst>
        </pc:spChg>
      </pc:sldChg>
      <pc:sldChg chg="modSp mod modClrScheme chgLayout">
        <pc:chgData name="mukesh kumar" userId="e98c6c8ac4fa17dc" providerId="LiveId" clId="{389805A1-921B-4BE5-99D8-84DB58D052F5}" dt="2024-02-20T12:40:58.979" v="787"/>
        <pc:sldMkLst>
          <pc:docMk/>
          <pc:sldMk cId="1466520778" sldId="294"/>
        </pc:sldMkLst>
        <pc:spChg chg="mod ord">
          <ac:chgData name="mukesh kumar" userId="e98c6c8ac4fa17dc" providerId="LiveId" clId="{389805A1-921B-4BE5-99D8-84DB58D052F5}" dt="2024-02-20T12:40:58.979" v="787"/>
          <ac:spMkLst>
            <pc:docMk/>
            <pc:sldMk cId="1466520778" sldId="294"/>
            <ac:spMk id="155" creationId="{00000000-0000-0000-0000-000000000000}"/>
          </ac:spMkLst>
        </pc:spChg>
        <pc:spChg chg="mod ord">
          <ac:chgData name="mukesh kumar" userId="e98c6c8ac4fa17dc" providerId="LiveId" clId="{389805A1-921B-4BE5-99D8-84DB58D052F5}" dt="2024-02-20T09:29:34.037" v="443" actId="700"/>
          <ac:spMkLst>
            <pc:docMk/>
            <pc:sldMk cId="1466520778" sldId="294"/>
            <ac:spMk id="156" creationId="{00000000-0000-0000-0000-000000000000}"/>
          </ac:spMkLst>
        </pc:spChg>
      </pc:sldChg>
      <pc:sldChg chg="modSp mod modClrScheme chgLayout">
        <pc:chgData name="mukesh kumar" userId="e98c6c8ac4fa17dc" providerId="LiveId" clId="{389805A1-921B-4BE5-99D8-84DB58D052F5}" dt="2024-02-20T12:40:58.979" v="787"/>
        <pc:sldMkLst>
          <pc:docMk/>
          <pc:sldMk cId="3278257496" sldId="295"/>
        </pc:sldMkLst>
        <pc:spChg chg="mod ord">
          <ac:chgData name="mukesh kumar" userId="e98c6c8ac4fa17dc" providerId="LiveId" clId="{389805A1-921B-4BE5-99D8-84DB58D052F5}" dt="2024-02-20T12:40:58.979" v="787"/>
          <ac:spMkLst>
            <pc:docMk/>
            <pc:sldMk cId="3278257496" sldId="295"/>
            <ac:spMk id="161" creationId="{00000000-0000-0000-0000-000000000000}"/>
          </ac:spMkLst>
        </pc:spChg>
        <pc:spChg chg="mod ord">
          <ac:chgData name="mukesh kumar" userId="e98c6c8ac4fa17dc" providerId="LiveId" clId="{389805A1-921B-4BE5-99D8-84DB58D052F5}" dt="2024-02-20T09:29:34.037" v="443" actId="700"/>
          <ac:spMkLst>
            <pc:docMk/>
            <pc:sldMk cId="3278257496" sldId="295"/>
            <ac:spMk id="162" creationId="{00000000-0000-0000-0000-000000000000}"/>
          </ac:spMkLst>
        </pc:spChg>
      </pc:sldChg>
      <pc:sldChg chg="modSp mod modClrScheme chgLayout">
        <pc:chgData name="mukesh kumar" userId="e98c6c8ac4fa17dc" providerId="LiveId" clId="{389805A1-921B-4BE5-99D8-84DB58D052F5}" dt="2024-02-20T12:40:58.979" v="787"/>
        <pc:sldMkLst>
          <pc:docMk/>
          <pc:sldMk cId="3695098890" sldId="296"/>
        </pc:sldMkLst>
        <pc:spChg chg="mod ord">
          <ac:chgData name="mukesh kumar" userId="e98c6c8ac4fa17dc" providerId="LiveId" clId="{389805A1-921B-4BE5-99D8-84DB58D052F5}" dt="2024-02-20T12:40:58.979" v="787"/>
          <ac:spMkLst>
            <pc:docMk/>
            <pc:sldMk cId="3695098890" sldId="296"/>
            <ac:spMk id="167" creationId="{00000000-0000-0000-0000-000000000000}"/>
          </ac:spMkLst>
        </pc:spChg>
        <pc:spChg chg="mod ord">
          <ac:chgData name="mukesh kumar" userId="e98c6c8ac4fa17dc" providerId="LiveId" clId="{389805A1-921B-4BE5-99D8-84DB58D052F5}" dt="2024-02-20T09:29:34.037" v="443" actId="700"/>
          <ac:spMkLst>
            <pc:docMk/>
            <pc:sldMk cId="3695098890" sldId="296"/>
            <ac:spMk id="168" creationId="{00000000-0000-0000-0000-000000000000}"/>
          </ac:spMkLst>
        </pc:spChg>
      </pc:sldChg>
      <pc:sldChg chg="modSp mod modClrScheme chgLayout">
        <pc:chgData name="mukesh kumar" userId="e98c6c8ac4fa17dc" providerId="LiveId" clId="{389805A1-921B-4BE5-99D8-84DB58D052F5}" dt="2024-02-20T12:40:58.979" v="787"/>
        <pc:sldMkLst>
          <pc:docMk/>
          <pc:sldMk cId="1156708657" sldId="297"/>
        </pc:sldMkLst>
        <pc:spChg chg="mod ord">
          <ac:chgData name="mukesh kumar" userId="e98c6c8ac4fa17dc" providerId="LiveId" clId="{389805A1-921B-4BE5-99D8-84DB58D052F5}" dt="2024-02-20T12:40:58.979" v="787"/>
          <ac:spMkLst>
            <pc:docMk/>
            <pc:sldMk cId="1156708657" sldId="297"/>
            <ac:spMk id="173" creationId="{00000000-0000-0000-0000-000000000000}"/>
          </ac:spMkLst>
        </pc:spChg>
        <pc:spChg chg="mod ord">
          <ac:chgData name="mukesh kumar" userId="e98c6c8ac4fa17dc" providerId="LiveId" clId="{389805A1-921B-4BE5-99D8-84DB58D052F5}" dt="2024-02-20T09:29:34.037" v="443" actId="700"/>
          <ac:spMkLst>
            <pc:docMk/>
            <pc:sldMk cId="1156708657" sldId="297"/>
            <ac:spMk id="174" creationId="{00000000-0000-0000-0000-000000000000}"/>
          </ac:spMkLst>
        </pc:spChg>
      </pc:sldChg>
      <pc:sldChg chg="modSp mod modClrScheme chgLayout">
        <pc:chgData name="mukesh kumar" userId="e98c6c8ac4fa17dc" providerId="LiveId" clId="{389805A1-921B-4BE5-99D8-84DB58D052F5}" dt="2024-02-20T12:40:58.979" v="787"/>
        <pc:sldMkLst>
          <pc:docMk/>
          <pc:sldMk cId="2312769289" sldId="298"/>
        </pc:sldMkLst>
        <pc:spChg chg="mod ord">
          <ac:chgData name="mukesh kumar" userId="e98c6c8ac4fa17dc" providerId="LiveId" clId="{389805A1-921B-4BE5-99D8-84DB58D052F5}" dt="2024-02-20T12:40:58.979" v="787"/>
          <ac:spMkLst>
            <pc:docMk/>
            <pc:sldMk cId="2312769289" sldId="298"/>
            <ac:spMk id="179" creationId="{00000000-0000-0000-0000-000000000000}"/>
          </ac:spMkLst>
        </pc:spChg>
        <pc:spChg chg="mod ord">
          <ac:chgData name="mukesh kumar" userId="e98c6c8ac4fa17dc" providerId="LiveId" clId="{389805A1-921B-4BE5-99D8-84DB58D052F5}" dt="2024-02-20T09:29:34.037" v="443" actId="700"/>
          <ac:spMkLst>
            <pc:docMk/>
            <pc:sldMk cId="2312769289" sldId="298"/>
            <ac:spMk id="180" creationId="{00000000-0000-0000-0000-000000000000}"/>
          </ac:spMkLst>
        </pc:spChg>
      </pc:sldChg>
      <pc:sldChg chg="modSp mod modClrScheme chgLayout">
        <pc:chgData name="mukesh kumar" userId="e98c6c8ac4fa17dc" providerId="LiveId" clId="{389805A1-921B-4BE5-99D8-84DB58D052F5}" dt="2024-02-20T12:40:58.979" v="787"/>
        <pc:sldMkLst>
          <pc:docMk/>
          <pc:sldMk cId="1102855831" sldId="299"/>
        </pc:sldMkLst>
        <pc:spChg chg="mod ord">
          <ac:chgData name="mukesh kumar" userId="e98c6c8ac4fa17dc" providerId="LiveId" clId="{389805A1-921B-4BE5-99D8-84DB58D052F5}" dt="2024-02-20T12:40:58.979" v="787"/>
          <ac:spMkLst>
            <pc:docMk/>
            <pc:sldMk cId="1102855831" sldId="299"/>
            <ac:spMk id="185" creationId="{00000000-0000-0000-0000-000000000000}"/>
          </ac:spMkLst>
        </pc:spChg>
        <pc:spChg chg="mod ord">
          <ac:chgData name="mukesh kumar" userId="e98c6c8ac4fa17dc" providerId="LiveId" clId="{389805A1-921B-4BE5-99D8-84DB58D052F5}" dt="2024-02-20T09:29:34.037" v="443" actId="700"/>
          <ac:spMkLst>
            <pc:docMk/>
            <pc:sldMk cId="1102855831" sldId="299"/>
            <ac:spMk id="186" creationId="{00000000-0000-0000-0000-000000000000}"/>
          </ac:spMkLst>
        </pc:spChg>
      </pc:sldChg>
      <pc:sldChg chg="modSp mod modClrScheme chgLayout">
        <pc:chgData name="mukesh kumar" userId="e98c6c8ac4fa17dc" providerId="LiveId" clId="{389805A1-921B-4BE5-99D8-84DB58D052F5}" dt="2024-02-20T12:40:58.979" v="787"/>
        <pc:sldMkLst>
          <pc:docMk/>
          <pc:sldMk cId="2258397521" sldId="300"/>
        </pc:sldMkLst>
        <pc:spChg chg="mod ord">
          <ac:chgData name="mukesh kumar" userId="e98c6c8ac4fa17dc" providerId="LiveId" clId="{389805A1-921B-4BE5-99D8-84DB58D052F5}" dt="2024-02-20T12:40:58.979" v="787"/>
          <ac:spMkLst>
            <pc:docMk/>
            <pc:sldMk cId="2258397521" sldId="300"/>
            <ac:spMk id="191" creationId="{00000000-0000-0000-0000-000000000000}"/>
          </ac:spMkLst>
        </pc:spChg>
        <pc:spChg chg="mod ord">
          <ac:chgData name="mukesh kumar" userId="e98c6c8ac4fa17dc" providerId="LiveId" clId="{389805A1-921B-4BE5-99D8-84DB58D052F5}" dt="2024-02-20T09:29:34.037" v="443" actId="700"/>
          <ac:spMkLst>
            <pc:docMk/>
            <pc:sldMk cId="2258397521" sldId="300"/>
            <ac:spMk id="192" creationId="{00000000-0000-0000-0000-000000000000}"/>
          </ac:spMkLst>
        </pc:spChg>
      </pc:sldChg>
      <pc:sldChg chg="modSp mod modClrScheme chgLayout">
        <pc:chgData name="mukesh kumar" userId="e98c6c8ac4fa17dc" providerId="LiveId" clId="{389805A1-921B-4BE5-99D8-84DB58D052F5}" dt="2024-02-20T12:40:58.979" v="787"/>
        <pc:sldMkLst>
          <pc:docMk/>
          <pc:sldMk cId="1452727448" sldId="301"/>
        </pc:sldMkLst>
        <pc:spChg chg="mod ord">
          <ac:chgData name="mukesh kumar" userId="e98c6c8ac4fa17dc" providerId="LiveId" clId="{389805A1-921B-4BE5-99D8-84DB58D052F5}" dt="2024-02-20T12:40:58.979" v="787"/>
          <ac:spMkLst>
            <pc:docMk/>
            <pc:sldMk cId="1452727448" sldId="301"/>
            <ac:spMk id="197" creationId="{00000000-0000-0000-0000-000000000000}"/>
          </ac:spMkLst>
        </pc:spChg>
        <pc:spChg chg="mod ord">
          <ac:chgData name="mukesh kumar" userId="e98c6c8ac4fa17dc" providerId="LiveId" clId="{389805A1-921B-4BE5-99D8-84DB58D052F5}" dt="2024-02-20T09:29:34.037" v="443" actId="700"/>
          <ac:spMkLst>
            <pc:docMk/>
            <pc:sldMk cId="1452727448" sldId="301"/>
            <ac:spMk id="198" creationId="{00000000-0000-0000-0000-000000000000}"/>
          </ac:spMkLst>
        </pc:spChg>
      </pc:sldChg>
      <pc:sldChg chg="modSp mod modClrScheme chgLayout">
        <pc:chgData name="mukesh kumar" userId="e98c6c8ac4fa17dc" providerId="LiveId" clId="{389805A1-921B-4BE5-99D8-84DB58D052F5}" dt="2024-02-20T12:40:58.979" v="787"/>
        <pc:sldMkLst>
          <pc:docMk/>
          <pc:sldMk cId="2408145523" sldId="302"/>
        </pc:sldMkLst>
        <pc:spChg chg="mod ord">
          <ac:chgData name="mukesh kumar" userId="e98c6c8ac4fa17dc" providerId="LiveId" clId="{389805A1-921B-4BE5-99D8-84DB58D052F5}" dt="2024-02-20T12:40:58.979" v="787"/>
          <ac:spMkLst>
            <pc:docMk/>
            <pc:sldMk cId="2408145523" sldId="302"/>
            <ac:spMk id="203" creationId="{00000000-0000-0000-0000-000000000000}"/>
          </ac:spMkLst>
        </pc:spChg>
        <pc:spChg chg="mod ord">
          <ac:chgData name="mukesh kumar" userId="e98c6c8ac4fa17dc" providerId="LiveId" clId="{389805A1-921B-4BE5-99D8-84DB58D052F5}" dt="2024-02-20T09:29:34.037" v="443" actId="700"/>
          <ac:spMkLst>
            <pc:docMk/>
            <pc:sldMk cId="2408145523" sldId="302"/>
            <ac:spMk id="204" creationId="{00000000-0000-0000-0000-000000000000}"/>
          </ac:spMkLst>
        </pc:spChg>
      </pc:sldChg>
      <pc:sldChg chg="modSp mod modClrScheme chgLayout">
        <pc:chgData name="mukesh kumar" userId="e98c6c8ac4fa17dc" providerId="LiveId" clId="{389805A1-921B-4BE5-99D8-84DB58D052F5}" dt="2024-02-20T12:40:58.979" v="787"/>
        <pc:sldMkLst>
          <pc:docMk/>
          <pc:sldMk cId="3740623863" sldId="303"/>
        </pc:sldMkLst>
        <pc:spChg chg="mod ord">
          <ac:chgData name="mukesh kumar" userId="e98c6c8ac4fa17dc" providerId="LiveId" clId="{389805A1-921B-4BE5-99D8-84DB58D052F5}" dt="2024-02-20T12:40:58.979" v="787"/>
          <ac:spMkLst>
            <pc:docMk/>
            <pc:sldMk cId="3740623863" sldId="303"/>
            <ac:spMk id="209" creationId="{00000000-0000-0000-0000-000000000000}"/>
          </ac:spMkLst>
        </pc:spChg>
        <pc:spChg chg="mod ord">
          <ac:chgData name="mukesh kumar" userId="e98c6c8ac4fa17dc" providerId="LiveId" clId="{389805A1-921B-4BE5-99D8-84DB58D052F5}" dt="2024-02-20T09:29:34.037" v="443" actId="700"/>
          <ac:spMkLst>
            <pc:docMk/>
            <pc:sldMk cId="3740623863" sldId="303"/>
            <ac:spMk id="210" creationId="{00000000-0000-0000-0000-000000000000}"/>
          </ac:spMkLst>
        </pc:spChg>
      </pc:sldChg>
      <pc:sldChg chg="modSp mod modClrScheme chgLayout">
        <pc:chgData name="mukesh kumar" userId="e98c6c8ac4fa17dc" providerId="LiveId" clId="{389805A1-921B-4BE5-99D8-84DB58D052F5}" dt="2024-02-20T12:40:58.979" v="787"/>
        <pc:sldMkLst>
          <pc:docMk/>
          <pc:sldMk cId="2749762910" sldId="304"/>
        </pc:sldMkLst>
        <pc:spChg chg="mod ord">
          <ac:chgData name="mukesh kumar" userId="e98c6c8ac4fa17dc" providerId="LiveId" clId="{389805A1-921B-4BE5-99D8-84DB58D052F5}" dt="2024-02-20T12:40:58.979" v="787"/>
          <ac:spMkLst>
            <pc:docMk/>
            <pc:sldMk cId="2749762910" sldId="304"/>
            <ac:spMk id="215" creationId="{00000000-0000-0000-0000-000000000000}"/>
          </ac:spMkLst>
        </pc:spChg>
        <pc:spChg chg="mod ord">
          <ac:chgData name="mukesh kumar" userId="e98c6c8ac4fa17dc" providerId="LiveId" clId="{389805A1-921B-4BE5-99D8-84DB58D052F5}" dt="2024-02-20T09:29:34.037" v="443" actId="700"/>
          <ac:spMkLst>
            <pc:docMk/>
            <pc:sldMk cId="2749762910" sldId="304"/>
            <ac:spMk id="216" creationId="{00000000-0000-0000-0000-000000000000}"/>
          </ac:spMkLst>
        </pc:spChg>
      </pc:sldChg>
      <pc:sldChg chg="modSp mod modClrScheme chgLayout">
        <pc:chgData name="mukesh kumar" userId="e98c6c8ac4fa17dc" providerId="LiveId" clId="{389805A1-921B-4BE5-99D8-84DB58D052F5}" dt="2024-02-20T12:40:58.979" v="787"/>
        <pc:sldMkLst>
          <pc:docMk/>
          <pc:sldMk cId="3252456450" sldId="305"/>
        </pc:sldMkLst>
        <pc:spChg chg="mod ord">
          <ac:chgData name="mukesh kumar" userId="e98c6c8ac4fa17dc" providerId="LiveId" clId="{389805A1-921B-4BE5-99D8-84DB58D052F5}" dt="2024-02-20T12:40:58.979" v="787"/>
          <ac:spMkLst>
            <pc:docMk/>
            <pc:sldMk cId="3252456450" sldId="305"/>
            <ac:spMk id="221" creationId="{00000000-0000-0000-0000-000000000000}"/>
          </ac:spMkLst>
        </pc:spChg>
        <pc:spChg chg="mod ord">
          <ac:chgData name="mukesh kumar" userId="e98c6c8ac4fa17dc" providerId="LiveId" clId="{389805A1-921B-4BE5-99D8-84DB58D052F5}" dt="2024-02-20T09:29:34.037" v="443" actId="700"/>
          <ac:spMkLst>
            <pc:docMk/>
            <pc:sldMk cId="3252456450" sldId="305"/>
            <ac:spMk id="222" creationId="{00000000-0000-0000-0000-000000000000}"/>
          </ac:spMkLst>
        </pc:spChg>
      </pc:sldChg>
      <pc:sldChg chg="modSp mod modClrScheme chgLayout">
        <pc:chgData name="mukesh kumar" userId="e98c6c8ac4fa17dc" providerId="LiveId" clId="{389805A1-921B-4BE5-99D8-84DB58D052F5}" dt="2024-02-20T12:40:58.979" v="787"/>
        <pc:sldMkLst>
          <pc:docMk/>
          <pc:sldMk cId="2319042276" sldId="306"/>
        </pc:sldMkLst>
        <pc:spChg chg="mod ord">
          <ac:chgData name="mukesh kumar" userId="e98c6c8ac4fa17dc" providerId="LiveId" clId="{389805A1-921B-4BE5-99D8-84DB58D052F5}" dt="2024-02-20T12:40:58.979" v="787"/>
          <ac:spMkLst>
            <pc:docMk/>
            <pc:sldMk cId="2319042276" sldId="306"/>
            <ac:spMk id="227" creationId="{00000000-0000-0000-0000-000000000000}"/>
          </ac:spMkLst>
        </pc:spChg>
        <pc:spChg chg="mod ord">
          <ac:chgData name="mukesh kumar" userId="e98c6c8ac4fa17dc" providerId="LiveId" clId="{389805A1-921B-4BE5-99D8-84DB58D052F5}" dt="2024-02-20T09:29:34.037" v="443" actId="700"/>
          <ac:spMkLst>
            <pc:docMk/>
            <pc:sldMk cId="2319042276" sldId="306"/>
            <ac:spMk id="228" creationId="{00000000-0000-0000-0000-000000000000}"/>
          </ac:spMkLst>
        </pc:spChg>
      </pc:sldChg>
      <pc:sldChg chg="modSp mod modClrScheme chgLayout">
        <pc:chgData name="mukesh kumar" userId="e98c6c8ac4fa17dc" providerId="LiveId" clId="{389805A1-921B-4BE5-99D8-84DB58D052F5}" dt="2024-02-20T12:40:58.979" v="787"/>
        <pc:sldMkLst>
          <pc:docMk/>
          <pc:sldMk cId="1807788228" sldId="307"/>
        </pc:sldMkLst>
        <pc:spChg chg="mod ord">
          <ac:chgData name="mukesh kumar" userId="e98c6c8ac4fa17dc" providerId="LiveId" clId="{389805A1-921B-4BE5-99D8-84DB58D052F5}" dt="2024-02-20T12:40:58.979" v="787"/>
          <ac:spMkLst>
            <pc:docMk/>
            <pc:sldMk cId="1807788228" sldId="307"/>
            <ac:spMk id="233" creationId="{00000000-0000-0000-0000-000000000000}"/>
          </ac:spMkLst>
        </pc:spChg>
        <pc:spChg chg="mod ord">
          <ac:chgData name="mukesh kumar" userId="e98c6c8ac4fa17dc" providerId="LiveId" clId="{389805A1-921B-4BE5-99D8-84DB58D052F5}" dt="2024-02-20T09:29:34.037" v="443" actId="700"/>
          <ac:spMkLst>
            <pc:docMk/>
            <pc:sldMk cId="1807788228" sldId="307"/>
            <ac:spMk id="234" creationId="{00000000-0000-0000-0000-000000000000}"/>
          </ac:spMkLst>
        </pc:spChg>
      </pc:sldChg>
      <pc:sldChg chg="modSp mod modClrScheme chgLayout">
        <pc:chgData name="mukesh kumar" userId="e98c6c8ac4fa17dc" providerId="LiveId" clId="{389805A1-921B-4BE5-99D8-84DB58D052F5}" dt="2024-02-20T12:40:58.979" v="787"/>
        <pc:sldMkLst>
          <pc:docMk/>
          <pc:sldMk cId="1483521876" sldId="308"/>
        </pc:sldMkLst>
        <pc:spChg chg="mod ord">
          <ac:chgData name="mukesh kumar" userId="e98c6c8ac4fa17dc" providerId="LiveId" clId="{389805A1-921B-4BE5-99D8-84DB58D052F5}" dt="2024-02-20T12:40:58.979" v="787"/>
          <ac:spMkLst>
            <pc:docMk/>
            <pc:sldMk cId="1483521876" sldId="308"/>
            <ac:spMk id="239" creationId="{00000000-0000-0000-0000-000000000000}"/>
          </ac:spMkLst>
        </pc:spChg>
        <pc:spChg chg="mod ord">
          <ac:chgData name="mukesh kumar" userId="e98c6c8ac4fa17dc" providerId="LiveId" clId="{389805A1-921B-4BE5-99D8-84DB58D052F5}" dt="2024-02-20T09:29:34.037" v="443" actId="700"/>
          <ac:spMkLst>
            <pc:docMk/>
            <pc:sldMk cId="1483521876" sldId="308"/>
            <ac:spMk id="240" creationId="{00000000-0000-0000-0000-000000000000}"/>
          </ac:spMkLst>
        </pc:spChg>
      </pc:sldChg>
      <pc:sldChg chg="modSp mod modClrScheme chgLayout">
        <pc:chgData name="mukesh kumar" userId="e98c6c8ac4fa17dc" providerId="LiveId" clId="{389805A1-921B-4BE5-99D8-84DB58D052F5}" dt="2024-02-20T12:40:58.979" v="787"/>
        <pc:sldMkLst>
          <pc:docMk/>
          <pc:sldMk cId="1937619880" sldId="309"/>
        </pc:sldMkLst>
        <pc:spChg chg="mod ord">
          <ac:chgData name="mukesh kumar" userId="e98c6c8ac4fa17dc" providerId="LiveId" clId="{389805A1-921B-4BE5-99D8-84DB58D052F5}" dt="2024-02-20T12:40:58.979" v="787"/>
          <ac:spMkLst>
            <pc:docMk/>
            <pc:sldMk cId="1937619880" sldId="309"/>
            <ac:spMk id="245" creationId="{00000000-0000-0000-0000-000000000000}"/>
          </ac:spMkLst>
        </pc:spChg>
        <pc:spChg chg="mod ord">
          <ac:chgData name="mukesh kumar" userId="e98c6c8ac4fa17dc" providerId="LiveId" clId="{389805A1-921B-4BE5-99D8-84DB58D052F5}" dt="2024-02-20T09:29:34.037" v="443" actId="700"/>
          <ac:spMkLst>
            <pc:docMk/>
            <pc:sldMk cId="1937619880" sldId="309"/>
            <ac:spMk id="246" creationId="{00000000-0000-0000-0000-000000000000}"/>
          </ac:spMkLst>
        </pc:spChg>
      </pc:sldChg>
      <pc:sldChg chg="modSp mod modClrScheme chgLayout">
        <pc:chgData name="mukesh kumar" userId="e98c6c8ac4fa17dc" providerId="LiveId" clId="{389805A1-921B-4BE5-99D8-84DB58D052F5}" dt="2024-02-20T12:40:58.979" v="787"/>
        <pc:sldMkLst>
          <pc:docMk/>
          <pc:sldMk cId="1358467621" sldId="310"/>
        </pc:sldMkLst>
        <pc:spChg chg="mod ord">
          <ac:chgData name="mukesh kumar" userId="e98c6c8ac4fa17dc" providerId="LiveId" clId="{389805A1-921B-4BE5-99D8-84DB58D052F5}" dt="2024-02-20T12:40:58.979" v="787"/>
          <ac:spMkLst>
            <pc:docMk/>
            <pc:sldMk cId="1358467621" sldId="310"/>
            <ac:spMk id="251" creationId="{00000000-0000-0000-0000-000000000000}"/>
          </ac:spMkLst>
        </pc:spChg>
        <pc:spChg chg="mod ord">
          <ac:chgData name="mukesh kumar" userId="e98c6c8ac4fa17dc" providerId="LiveId" clId="{389805A1-921B-4BE5-99D8-84DB58D052F5}" dt="2024-02-20T09:29:34.037" v="443" actId="700"/>
          <ac:spMkLst>
            <pc:docMk/>
            <pc:sldMk cId="1358467621" sldId="310"/>
            <ac:spMk id="252" creationId="{00000000-0000-0000-0000-000000000000}"/>
          </ac:spMkLst>
        </pc:spChg>
      </pc:sldChg>
      <pc:sldChg chg="modSp mod modClrScheme chgLayout">
        <pc:chgData name="mukesh kumar" userId="e98c6c8ac4fa17dc" providerId="LiveId" clId="{389805A1-921B-4BE5-99D8-84DB58D052F5}" dt="2024-02-20T12:40:58.979" v="787"/>
        <pc:sldMkLst>
          <pc:docMk/>
          <pc:sldMk cId="4238623734" sldId="311"/>
        </pc:sldMkLst>
        <pc:spChg chg="mod ord">
          <ac:chgData name="mukesh kumar" userId="e98c6c8ac4fa17dc" providerId="LiveId" clId="{389805A1-921B-4BE5-99D8-84DB58D052F5}" dt="2024-02-20T12:40:58.979" v="787"/>
          <ac:spMkLst>
            <pc:docMk/>
            <pc:sldMk cId="4238623734" sldId="311"/>
            <ac:spMk id="257" creationId="{00000000-0000-0000-0000-000000000000}"/>
          </ac:spMkLst>
        </pc:spChg>
        <pc:spChg chg="mod ord">
          <ac:chgData name="mukesh kumar" userId="e98c6c8ac4fa17dc" providerId="LiveId" clId="{389805A1-921B-4BE5-99D8-84DB58D052F5}" dt="2024-02-20T09:29:34.037" v="443" actId="700"/>
          <ac:spMkLst>
            <pc:docMk/>
            <pc:sldMk cId="4238623734" sldId="311"/>
            <ac:spMk id="258" creationId="{00000000-0000-0000-0000-000000000000}"/>
          </ac:spMkLst>
        </pc:spChg>
      </pc:sldChg>
      <pc:sldChg chg="modSp mod modClrScheme chgLayout">
        <pc:chgData name="mukesh kumar" userId="e98c6c8ac4fa17dc" providerId="LiveId" clId="{389805A1-921B-4BE5-99D8-84DB58D052F5}" dt="2024-02-20T12:40:58.979" v="787"/>
        <pc:sldMkLst>
          <pc:docMk/>
          <pc:sldMk cId="1547691478" sldId="312"/>
        </pc:sldMkLst>
        <pc:spChg chg="mod ord">
          <ac:chgData name="mukesh kumar" userId="e98c6c8ac4fa17dc" providerId="LiveId" clId="{389805A1-921B-4BE5-99D8-84DB58D052F5}" dt="2024-02-20T12:40:58.979" v="787"/>
          <ac:spMkLst>
            <pc:docMk/>
            <pc:sldMk cId="1547691478" sldId="312"/>
            <ac:spMk id="263" creationId="{00000000-0000-0000-0000-000000000000}"/>
          </ac:spMkLst>
        </pc:spChg>
        <pc:spChg chg="mod ord">
          <ac:chgData name="mukesh kumar" userId="e98c6c8ac4fa17dc" providerId="LiveId" clId="{389805A1-921B-4BE5-99D8-84DB58D052F5}" dt="2024-02-20T09:29:34.037" v="443" actId="700"/>
          <ac:spMkLst>
            <pc:docMk/>
            <pc:sldMk cId="1547691478" sldId="312"/>
            <ac:spMk id="264" creationId="{00000000-0000-0000-0000-000000000000}"/>
          </ac:spMkLst>
        </pc:spChg>
      </pc:sldChg>
      <pc:sldChg chg="modSp mod modClrScheme chgLayout">
        <pc:chgData name="mukesh kumar" userId="e98c6c8ac4fa17dc" providerId="LiveId" clId="{389805A1-921B-4BE5-99D8-84DB58D052F5}" dt="2024-02-20T12:40:58.979" v="787"/>
        <pc:sldMkLst>
          <pc:docMk/>
          <pc:sldMk cId="3595956154" sldId="313"/>
        </pc:sldMkLst>
        <pc:spChg chg="mod ord">
          <ac:chgData name="mukesh kumar" userId="e98c6c8ac4fa17dc" providerId="LiveId" clId="{389805A1-921B-4BE5-99D8-84DB58D052F5}" dt="2024-02-20T12:40:58.979" v="787"/>
          <ac:spMkLst>
            <pc:docMk/>
            <pc:sldMk cId="3595956154" sldId="313"/>
            <ac:spMk id="269" creationId="{00000000-0000-0000-0000-000000000000}"/>
          </ac:spMkLst>
        </pc:spChg>
        <pc:spChg chg="mod ord">
          <ac:chgData name="mukesh kumar" userId="e98c6c8ac4fa17dc" providerId="LiveId" clId="{389805A1-921B-4BE5-99D8-84DB58D052F5}" dt="2024-02-20T09:29:34.037" v="443" actId="700"/>
          <ac:spMkLst>
            <pc:docMk/>
            <pc:sldMk cId="3595956154" sldId="313"/>
            <ac:spMk id="270" creationId="{00000000-0000-0000-0000-000000000000}"/>
          </ac:spMkLst>
        </pc:spChg>
      </pc:sldChg>
      <pc:sldChg chg="modSp mod modClrScheme chgLayout">
        <pc:chgData name="mukesh kumar" userId="e98c6c8ac4fa17dc" providerId="LiveId" clId="{389805A1-921B-4BE5-99D8-84DB58D052F5}" dt="2024-02-20T12:41:39.275" v="789" actId="1076"/>
        <pc:sldMkLst>
          <pc:docMk/>
          <pc:sldMk cId="3157743181" sldId="314"/>
        </pc:sldMkLst>
        <pc:spChg chg="mod ord">
          <ac:chgData name="mukesh kumar" userId="e98c6c8ac4fa17dc" providerId="LiveId" clId="{389805A1-921B-4BE5-99D8-84DB58D052F5}" dt="2024-02-20T12:41:39.275" v="789" actId="1076"/>
          <ac:spMkLst>
            <pc:docMk/>
            <pc:sldMk cId="3157743181" sldId="314"/>
            <ac:spMk id="3" creationId="{04CDD1CC-E41C-9995-1ECE-B254BBBFD0E3}"/>
          </ac:spMkLst>
        </pc:spChg>
        <pc:spChg chg="mod ord">
          <ac:chgData name="mukesh kumar" userId="e98c6c8ac4fa17dc" providerId="LiveId" clId="{389805A1-921B-4BE5-99D8-84DB58D052F5}" dt="2024-02-20T12:40:58.979" v="787"/>
          <ac:spMkLst>
            <pc:docMk/>
            <pc:sldMk cId="3157743181" sldId="314"/>
            <ac:spMk id="269" creationId="{00000000-0000-0000-0000-000000000000}"/>
          </ac:spMkLst>
        </pc:spChg>
      </pc:sldChg>
      <pc:sldChg chg="addSp delSp modSp mod modClrScheme chgLayout">
        <pc:chgData name="mukesh kumar" userId="e98c6c8ac4fa17dc" providerId="LiveId" clId="{389805A1-921B-4BE5-99D8-84DB58D052F5}" dt="2024-02-20T09:29:34.037" v="443" actId="700"/>
        <pc:sldMkLst>
          <pc:docMk/>
          <pc:sldMk cId="364193042" sldId="315"/>
        </pc:sldMkLst>
        <pc:spChg chg="add del">
          <ac:chgData name="mukesh kumar" userId="e98c6c8ac4fa17dc" providerId="LiveId" clId="{389805A1-921B-4BE5-99D8-84DB58D052F5}" dt="2024-02-20T09:29:34.037" v="443" actId="700"/>
          <ac:spMkLst>
            <pc:docMk/>
            <pc:sldMk cId="364193042" sldId="315"/>
            <ac:spMk id="2" creationId="{2A59D577-C3EF-7573-5A64-82CCEFEC47E0}"/>
          </ac:spMkLst>
        </pc:spChg>
        <pc:spChg chg="add del">
          <ac:chgData name="mukesh kumar" userId="e98c6c8ac4fa17dc" providerId="LiveId" clId="{389805A1-921B-4BE5-99D8-84DB58D052F5}" dt="2024-02-20T09:29:34.037" v="443" actId="700"/>
          <ac:spMkLst>
            <pc:docMk/>
            <pc:sldMk cId="364193042" sldId="315"/>
            <ac:spMk id="3" creationId="{8692E5B2-5C6A-5CED-5EDD-2CED570AB240}"/>
          </ac:spMkLst>
        </pc:spChg>
        <pc:spChg chg="add del mod ord">
          <ac:chgData name="mukesh kumar" userId="e98c6c8ac4fa17dc" providerId="LiveId" clId="{389805A1-921B-4BE5-99D8-84DB58D052F5}" dt="2024-02-20T09:29:30.010" v="442" actId="700"/>
          <ac:spMkLst>
            <pc:docMk/>
            <pc:sldMk cId="364193042" sldId="315"/>
            <ac:spMk id="5" creationId="{4B08DE81-5C49-F4CD-FA5C-7C4341E2F60C}"/>
          </ac:spMkLst>
        </pc:spChg>
        <pc:spChg chg="add del mod ord">
          <ac:chgData name="mukesh kumar" userId="e98c6c8ac4fa17dc" providerId="LiveId" clId="{389805A1-921B-4BE5-99D8-84DB58D052F5}" dt="2024-02-20T09:29:30.010" v="442" actId="700"/>
          <ac:spMkLst>
            <pc:docMk/>
            <pc:sldMk cId="364193042" sldId="315"/>
            <ac:spMk id="6" creationId="{E4D38952-F96A-2522-662A-69544CBF2F60}"/>
          </ac:spMkLst>
        </pc:spChg>
      </pc:sldChg>
      <pc:sldChg chg="add">
        <pc:chgData name="mukesh kumar" userId="e98c6c8ac4fa17dc" providerId="LiveId" clId="{389805A1-921B-4BE5-99D8-84DB58D052F5}" dt="2024-02-20T09:37:10.573" v="685" actId="2890"/>
        <pc:sldMkLst>
          <pc:docMk/>
          <pc:sldMk cId="3327008729" sldId="316"/>
        </pc:sldMkLst>
      </pc:sldChg>
      <pc:sldChg chg="add del">
        <pc:chgData name="mukesh kumar" userId="e98c6c8ac4fa17dc" providerId="LiveId" clId="{389805A1-921B-4BE5-99D8-84DB58D052F5}" dt="2024-02-20T10:16:08.097" v="741" actId="2890"/>
        <pc:sldMkLst>
          <pc:docMk/>
          <pc:sldMk cId="923065504" sldId="317"/>
        </pc:sldMkLst>
      </pc:sldChg>
      <pc:sldMasterChg chg="modSldLayout">
        <pc:chgData name="mukesh kumar" userId="e98c6c8ac4fa17dc" providerId="LiveId" clId="{389805A1-921B-4BE5-99D8-84DB58D052F5}" dt="2024-02-20T10:15:56.132" v="739" actId="14100"/>
        <pc:sldMasterMkLst>
          <pc:docMk/>
          <pc:sldMasterMk cId="0" sldId="2147483648"/>
        </pc:sldMasterMkLst>
        <pc:sldLayoutChg chg="addSp delSp modSp mod setBg">
          <pc:chgData name="mukesh kumar" userId="e98c6c8ac4fa17dc" providerId="LiveId" clId="{389805A1-921B-4BE5-99D8-84DB58D052F5}" dt="2024-02-20T10:15:56.132" v="739" actId="14100"/>
          <pc:sldLayoutMkLst>
            <pc:docMk/>
            <pc:sldMasterMk cId="0" sldId="2147483648"/>
            <pc:sldLayoutMk cId="0" sldId="2147483649"/>
          </pc:sldLayoutMkLst>
          <pc:spChg chg="add del mod topLvl">
            <ac:chgData name="mukesh kumar" userId="e98c6c8ac4fa17dc" providerId="LiveId" clId="{389805A1-921B-4BE5-99D8-84DB58D052F5}" dt="2024-02-20T10:14:25.119" v="728" actId="478"/>
            <ac:spMkLst>
              <pc:docMk/>
              <pc:sldMasterMk cId="0" sldId="2147483648"/>
              <pc:sldLayoutMk cId="0" sldId="2147483649"/>
              <ac:spMk id="5" creationId="{38E3F001-9A38-07F3-888A-75A936787DAF}"/>
            </ac:spMkLst>
          </pc:spChg>
          <pc:spChg chg="add del mod topLvl">
            <ac:chgData name="mukesh kumar" userId="e98c6c8ac4fa17dc" providerId="LiveId" clId="{389805A1-921B-4BE5-99D8-84DB58D052F5}" dt="2024-02-20T10:14:22.534" v="726" actId="478"/>
            <ac:spMkLst>
              <pc:docMk/>
              <pc:sldMasterMk cId="0" sldId="2147483648"/>
              <pc:sldLayoutMk cId="0" sldId="2147483649"/>
              <ac:spMk id="6" creationId="{DBFA61CD-9A14-DB95-53FE-631DE00D0255}"/>
            </ac:spMkLst>
          </pc:spChg>
          <pc:spChg chg="add del mod topLvl">
            <ac:chgData name="mukesh kumar" userId="e98c6c8ac4fa17dc" providerId="LiveId" clId="{389805A1-921B-4BE5-99D8-84DB58D052F5}" dt="2024-02-20T10:14:24.178" v="727" actId="478"/>
            <ac:spMkLst>
              <pc:docMk/>
              <pc:sldMasterMk cId="0" sldId="2147483648"/>
              <pc:sldLayoutMk cId="0" sldId="2147483649"/>
              <ac:spMk id="7" creationId="{8F718531-8544-47B6-D4F8-123521CB7435}"/>
            </ac:spMkLst>
          </pc:spChg>
          <pc:spChg chg="add del mod ord topLvl">
            <ac:chgData name="mukesh kumar" userId="e98c6c8ac4fa17dc" providerId="LiveId" clId="{389805A1-921B-4BE5-99D8-84DB58D052F5}" dt="2024-02-20T10:14:16.089" v="722" actId="478"/>
            <ac:spMkLst>
              <pc:docMk/>
              <pc:sldMasterMk cId="0" sldId="2147483648"/>
              <pc:sldLayoutMk cId="0" sldId="2147483649"/>
              <ac:spMk id="8" creationId="{F98F7C78-6961-334E-C7A5-2EF0E3A1881D}"/>
            </ac:spMkLst>
          </pc:spChg>
          <pc:spChg chg="add del mod">
            <ac:chgData name="mukesh kumar" userId="e98c6c8ac4fa17dc" providerId="LiveId" clId="{389805A1-921B-4BE5-99D8-84DB58D052F5}" dt="2024-02-20T10:14:18.461" v="723" actId="478"/>
            <ac:spMkLst>
              <pc:docMk/>
              <pc:sldMasterMk cId="0" sldId="2147483648"/>
              <pc:sldLayoutMk cId="0" sldId="2147483649"/>
              <ac:spMk id="11" creationId="{5DA8DB1B-5FB0-B962-A756-237E6004DB2A}"/>
            </ac:spMkLst>
          </pc:spChg>
          <pc:spChg chg="del">
            <ac:chgData name="mukesh kumar" userId="e98c6c8ac4fa17dc" providerId="LiveId" clId="{389805A1-921B-4BE5-99D8-84DB58D052F5}" dt="2024-02-20T09:17:49.756" v="15" actId="478"/>
            <ac:spMkLst>
              <pc:docMk/>
              <pc:sldMasterMk cId="0" sldId="2147483648"/>
              <pc:sldLayoutMk cId="0" sldId="2147483649"/>
              <ac:spMk id="16" creationId="{00000000-0000-0000-0000-000000000000}"/>
            </ac:spMkLst>
          </pc:spChg>
          <pc:spChg chg="del">
            <ac:chgData name="mukesh kumar" userId="e98c6c8ac4fa17dc" providerId="LiveId" clId="{389805A1-921B-4BE5-99D8-84DB58D052F5}" dt="2024-02-20T09:16:49.785" v="10" actId="478"/>
            <ac:spMkLst>
              <pc:docMk/>
              <pc:sldMasterMk cId="0" sldId="2147483648"/>
              <pc:sldLayoutMk cId="0" sldId="2147483649"/>
              <ac:spMk id="17" creationId="{00000000-0000-0000-0000-000000000000}"/>
            </ac:spMkLst>
          </pc:spChg>
          <pc:spChg chg="del">
            <ac:chgData name="mukesh kumar" userId="e98c6c8ac4fa17dc" providerId="LiveId" clId="{389805A1-921B-4BE5-99D8-84DB58D052F5}" dt="2024-02-20T09:16:57.414" v="13" actId="478"/>
            <ac:spMkLst>
              <pc:docMk/>
              <pc:sldMasterMk cId="0" sldId="2147483648"/>
              <pc:sldLayoutMk cId="0" sldId="2147483649"/>
              <ac:spMk id="18" creationId="{00000000-0000-0000-0000-000000000000}"/>
            </ac:spMkLst>
          </pc:spChg>
          <pc:spChg chg="del">
            <ac:chgData name="mukesh kumar" userId="e98c6c8ac4fa17dc" providerId="LiveId" clId="{389805A1-921B-4BE5-99D8-84DB58D052F5}" dt="2024-02-20T09:16:45.888" v="8" actId="478"/>
            <ac:spMkLst>
              <pc:docMk/>
              <pc:sldMasterMk cId="0" sldId="2147483648"/>
              <pc:sldLayoutMk cId="0" sldId="2147483649"/>
              <ac:spMk id="19" creationId="{00000000-0000-0000-0000-000000000000}"/>
            </ac:spMkLst>
          </pc:spChg>
          <pc:spChg chg="del">
            <ac:chgData name="mukesh kumar" userId="e98c6c8ac4fa17dc" providerId="LiveId" clId="{389805A1-921B-4BE5-99D8-84DB58D052F5}" dt="2024-02-20T09:16:44.835" v="7" actId="478"/>
            <ac:spMkLst>
              <pc:docMk/>
              <pc:sldMasterMk cId="0" sldId="2147483648"/>
              <pc:sldLayoutMk cId="0" sldId="2147483649"/>
              <ac:spMk id="20" creationId="{00000000-0000-0000-0000-000000000000}"/>
            </ac:spMkLst>
          </pc:spChg>
          <pc:spChg chg="del">
            <ac:chgData name="mukesh kumar" userId="e98c6c8ac4fa17dc" providerId="LiveId" clId="{389805A1-921B-4BE5-99D8-84DB58D052F5}" dt="2024-02-20T09:27:05.719" v="315" actId="478"/>
            <ac:spMkLst>
              <pc:docMk/>
              <pc:sldMasterMk cId="0" sldId="2147483648"/>
              <pc:sldLayoutMk cId="0" sldId="2147483649"/>
              <ac:spMk id="21" creationId="{00000000-0000-0000-0000-000000000000}"/>
            </ac:spMkLst>
          </pc:spChg>
          <pc:spChg chg="del">
            <ac:chgData name="mukesh kumar" userId="e98c6c8ac4fa17dc" providerId="LiveId" clId="{389805A1-921B-4BE5-99D8-84DB58D052F5}" dt="2024-02-20T09:17:00.396" v="14" actId="478"/>
            <ac:spMkLst>
              <pc:docMk/>
              <pc:sldMasterMk cId="0" sldId="2147483648"/>
              <pc:sldLayoutMk cId="0" sldId="2147483649"/>
              <ac:spMk id="22" creationId="{00000000-0000-0000-0000-000000000000}"/>
            </ac:spMkLst>
          </pc:spChg>
          <pc:spChg chg="del">
            <ac:chgData name="mukesh kumar" userId="e98c6c8ac4fa17dc" providerId="LiveId" clId="{389805A1-921B-4BE5-99D8-84DB58D052F5}" dt="2024-02-20T09:16:55.635" v="12" actId="478"/>
            <ac:spMkLst>
              <pc:docMk/>
              <pc:sldMasterMk cId="0" sldId="2147483648"/>
              <pc:sldLayoutMk cId="0" sldId="2147483649"/>
              <ac:spMk id="23" creationId="{00000000-0000-0000-0000-000000000000}"/>
            </ac:spMkLst>
          </pc:spChg>
          <pc:spChg chg="del">
            <ac:chgData name="mukesh kumar" userId="e98c6c8ac4fa17dc" providerId="LiveId" clId="{389805A1-921B-4BE5-99D8-84DB58D052F5}" dt="2024-02-20T09:16:42.663" v="6" actId="478"/>
            <ac:spMkLst>
              <pc:docMk/>
              <pc:sldMasterMk cId="0" sldId="2147483648"/>
              <pc:sldLayoutMk cId="0" sldId="2147483649"/>
              <ac:spMk id="24" creationId="{00000000-0000-0000-0000-000000000000}"/>
            </ac:spMkLst>
          </pc:spChg>
          <pc:spChg chg="del">
            <ac:chgData name="mukesh kumar" userId="e98c6c8ac4fa17dc" providerId="LiveId" clId="{389805A1-921B-4BE5-99D8-84DB58D052F5}" dt="2024-02-20T09:16:47.978" v="9" actId="478"/>
            <ac:spMkLst>
              <pc:docMk/>
              <pc:sldMasterMk cId="0" sldId="2147483648"/>
              <pc:sldLayoutMk cId="0" sldId="2147483649"/>
              <ac:spMk id="25" creationId="{00000000-0000-0000-0000-000000000000}"/>
            </ac:spMkLst>
          </pc:spChg>
          <pc:spChg chg="del">
            <ac:chgData name="mukesh kumar" userId="e98c6c8ac4fa17dc" providerId="LiveId" clId="{389805A1-921B-4BE5-99D8-84DB58D052F5}" dt="2024-02-20T09:16:52.304" v="11" actId="478"/>
            <ac:spMkLst>
              <pc:docMk/>
              <pc:sldMasterMk cId="0" sldId="2147483648"/>
              <pc:sldLayoutMk cId="0" sldId="2147483649"/>
              <ac:spMk id="26" creationId="{00000000-0000-0000-0000-000000000000}"/>
            </ac:spMkLst>
          </pc:spChg>
          <pc:grpChg chg="add del mod">
            <ac:chgData name="mukesh kumar" userId="e98c6c8ac4fa17dc" providerId="LiveId" clId="{389805A1-921B-4BE5-99D8-84DB58D052F5}" dt="2024-02-20T09:33:47.822" v="519" actId="165"/>
            <ac:grpSpMkLst>
              <pc:docMk/>
              <pc:sldMasterMk cId="0" sldId="2147483648"/>
              <pc:sldLayoutMk cId="0" sldId="2147483649"/>
              <ac:grpSpMk id="9" creationId="{29BE80EE-45C6-0685-4C71-F591DEA68C7D}"/>
            </ac:grpSpMkLst>
          </pc:grpChg>
          <pc:picChg chg="add del mod">
            <ac:chgData name="mukesh kumar" userId="e98c6c8ac4fa17dc" providerId="LiveId" clId="{389805A1-921B-4BE5-99D8-84DB58D052F5}" dt="2024-02-20T10:14:57.731" v="733" actId="478"/>
            <ac:picMkLst>
              <pc:docMk/>
              <pc:sldMasterMk cId="0" sldId="2147483648"/>
              <pc:sldLayoutMk cId="0" sldId="2147483649"/>
              <ac:picMk id="3" creationId="{A862C29B-D07D-AE9E-C2CA-BC71418BD43B}"/>
            </ac:picMkLst>
          </pc:picChg>
          <pc:picChg chg="add del mod">
            <ac:chgData name="mukesh kumar" userId="e98c6c8ac4fa17dc" providerId="LiveId" clId="{389805A1-921B-4BE5-99D8-84DB58D052F5}" dt="2024-02-20T09:18:59.240" v="77" actId="478"/>
            <ac:picMkLst>
              <pc:docMk/>
              <pc:sldMasterMk cId="0" sldId="2147483648"/>
              <pc:sldLayoutMk cId="0" sldId="2147483649"/>
              <ac:picMk id="3" creationId="{DE97C20A-DFCF-DD93-2638-FEEE17ED18C7}"/>
            </ac:picMkLst>
          </pc:picChg>
          <pc:picChg chg="add del mod topLvl">
            <ac:chgData name="mukesh kumar" userId="e98c6c8ac4fa17dc" providerId="LiveId" clId="{389805A1-921B-4BE5-99D8-84DB58D052F5}" dt="2024-02-20T10:14:25.751" v="729" actId="478"/>
            <ac:picMkLst>
              <pc:docMk/>
              <pc:sldMasterMk cId="0" sldId="2147483648"/>
              <pc:sldLayoutMk cId="0" sldId="2147483649"/>
              <ac:picMk id="4" creationId="{A404BA6A-4DFA-BAAB-B8A0-C473162DE9BE}"/>
            </ac:picMkLst>
          </pc:picChg>
          <pc:picChg chg="add mod">
            <ac:chgData name="mukesh kumar" userId="e98c6c8ac4fa17dc" providerId="LiveId" clId="{389805A1-921B-4BE5-99D8-84DB58D052F5}" dt="2024-02-20T09:29:58.236" v="445"/>
            <ac:picMkLst>
              <pc:docMk/>
              <pc:sldMasterMk cId="0" sldId="2147483648"/>
              <pc:sldLayoutMk cId="0" sldId="2147483649"/>
              <ac:picMk id="10" creationId="{C18F1488-3E35-14CA-F712-5F5AD44F1BC9}"/>
            </ac:picMkLst>
          </pc:picChg>
          <pc:picChg chg="add mod modCrop">
            <ac:chgData name="mukesh kumar" userId="e98c6c8ac4fa17dc" providerId="LiveId" clId="{389805A1-921B-4BE5-99D8-84DB58D052F5}" dt="2024-02-20T10:15:56.132" v="739" actId="14100"/>
            <ac:picMkLst>
              <pc:docMk/>
              <pc:sldMasterMk cId="0" sldId="2147483648"/>
              <pc:sldLayoutMk cId="0" sldId="2147483649"/>
              <ac:picMk id="10" creationId="{C9A42F56-0480-DD6C-82BF-46BD436F7634}"/>
            </ac:picMkLst>
          </pc:picChg>
          <pc:picChg chg="add del mod topLvl">
            <ac:chgData name="mukesh kumar" userId="e98c6c8ac4fa17dc" providerId="LiveId" clId="{389805A1-921B-4BE5-99D8-84DB58D052F5}" dt="2024-02-20T10:14:19.491" v="724" actId="478"/>
            <ac:picMkLst>
              <pc:docMk/>
              <pc:sldMasterMk cId="0" sldId="2147483648"/>
              <pc:sldLayoutMk cId="0" sldId="2147483649"/>
              <ac:picMk id="1026" creationId="{7A2CFBB6-BB3E-151B-C6C8-27331FC9EE22}"/>
            </ac:picMkLst>
          </pc:picChg>
        </pc:sldLayoutChg>
        <pc:sldLayoutChg chg="addSp modSp">
          <pc:chgData name="mukesh kumar" userId="e98c6c8ac4fa17dc" providerId="LiveId" clId="{389805A1-921B-4BE5-99D8-84DB58D052F5}" dt="2024-02-20T09:28:56.108" v="325" actId="931"/>
          <pc:sldLayoutMkLst>
            <pc:docMk/>
            <pc:sldMasterMk cId="0" sldId="2147483648"/>
            <pc:sldLayoutMk cId="0" sldId="2147483650"/>
          </pc:sldLayoutMkLst>
          <pc:picChg chg="add mod">
            <ac:chgData name="mukesh kumar" userId="e98c6c8ac4fa17dc" providerId="LiveId" clId="{389805A1-921B-4BE5-99D8-84DB58D052F5}" dt="2024-02-20T09:28:56.108" v="325" actId="931"/>
            <ac:picMkLst>
              <pc:docMk/>
              <pc:sldMasterMk cId="0" sldId="2147483648"/>
              <pc:sldLayoutMk cId="0" sldId="2147483650"/>
              <ac:picMk id="3" creationId="{06003245-041D-C4D3-5AB3-8FBCF6142341}"/>
            </ac:picMkLst>
          </pc:picChg>
        </pc:sldLayoutChg>
      </pc:sldMasterChg>
    </pc:docChg>
  </pc:docChgLst>
  <pc:docChgLst>
    <pc:chgData name="mukesh kumar" userId="e98c6c8ac4fa17dc" providerId="LiveId" clId="{BF18F9D1-E4FF-477C-B505-F22C2D303D30}"/>
    <pc:docChg chg="delSld modSld">
      <pc:chgData name="mukesh kumar" userId="e98c6c8ac4fa17dc" providerId="LiveId" clId="{BF18F9D1-E4FF-477C-B505-F22C2D303D30}" dt="2023-10-12T11:01:24.713" v="5" actId="2696"/>
      <pc:docMkLst>
        <pc:docMk/>
      </pc:docMkLst>
      <pc:sldChg chg="del">
        <pc:chgData name="mukesh kumar" userId="e98c6c8ac4fa17dc" providerId="LiveId" clId="{BF18F9D1-E4FF-477C-B505-F22C2D303D30}" dt="2023-10-12T11:01:24.713" v="5" actId="2696"/>
        <pc:sldMkLst>
          <pc:docMk/>
          <pc:sldMk cId="0" sldId="280"/>
        </pc:sldMkLst>
      </pc:sldChg>
      <pc:sldChg chg="modSp mod">
        <pc:chgData name="mukesh kumar" userId="e98c6c8ac4fa17dc" providerId="LiveId" clId="{BF18F9D1-E4FF-477C-B505-F22C2D303D30}" dt="2023-10-11T09:18:52.931" v="1" actId="207"/>
        <pc:sldMkLst>
          <pc:docMk/>
          <pc:sldMk cId="3648781739" sldId="286"/>
        </pc:sldMkLst>
        <pc:spChg chg="mod">
          <ac:chgData name="mukesh kumar" userId="e98c6c8ac4fa17dc" providerId="LiveId" clId="{BF18F9D1-E4FF-477C-B505-F22C2D303D30}" dt="2023-10-11T09:18:52.931" v="1" actId="207"/>
          <ac:spMkLst>
            <pc:docMk/>
            <pc:sldMk cId="3648781739" sldId="286"/>
            <ac:spMk id="108" creationId="{00000000-0000-0000-0000-000000000000}"/>
          </ac:spMkLst>
        </pc:spChg>
      </pc:sldChg>
      <pc:sldChg chg="modSp mod">
        <pc:chgData name="mukesh kumar" userId="e98c6c8ac4fa17dc" providerId="LiveId" clId="{BF18F9D1-E4FF-477C-B505-F22C2D303D30}" dt="2023-10-11T09:30:00.135" v="3" actId="207"/>
        <pc:sldMkLst>
          <pc:docMk/>
          <pc:sldMk cId="2151183768" sldId="291"/>
        </pc:sldMkLst>
        <pc:spChg chg="mod">
          <ac:chgData name="mukesh kumar" userId="e98c6c8ac4fa17dc" providerId="LiveId" clId="{BF18F9D1-E4FF-477C-B505-F22C2D303D30}" dt="2023-10-11T09:30:00.135" v="3" actId="207"/>
          <ac:spMkLst>
            <pc:docMk/>
            <pc:sldMk cId="2151183768" sldId="291"/>
            <ac:spMk id="138" creationId="{00000000-0000-0000-0000-000000000000}"/>
          </ac:spMkLst>
        </pc:spChg>
      </pc:sldChg>
      <pc:sldChg chg="del">
        <pc:chgData name="mukesh kumar" userId="e98c6c8ac4fa17dc" providerId="LiveId" clId="{BF18F9D1-E4FF-477C-B505-F22C2D303D30}" dt="2023-10-12T11:01:07.377" v="4" actId="2696"/>
        <pc:sldMkLst>
          <pc:docMk/>
          <pc:sldMk cId="1937619880" sldId="309"/>
        </pc:sldMkLst>
      </pc:sldChg>
    </pc:docChg>
  </pc:docChgLst>
  <pc:docChgLst>
    <pc:chgData name="mukesh kumar" userId="e98c6c8ac4fa17dc" providerId="LiveId" clId="{2A629CB8-3899-432A-B62F-E22124572D67}"/>
    <pc:docChg chg="undo custSel addSld delSld modSld">
      <pc:chgData name="mukesh kumar" userId="e98c6c8ac4fa17dc" providerId="LiveId" clId="{2A629CB8-3899-432A-B62F-E22124572D67}" dt="2024-02-20T06:07:37.933" v="13" actId="1076"/>
      <pc:docMkLst>
        <pc:docMk/>
      </pc:docMkLst>
      <pc:sldChg chg="addSp delSp mod">
        <pc:chgData name="mukesh kumar" userId="e98c6c8ac4fa17dc" providerId="LiveId" clId="{2A629CB8-3899-432A-B62F-E22124572D67}" dt="2024-02-20T06:01:34.786" v="1" actId="22"/>
        <pc:sldMkLst>
          <pc:docMk/>
          <pc:sldMk cId="1483521876" sldId="308"/>
        </pc:sldMkLst>
        <pc:spChg chg="add del">
          <ac:chgData name="mukesh kumar" userId="e98c6c8ac4fa17dc" providerId="LiveId" clId="{2A629CB8-3899-432A-B62F-E22124572D67}" dt="2024-02-20T06:01:34.786" v="1" actId="22"/>
          <ac:spMkLst>
            <pc:docMk/>
            <pc:sldMk cId="1483521876" sldId="308"/>
            <ac:spMk id="3" creationId="{1B9B5993-AB22-940B-B89D-F29BC8366A36}"/>
          </ac:spMkLst>
        </pc:spChg>
      </pc:sldChg>
      <pc:sldChg chg="add">
        <pc:chgData name="mukesh kumar" userId="e98c6c8ac4fa17dc" providerId="LiveId" clId="{2A629CB8-3899-432A-B62F-E22124572D67}" dt="2024-02-20T06:03:19.167" v="10"/>
        <pc:sldMkLst>
          <pc:docMk/>
          <pc:sldMk cId="1937619880" sldId="309"/>
        </pc:sldMkLst>
      </pc:sldChg>
      <pc:sldChg chg="addSp modSp new mod">
        <pc:chgData name="mukesh kumar" userId="e98c6c8ac4fa17dc" providerId="LiveId" clId="{2A629CB8-3899-432A-B62F-E22124572D67}" dt="2024-02-20T06:07:37.933" v="13" actId="1076"/>
        <pc:sldMkLst>
          <pc:docMk/>
          <pc:sldMk cId="364193042" sldId="315"/>
        </pc:sldMkLst>
        <pc:spChg chg="mod">
          <ac:chgData name="mukesh kumar" userId="e98c6c8ac4fa17dc" providerId="LiveId" clId="{2A629CB8-3899-432A-B62F-E22124572D67}" dt="2024-02-20T06:02:00.990" v="5"/>
          <ac:spMkLst>
            <pc:docMk/>
            <pc:sldMk cId="364193042" sldId="315"/>
            <ac:spMk id="2" creationId="{2A59D577-C3EF-7573-5A64-82CCEFEC47E0}"/>
          </ac:spMkLst>
        </pc:spChg>
        <pc:picChg chg="add mod">
          <ac:chgData name="mukesh kumar" userId="e98c6c8ac4fa17dc" providerId="LiveId" clId="{2A629CB8-3899-432A-B62F-E22124572D67}" dt="2024-02-20T06:07:37.933" v="13" actId="1076"/>
          <ac:picMkLst>
            <pc:docMk/>
            <pc:sldMk cId="364193042" sldId="315"/>
            <ac:picMk id="4" creationId="{EF9B21D9-46D8-18AF-AB6D-C3E2AB97CA7E}"/>
          </ac:picMkLst>
        </pc:picChg>
      </pc:sldChg>
      <pc:sldChg chg="new del">
        <pc:chgData name="mukesh kumar" userId="e98c6c8ac4fa17dc" providerId="LiveId" clId="{2A629CB8-3899-432A-B62F-E22124572D67}" dt="2024-02-20T06:03:42.216" v="11" actId="2696"/>
        <pc:sldMkLst>
          <pc:docMk/>
          <pc:sldMk cId="4269488844" sldId="31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36265AE4-A988-04AC-1C62-60B46857F811}"/>
            </a:ext>
          </a:extLst>
        </p:cNvPr>
        <p:cNvGrpSpPr/>
        <p:nvPr/>
      </p:nvGrpSpPr>
      <p:grpSpPr>
        <a:xfrm>
          <a:off x="0" y="0"/>
          <a:ext cx="0" cy="0"/>
          <a:chOff x="0" y="0"/>
          <a:chExt cx="0" cy="0"/>
        </a:xfrm>
      </p:grpSpPr>
      <p:sp>
        <p:nvSpPr>
          <p:cNvPr id="98" name="Google Shape;98;p1:notes">
            <a:extLst>
              <a:ext uri="{FF2B5EF4-FFF2-40B4-BE49-F238E27FC236}">
                <a16:creationId xmlns:a16="http://schemas.microsoft.com/office/drawing/2014/main" id="{42CF6570-E902-2D6E-7CF3-8181EF525F6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a:extLst>
              <a:ext uri="{FF2B5EF4-FFF2-40B4-BE49-F238E27FC236}">
                <a16:creationId xmlns:a16="http://schemas.microsoft.com/office/drawing/2014/main" id="{F8FB43D9-E4BB-7E97-777A-39DA58AA55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7269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5966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1253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6156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7020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8097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1607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45614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3878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93612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5046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98885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40439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48745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66812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56565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34111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7661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50206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8680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40940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92198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53236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bg>
      <p:bgPr>
        <a:solidFill>
          <a:schemeClr val="lt1">
            <a:alpha val="79000"/>
          </a:schemeClr>
        </a:solidFill>
        <a:effectLst/>
      </p:bgPr>
    </p:bg>
    <p:spTree>
      <p:nvGrpSpPr>
        <p:cNvPr id="1" name="Shape 15"/>
        <p:cNvGrpSpPr/>
        <p:nvPr/>
      </p:nvGrpSpPr>
      <p:grpSpPr>
        <a:xfrm>
          <a:off x="0" y="0"/>
          <a:ext cx="0" cy="0"/>
          <a:chOff x="0" y="0"/>
          <a:chExt cx="0" cy="0"/>
        </a:xfrm>
      </p:grpSpPr>
      <p:pic>
        <p:nvPicPr>
          <p:cNvPr id="10" name="Picture 9">
            <a:extLst>
              <a:ext uri="{FF2B5EF4-FFF2-40B4-BE49-F238E27FC236}">
                <a16:creationId xmlns:a16="http://schemas.microsoft.com/office/drawing/2014/main" id="{C9A42F56-0480-DD6C-82BF-46BD436F7634}"/>
              </a:ext>
            </a:extLst>
          </p:cNvPr>
          <p:cNvPicPr>
            <a:picLocks noChangeAspect="1"/>
          </p:cNvPicPr>
          <p:nvPr userDrawn="1"/>
        </p:nvPicPr>
        <p:blipFill rotWithShape="1">
          <a:blip r:embed="rId2"/>
          <a:srcRect t="1424"/>
          <a:stretch/>
        </p:blipFill>
        <p:spPr>
          <a:xfrm>
            <a:off x="0" y="-66675"/>
            <a:ext cx="12192000" cy="691262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3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3"/>
        <p:cNvGrpSpPr/>
        <p:nvPr/>
      </p:nvGrpSpPr>
      <p:grpSpPr>
        <a:xfrm>
          <a:off x="0" y="0"/>
          <a:ext cx="0" cy="0"/>
          <a:chOff x="0" y="0"/>
          <a:chExt cx="0" cy="0"/>
        </a:xfrm>
      </p:grpSpPr>
      <p:sp>
        <p:nvSpPr>
          <p:cNvPr id="34" name="Google Shape;34;p33"/>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3"/>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3"/>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3"/>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3"/>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3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3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3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3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3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
        <p:nvSpPr>
          <p:cNvPr id="68" name="Google Shape;68;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3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3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3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4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0"/>
          <p:cNvSpPr>
            <a:spLocks noGrp="1"/>
          </p:cNvSpPr>
          <p:nvPr>
            <p:ph type="pic" idx="2"/>
          </p:nvPr>
        </p:nvSpPr>
        <p:spPr>
          <a:xfrm>
            <a:off x="5183188" y="987425"/>
            <a:ext cx="6172200" cy="4873625"/>
          </a:xfrm>
          <a:prstGeom prst="rect">
            <a:avLst/>
          </a:prstGeom>
          <a:noFill/>
          <a:ln>
            <a:noFill/>
          </a:ln>
        </p:spPr>
      </p:sp>
      <p:sp>
        <p:nvSpPr>
          <p:cNvPr id="81" name="Google Shape;81;p4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4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4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4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2" name="TextBox 1">
            <a:extLst>
              <a:ext uri="{FF2B5EF4-FFF2-40B4-BE49-F238E27FC236}">
                <a16:creationId xmlns:a16="http://schemas.microsoft.com/office/drawing/2014/main" id="{306BED54-93CC-1C3E-4DAF-BFB9F0ECDD48}"/>
              </a:ext>
            </a:extLst>
          </p:cNvPr>
          <p:cNvSpPr txBox="1"/>
          <p:nvPr/>
        </p:nvSpPr>
        <p:spPr>
          <a:xfrm>
            <a:off x="2445000" y="762615"/>
            <a:ext cx="7301999" cy="923330"/>
          </a:xfrm>
          <a:prstGeom prst="rect">
            <a:avLst/>
          </a:prstGeom>
          <a:noFill/>
        </p:spPr>
        <p:txBody>
          <a:bodyPr wrap="none" rtlCol="0">
            <a:spAutoFit/>
          </a:bodyPr>
          <a:lstStyle/>
          <a:p>
            <a:r>
              <a:rPr lang="en-US" sz="5400" b="1" dirty="0">
                <a:solidFill>
                  <a:srgbClr val="FF0000"/>
                </a:solidFill>
              </a:rPr>
              <a:t>NUMBER SEQUENCE</a:t>
            </a:r>
            <a:endParaRPr lang="en-IN" sz="54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7457A3D1-5957-C22C-7B58-89F1CE416576}"/>
            </a:ext>
          </a:extLst>
        </p:cNvPr>
        <p:cNvGrpSpPr/>
        <p:nvPr/>
      </p:nvGrpSpPr>
      <p:grpSpPr>
        <a:xfrm>
          <a:off x="0" y="0"/>
          <a:ext cx="0" cy="0"/>
          <a:chOff x="0" y="0"/>
          <a:chExt cx="0" cy="0"/>
        </a:xfrm>
      </p:grpSpPr>
      <p:sp>
        <p:nvSpPr>
          <p:cNvPr id="102" name="Google Shape;102;p1">
            <a:extLst>
              <a:ext uri="{FF2B5EF4-FFF2-40B4-BE49-F238E27FC236}">
                <a16:creationId xmlns:a16="http://schemas.microsoft.com/office/drawing/2014/main" id="{393D957C-F459-F587-F896-EFACCBF10D9A}"/>
              </a:ext>
            </a:extLst>
          </p:cNvPr>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NUMBER SEQUENCE</a:t>
            </a:r>
            <a:endParaRPr/>
          </a:p>
          <a:p>
            <a:pPr marL="228600" lvl="0" indent="-228600" algn="l" rtl="0">
              <a:lnSpc>
                <a:spcPct val="90000"/>
              </a:lnSpc>
              <a:spcBef>
                <a:spcPts val="1000"/>
              </a:spcBef>
              <a:spcAft>
                <a:spcPts val="0"/>
              </a:spcAft>
              <a:buClr>
                <a:schemeClr val="dk1"/>
              </a:buClr>
              <a:buSzPts val="2400"/>
              <a:buNone/>
            </a:pPr>
            <a:r>
              <a:rPr lang="en-US" b="1"/>
              <a:t>In Number sequence questions, you are given a long series of numbers. It is required to find out how many times a number satisfying conditions, specified in the questions, occurs.</a:t>
            </a:r>
            <a:endParaRPr b="1">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 Which is the third number to the left of the number which is exactly in the middle of the following sequence of numbers?</a:t>
            </a:r>
            <a:br>
              <a:rPr lang="en-US" b="1"/>
            </a:br>
            <a:r>
              <a:rPr lang="en-US" b="1"/>
              <a:t>1  2  3  4  5  6  7  8  9  2  4  6  8  9  7  5  3  1  9  8  7  6  5  4  3  2  1</a:t>
            </a:r>
            <a:endParaRPr/>
          </a:p>
          <a:p>
            <a:pPr marL="228600" lvl="0" indent="-228600" algn="l" rtl="0">
              <a:lnSpc>
                <a:spcPct val="90000"/>
              </a:lnSpc>
              <a:spcBef>
                <a:spcPts val="1000"/>
              </a:spcBef>
              <a:spcAft>
                <a:spcPts val="0"/>
              </a:spcAft>
              <a:buClr>
                <a:schemeClr val="dk1"/>
              </a:buClr>
              <a:buSzPts val="2400"/>
              <a:buNone/>
            </a:pPr>
            <a:r>
              <a:rPr lang="en-US" b="1"/>
              <a:t>A. 3       	B. 4       	C. 5       	D. 6       	E. 7</a:t>
            </a:r>
            <a:endParaRPr/>
          </a:p>
          <a:p>
            <a:pPr marL="228600" lvl="0" indent="-228600" algn="l" rtl="0">
              <a:lnSpc>
                <a:spcPct val="90000"/>
              </a:lnSpc>
              <a:spcBef>
                <a:spcPts val="1000"/>
              </a:spcBef>
              <a:spcAft>
                <a:spcPts val="0"/>
              </a:spcAft>
              <a:buClr>
                <a:schemeClr val="dk1"/>
              </a:buClr>
              <a:buSzPts val="2400"/>
              <a:buNone/>
            </a:pPr>
            <a:r>
              <a:rPr lang="en-US" b="1"/>
              <a:t> </a:t>
            </a:r>
            <a:endParaRPr/>
          </a:p>
        </p:txBody>
      </p:sp>
    </p:spTree>
    <p:extLst>
      <p:ext uri="{BB962C8B-B14F-4D97-AF65-F5344CB8AC3E}">
        <p14:creationId xmlns:p14="http://schemas.microsoft.com/office/powerpoint/2010/main" val="3327008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 Which is the third number to the left of the number which is exactly in the middle of the following sequence of numbers?</a:t>
            </a:r>
            <a:br>
              <a:rPr lang="en-US" b="1" dirty="0"/>
            </a:br>
            <a:r>
              <a:rPr lang="en-US" b="1" dirty="0"/>
              <a:t>1  2  3  4  5  6  7  8  9  2  4  6  8  9  7  5  3  1  9  8  7  6  5  4  3  2  1</a:t>
            </a:r>
            <a:endParaRPr dirty="0"/>
          </a:p>
          <a:p>
            <a:pPr marL="228600" lvl="0" indent="-228600" algn="l" rtl="0">
              <a:lnSpc>
                <a:spcPct val="90000"/>
              </a:lnSpc>
              <a:spcBef>
                <a:spcPts val="1000"/>
              </a:spcBef>
              <a:spcAft>
                <a:spcPts val="0"/>
              </a:spcAft>
              <a:buClr>
                <a:schemeClr val="dk1"/>
              </a:buClr>
              <a:buSzPts val="2400"/>
              <a:buNone/>
            </a:pPr>
            <a:r>
              <a:rPr lang="en-US" b="1" dirty="0"/>
              <a:t>A. 3       	</a:t>
            </a:r>
            <a:r>
              <a:rPr lang="en-US" b="1" dirty="0">
                <a:solidFill>
                  <a:srgbClr val="FF0000"/>
                </a:solidFill>
              </a:rPr>
              <a:t>B. 4       </a:t>
            </a:r>
            <a:r>
              <a:rPr lang="en-US" b="1" dirty="0"/>
              <a:t>	C. 5       	D. 6       	E. 7</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128503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4" name="Google Shape;114;p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In Number sequence questions, you are given a long series of numbers. It is required to find out how many times a number satisfying conditions, specified in the questions, occurs.</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a:t>
            </a:r>
            <a:r>
              <a:rPr lang="en-US" b="1" dirty="0"/>
              <a:t>. Count each 7 which is not immediately preceded by 5 but is immediately followed by either 2 or 3. How many such 7's are there?</a:t>
            </a:r>
            <a:br>
              <a:rPr lang="en-US" b="1" dirty="0"/>
            </a:br>
            <a:r>
              <a:rPr lang="en-US" b="1" dirty="0"/>
              <a:t>5  7  2  6  5  7  3  8  3  7  3  2  5  7  2  7  3  4  8  2  6  7  8</a:t>
            </a:r>
            <a:endParaRPr dirty="0"/>
          </a:p>
          <a:p>
            <a:pPr marL="228600" lvl="0" indent="-228600" algn="l" rtl="0">
              <a:lnSpc>
                <a:spcPct val="90000"/>
              </a:lnSpc>
              <a:spcBef>
                <a:spcPts val="1000"/>
              </a:spcBef>
              <a:spcAft>
                <a:spcPts val="0"/>
              </a:spcAft>
              <a:buClr>
                <a:schemeClr val="dk1"/>
              </a:buClr>
              <a:buSzPts val="2400"/>
              <a:buNone/>
            </a:pPr>
            <a:r>
              <a:rPr lang="en-US" b="1" dirty="0"/>
              <a:t>A. 2       	B. 3      	 C. 4       	D. 5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4" name="Google Shape;114;p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In Number sequence questions, you are given a long series of numbers. It is required to find out how many times a number satisfying conditions, specified in the questions, occurs.</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a:t>
            </a:r>
            <a:r>
              <a:rPr lang="en-US" b="1" dirty="0"/>
              <a:t>. Count each 7 which is not immediately preceded by 5 but is immediately followed by either 2 or 3. How many such 7's are there?</a:t>
            </a:r>
            <a:br>
              <a:rPr lang="en-US" b="1" dirty="0"/>
            </a:br>
            <a:r>
              <a:rPr lang="en-US" b="1" dirty="0"/>
              <a:t>5  7  2  6  5  7  3  8  3  7  3  2  5  7  2  7  3  4  8  2  6  7  8</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A. 2       </a:t>
            </a:r>
            <a:r>
              <a:rPr lang="en-US" b="1" dirty="0"/>
              <a:t>	B. 3      	 C. 4       	D. 5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53451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20" name="Google Shape;120;p4"/>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a:t>
            </a:r>
            <a:r>
              <a:rPr lang="en-US" b="1" dirty="0"/>
              <a:t>. How many 6's are there in the following series of numbers which are preceded by 7 but not immediately followed by 9?</a:t>
            </a:r>
            <a:br>
              <a:rPr lang="en-US" b="1" dirty="0"/>
            </a:br>
            <a:r>
              <a:rPr lang="en-US" b="1" dirty="0"/>
              <a:t>6  7  9  5  6  9  7  6  8  7  6  7  8  6  9  4  6  7  7  6  9  5  7  6  3</a:t>
            </a:r>
            <a:endParaRPr dirty="0"/>
          </a:p>
          <a:p>
            <a:pPr marL="228600" lvl="0" indent="-228600" algn="l" rtl="0">
              <a:lnSpc>
                <a:spcPct val="90000"/>
              </a:lnSpc>
              <a:spcBef>
                <a:spcPts val="1000"/>
              </a:spcBef>
              <a:spcAft>
                <a:spcPts val="0"/>
              </a:spcAft>
              <a:buClr>
                <a:schemeClr val="dk1"/>
              </a:buClr>
              <a:buSzPts val="2400"/>
              <a:buNone/>
            </a:pPr>
            <a:r>
              <a:rPr lang="en-US" b="1" dirty="0"/>
              <a:t>A. One       	B. Two       	C. Three       	D. Four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20" name="Google Shape;120;p4"/>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a:t>
            </a:r>
            <a:r>
              <a:rPr lang="en-US" b="1" dirty="0"/>
              <a:t>. How many 6's are there in the following series of numbers which are preceded by 7 but not immediately followed by 9?</a:t>
            </a:r>
            <a:br>
              <a:rPr lang="en-US" b="1" dirty="0"/>
            </a:br>
            <a:r>
              <a:rPr lang="en-US" b="1" dirty="0"/>
              <a:t>6  7  9  5  6  9  7  6  8  7  6  7  8  6  9  4  6  7  7  6  9  5  7  6  3</a:t>
            </a:r>
            <a:endParaRPr dirty="0"/>
          </a:p>
          <a:p>
            <a:pPr marL="228600" lvl="0" indent="-228600" algn="l" rtl="0">
              <a:lnSpc>
                <a:spcPct val="90000"/>
              </a:lnSpc>
              <a:spcBef>
                <a:spcPts val="1000"/>
              </a:spcBef>
              <a:spcAft>
                <a:spcPts val="0"/>
              </a:spcAft>
              <a:buClr>
                <a:schemeClr val="dk1"/>
              </a:buClr>
              <a:buSzPts val="2400"/>
              <a:buNone/>
            </a:pPr>
            <a:r>
              <a:rPr lang="en-US" b="1" dirty="0"/>
              <a:t>A. One       	B. Two       	</a:t>
            </a:r>
            <a:r>
              <a:rPr lang="en-US" b="1" dirty="0">
                <a:solidFill>
                  <a:srgbClr val="FF0000"/>
                </a:solidFill>
              </a:rPr>
              <a:t>C. Three   </a:t>
            </a:r>
            <a:r>
              <a:rPr lang="en-US" b="1" dirty="0"/>
              <a:t>    	D. Four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840000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p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.Count each 1 in the following sequence of numbers that is immediately followed by 2, if 2 is not immediately followed by 3. How many such 1's are there ?</a:t>
            </a:r>
            <a:br>
              <a:rPr lang="en-US" b="1" dirty="0"/>
            </a:br>
            <a:r>
              <a:rPr lang="en-US" b="1" dirty="0"/>
              <a:t>1  2  1  3  4  5  1  2  3  5  2  1  2  6  1  4  5  1  1  2  4  1  2  3  2  1  7  5  2  1  2  5</a:t>
            </a:r>
            <a:endParaRPr dirty="0"/>
          </a:p>
          <a:p>
            <a:pPr marL="228600" lvl="0" indent="-228600" algn="l" rtl="0">
              <a:lnSpc>
                <a:spcPct val="90000"/>
              </a:lnSpc>
              <a:spcBef>
                <a:spcPts val="1000"/>
              </a:spcBef>
              <a:spcAft>
                <a:spcPts val="0"/>
              </a:spcAft>
              <a:buClr>
                <a:schemeClr val="dk1"/>
              </a:buClr>
              <a:buSzPts val="2400"/>
              <a:buNone/>
            </a:pPr>
            <a:r>
              <a:rPr lang="en-US" b="1" dirty="0"/>
              <a:t>A. 2       	B. 4       	C. 5       	D. 7       	E. 9</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2" name="Google Shape;132;p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.Count each 1 in the following sequence of numbers that is immediately followed by 2, if 2 is not immediately followed by 3. How many such 1's are there ?</a:t>
            </a:r>
            <a:br>
              <a:rPr lang="en-US" b="1" dirty="0"/>
            </a:br>
            <a:r>
              <a:rPr lang="en-US" b="1" dirty="0"/>
              <a:t>1  2  1  3  4  5  1  2  3  5  2  1  2  6  1  4  5  1  1  2  4  1  2  3  2  1  7  5  2  1  2  5</a:t>
            </a:r>
            <a:endParaRPr dirty="0"/>
          </a:p>
          <a:p>
            <a:pPr marL="228600" lvl="0" indent="-228600" algn="l" rtl="0">
              <a:lnSpc>
                <a:spcPct val="90000"/>
              </a:lnSpc>
              <a:spcBef>
                <a:spcPts val="1000"/>
              </a:spcBef>
              <a:spcAft>
                <a:spcPts val="0"/>
              </a:spcAft>
              <a:buClr>
                <a:schemeClr val="dk1"/>
              </a:buClr>
              <a:buSzPts val="2400"/>
              <a:buNone/>
            </a:pPr>
            <a:r>
              <a:rPr lang="en-US" b="1" dirty="0"/>
              <a:t>A. 2       	</a:t>
            </a:r>
            <a:r>
              <a:rPr lang="en-US" b="1" dirty="0">
                <a:solidFill>
                  <a:srgbClr val="FF0000"/>
                </a:solidFill>
              </a:rPr>
              <a:t>B. 4     </a:t>
            </a:r>
            <a:r>
              <a:rPr lang="en-US" b="1" dirty="0"/>
              <a:t>  	C. 5       	D. 7       	E. 9</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949563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8" name="Google Shape;138;p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rgbClr val="0C0C0C"/>
              </a:buClr>
              <a:buSzPct val="1000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ct val="1000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ct val="100000"/>
              <a:buNone/>
            </a:pPr>
            <a:r>
              <a:rPr lang="en-US" b="1" dirty="0">
                <a:latin typeface="Arial Black"/>
                <a:ea typeface="Arial Black"/>
                <a:cs typeface="Arial Black"/>
                <a:sym typeface="Arial Black"/>
              </a:rPr>
              <a:t>Q 5</a:t>
            </a:r>
            <a:r>
              <a:rPr lang="en-US" b="1" dirty="0"/>
              <a:t>.How many 7's are there in the following series which are preceded by 6 which is not preceded by 8?</a:t>
            </a:r>
            <a:br>
              <a:rPr lang="en-US" b="1" dirty="0"/>
            </a:br>
            <a:r>
              <a:rPr lang="en-US" b="1" dirty="0"/>
              <a:t>8  7  6  7  8  6  7  5  6  7  9  7  6  1  6  7  7  6  8  8  6  9  7  6  8  7</a:t>
            </a:r>
            <a:endParaRPr dirty="0"/>
          </a:p>
          <a:p>
            <a:pPr marL="228600" lvl="0" indent="-228600" algn="l" rtl="0">
              <a:lnSpc>
                <a:spcPct val="90000"/>
              </a:lnSpc>
              <a:spcBef>
                <a:spcPts val="1000"/>
              </a:spcBef>
              <a:spcAft>
                <a:spcPts val="0"/>
              </a:spcAft>
              <a:buClr>
                <a:schemeClr val="dk1"/>
              </a:buClr>
              <a:buSzPct val="100000"/>
              <a:buNone/>
            </a:pPr>
            <a:r>
              <a:rPr lang="en-US" b="1" dirty="0"/>
              <a:t>A. Nil       B. One       C. Two       D. Three       E. None of these</a:t>
            </a:r>
            <a:endParaRPr dirty="0"/>
          </a:p>
          <a:p>
            <a:pPr marL="228600" lvl="0" indent="-228600" algn="l" rtl="0">
              <a:lnSpc>
                <a:spcPct val="90000"/>
              </a:lnSpc>
              <a:spcBef>
                <a:spcPts val="1000"/>
              </a:spcBef>
              <a:spcAft>
                <a:spcPts val="0"/>
              </a:spcAft>
              <a:buClr>
                <a:schemeClr val="dk1"/>
              </a:buClr>
              <a:buSzPct val="100000"/>
              <a:buNone/>
            </a:pPr>
            <a:r>
              <a:rPr lang="en-US" b="1" dirty="0"/>
              <a:t> </a:t>
            </a:r>
            <a:endParaRPr dirty="0"/>
          </a:p>
          <a:p>
            <a:pPr marL="228600" lvl="0" indent="-228600" algn="l" rtl="0">
              <a:lnSpc>
                <a:spcPct val="90000"/>
              </a:lnSpc>
              <a:spcBef>
                <a:spcPts val="1000"/>
              </a:spcBef>
              <a:spcAft>
                <a:spcPts val="0"/>
              </a:spcAft>
              <a:buClr>
                <a:schemeClr val="dk1"/>
              </a:buClr>
              <a:buSzPct val="100000"/>
              <a:buNone/>
            </a:pPr>
            <a:r>
              <a:rPr lang="en-US" b="1" dirty="0">
                <a:latin typeface="Arial Black"/>
                <a:ea typeface="Arial Black"/>
                <a:cs typeface="Arial Black"/>
                <a:sym typeface="Arial Black"/>
              </a:rPr>
              <a:t> </a:t>
            </a:r>
            <a:r>
              <a:rPr lang="en-US" b="1" dirty="0"/>
              <a:t> </a:t>
            </a:r>
            <a:endParaRPr b="1" dirty="0"/>
          </a:p>
          <a:p>
            <a:pPr marL="228600" lvl="0" indent="-228600" algn="l" rtl="0">
              <a:lnSpc>
                <a:spcPct val="90000"/>
              </a:lnSpc>
              <a:spcBef>
                <a:spcPts val="1000"/>
              </a:spcBef>
              <a:spcAft>
                <a:spcPts val="0"/>
              </a:spcAft>
              <a:buClr>
                <a:schemeClr val="dk1"/>
              </a:buClr>
              <a:buSzPct val="100000"/>
              <a:buNone/>
            </a:pPr>
            <a:r>
              <a:rPr lang="en-US" b="1" dirty="0"/>
              <a:t> </a:t>
            </a:r>
            <a:endParaRPr dirty="0"/>
          </a:p>
          <a:p>
            <a:pPr marL="228600" lvl="0" indent="-228600" algn="l" rtl="0">
              <a:lnSpc>
                <a:spcPct val="90000"/>
              </a:lnSpc>
              <a:spcBef>
                <a:spcPts val="1000"/>
              </a:spcBef>
              <a:spcAft>
                <a:spcPts val="0"/>
              </a:spcAft>
              <a:buClr>
                <a:schemeClr val="dk1"/>
              </a:buClr>
              <a:buSzPct val="100000"/>
              <a:buNone/>
            </a:pPr>
            <a:r>
              <a:rPr lang="en-US" b="1" dirty="0"/>
              <a:t> </a:t>
            </a:r>
            <a:endParaRPr dirty="0"/>
          </a:p>
          <a:p>
            <a:pPr marL="228600" lvl="0" indent="-228600" algn="l" rtl="0">
              <a:lnSpc>
                <a:spcPct val="90000"/>
              </a:lnSpc>
              <a:spcBef>
                <a:spcPts val="1000"/>
              </a:spcBef>
              <a:spcAft>
                <a:spcPts val="0"/>
              </a:spcAft>
              <a:buClr>
                <a:schemeClr val="dk1"/>
              </a:buClr>
              <a:buSzPct val="100000"/>
              <a:buNone/>
            </a:pPr>
            <a:r>
              <a:rPr lang="en-US" b="1" dirty="0"/>
              <a:t> </a:t>
            </a:r>
            <a:endParaRPr dirty="0"/>
          </a:p>
          <a:p>
            <a:pPr marL="228600" lvl="0" indent="-228600" algn="l" rtl="0">
              <a:lnSpc>
                <a:spcPct val="90000"/>
              </a:lnSpc>
              <a:spcBef>
                <a:spcPts val="1000"/>
              </a:spcBef>
              <a:spcAft>
                <a:spcPts val="0"/>
              </a:spcAft>
              <a:buClr>
                <a:schemeClr val="dk1"/>
              </a:buClr>
              <a:buSzPct val="100000"/>
              <a:buNone/>
            </a:pPr>
            <a:r>
              <a:rPr lang="en-US" b="1" dirty="0"/>
              <a:t> </a:t>
            </a:r>
            <a:endParaRPr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8" name="Google Shape;138;p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rgbClr val="0C0C0C"/>
              </a:buClr>
              <a:buSzPct val="1000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ct val="1000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ct val="100000"/>
              <a:buNone/>
            </a:pPr>
            <a:r>
              <a:rPr lang="en-US" b="1" dirty="0">
                <a:latin typeface="Arial Black"/>
                <a:ea typeface="Arial Black"/>
                <a:cs typeface="Arial Black"/>
                <a:sym typeface="Arial Black"/>
              </a:rPr>
              <a:t>Q 5</a:t>
            </a:r>
            <a:r>
              <a:rPr lang="en-US" b="1" dirty="0"/>
              <a:t>.How many 7's are there in the following series which are preceded by 6 which is not preceded by 8?</a:t>
            </a:r>
            <a:br>
              <a:rPr lang="en-US" b="1" dirty="0"/>
            </a:br>
            <a:r>
              <a:rPr lang="en-US" b="1" dirty="0"/>
              <a:t>8  7  6  7  8  6  7  5  6  7  9  7  6  1  6  7  7  6  8  8  6  9  7  6  8  7</a:t>
            </a:r>
            <a:endParaRPr dirty="0"/>
          </a:p>
          <a:p>
            <a:pPr marL="228600" lvl="0" indent="-228600" algn="l" rtl="0">
              <a:lnSpc>
                <a:spcPct val="90000"/>
              </a:lnSpc>
              <a:spcBef>
                <a:spcPts val="1000"/>
              </a:spcBef>
              <a:spcAft>
                <a:spcPts val="0"/>
              </a:spcAft>
              <a:buClr>
                <a:schemeClr val="dk1"/>
              </a:buClr>
              <a:buSzPct val="100000"/>
              <a:buNone/>
            </a:pPr>
            <a:r>
              <a:rPr lang="en-US" b="1" dirty="0"/>
              <a:t>A. Nil       B. One       C. Two       </a:t>
            </a:r>
            <a:r>
              <a:rPr lang="en-US" b="1" dirty="0">
                <a:solidFill>
                  <a:srgbClr val="FF0000"/>
                </a:solidFill>
              </a:rPr>
              <a:t>D. Three  </a:t>
            </a:r>
            <a:r>
              <a:rPr lang="en-US" b="1" dirty="0"/>
              <a:t>    </a:t>
            </a:r>
            <a:r>
              <a:rPr lang="en-US" b="1" dirty="0">
                <a:solidFill>
                  <a:schemeClr val="tx1"/>
                </a:solidFill>
              </a:rPr>
              <a:t> E. None of these</a:t>
            </a:r>
            <a:endParaRPr dirty="0">
              <a:solidFill>
                <a:schemeClr val="tx1"/>
              </a:solidFill>
            </a:endParaRPr>
          </a:p>
          <a:p>
            <a:pPr marL="228600" lvl="0" indent="-228600" algn="l" rtl="0">
              <a:lnSpc>
                <a:spcPct val="90000"/>
              </a:lnSpc>
              <a:spcBef>
                <a:spcPts val="1000"/>
              </a:spcBef>
              <a:spcAft>
                <a:spcPts val="0"/>
              </a:spcAft>
              <a:buClr>
                <a:schemeClr val="dk1"/>
              </a:buClr>
              <a:buSzPct val="100000"/>
              <a:buNone/>
            </a:pPr>
            <a:r>
              <a:rPr lang="en-US" b="1" dirty="0"/>
              <a:t> </a:t>
            </a:r>
            <a:endParaRPr dirty="0"/>
          </a:p>
          <a:p>
            <a:pPr marL="228600" lvl="0" indent="-228600" algn="l" rtl="0">
              <a:lnSpc>
                <a:spcPct val="90000"/>
              </a:lnSpc>
              <a:spcBef>
                <a:spcPts val="1000"/>
              </a:spcBef>
              <a:spcAft>
                <a:spcPts val="0"/>
              </a:spcAft>
              <a:buClr>
                <a:schemeClr val="dk1"/>
              </a:buClr>
              <a:buSzPct val="100000"/>
              <a:buNone/>
            </a:pPr>
            <a:r>
              <a:rPr lang="en-US" b="1" dirty="0">
                <a:latin typeface="Arial Black"/>
                <a:ea typeface="Arial Black"/>
                <a:cs typeface="Arial Black"/>
                <a:sym typeface="Arial Black"/>
              </a:rPr>
              <a:t> </a:t>
            </a:r>
            <a:r>
              <a:rPr lang="en-US" b="1" dirty="0"/>
              <a:t> </a:t>
            </a:r>
            <a:endParaRPr b="1" dirty="0"/>
          </a:p>
          <a:p>
            <a:pPr marL="228600" lvl="0" indent="-228600" algn="l" rtl="0">
              <a:lnSpc>
                <a:spcPct val="90000"/>
              </a:lnSpc>
              <a:spcBef>
                <a:spcPts val="1000"/>
              </a:spcBef>
              <a:spcAft>
                <a:spcPts val="0"/>
              </a:spcAft>
              <a:buClr>
                <a:schemeClr val="dk1"/>
              </a:buClr>
              <a:buSzPct val="100000"/>
              <a:buNone/>
            </a:pPr>
            <a:r>
              <a:rPr lang="en-US" b="1" dirty="0"/>
              <a:t> </a:t>
            </a:r>
            <a:endParaRPr dirty="0"/>
          </a:p>
          <a:p>
            <a:pPr marL="228600" lvl="0" indent="-228600" algn="l" rtl="0">
              <a:lnSpc>
                <a:spcPct val="90000"/>
              </a:lnSpc>
              <a:spcBef>
                <a:spcPts val="1000"/>
              </a:spcBef>
              <a:spcAft>
                <a:spcPts val="0"/>
              </a:spcAft>
              <a:buClr>
                <a:schemeClr val="dk1"/>
              </a:buClr>
              <a:buSzPct val="100000"/>
              <a:buNone/>
            </a:pPr>
            <a:r>
              <a:rPr lang="en-US" b="1" dirty="0"/>
              <a:t> </a:t>
            </a:r>
            <a:endParaRPr dirty="0"/>
          </a:p>
          <a:p>
            <a:pPr marL="228600" lvl="0" indent="-228600" algn="l" rtl="0">
              <a:lnSpc>
                <a:spcPct val="90000"/>
              </a:lnSpc>
              <a:spcBef>
                <a:spcPts val="1000"/>
              </a:spcBef>
              <a:spcAft>
                <a:spcPts val="0"/>
              </a:spcAft>
              <a:buClr>
                <a:schemeClr val="dk1"/>
              </a:buClr>
              <a:buSzPct val="100000"/>
              <a:buNone/>
            </a:pPr>
            <a:r>
              <a:rPr lang="en-US" b="1" dirty="0"/>
              <a:t> </a:t>
            </a:r>
            <a:endParaRPr dirty="0"/>
          </a:p>
          <a:p>
            <a:pPr marL="228600" lvl="0" indent="-228600" algn="l" rtl="0">
              <a:lnSpc>
                <a:spcPct val="90000"/>
              </a:lnSpc>
              <a:spcBef>
                <a:spcPts val="1000"/>
              </a:spcBef>
              <a:spcAft>
                <a:spcPts val="0"/>
              </a:spcAft>
              <a:buClr>
                <a:schemeClr val="dk1"/>
              </a:buClr>
              <a:buSzPct val="100000"/>
              <a:buNone/>
            </a:pPr>
            <a:r>
              <a:rPr lang="en-US" b="1" dirty="0"/>
              <a:t> </a:t>
            </a:r>
            <a:endParaRPr b="1" dirty="0"/>
          </a:p>
        </p:txBody>
      </p:sp>
    </p:spTree>
    <p:extLst>
      <p:ext uri="{BB962C8B-B14F-4D97-AF65-F5344CB8AC3E}">
        <p14:creationId xmlns:p14="http://schemas.microsoft.com/office/powerpoint/2010/main" val="2151183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4" name="Google Shape;144;p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a:t>
            </a:r>
            <a:r>
              <a:rPr lang="en-US" b="1" dirty="0"/>
              <a:t>.In the following list of numerals, how many 2's are followed by 1's but not preceded by 4?</a:t>
            </a:r>
            <a:br>
              <a:rPr lang="en-US" b="1" dirty="0"/>
            </a:br>
            <a:r>
              <a:rPr lang="en-US" b="1" dirty="0"/>
              <a:t>4  2  1  2  1  4  2  1  1  2  4  4  4  1  2  2  1  2  1  4  4  2  1  4  2  1  2  1  2  4  1  4  2  1  2  4  1  4  6</a:t>
            </a:r>
            <a:endParaRPr dirty="0"/>
          </a:p>
          <a:p>
            <a:pPr marL="228600" lvl="0" indent="-228600" algn="l" rtl="0">
              <a:lnSpc>
                <a:spcPct val="90000"/>
              </a:lnSpc>
              <a:spcBef>
                <a:spcPts val="1000"/>
              </a:spcBef>
              <a:spcAft>
                <a:spcPts val="0"/>
              </a:spcAft>
              <a:buClr>
                <a:schemeClr val="dk1"/>
              </a:buClr>
              <a:buSzPts val="2400"/>
              <a:buNone/>
            </a:pPr>
            <a:r>
              <a:rPr lang="en-US" b="1" dirty="0"/>
              <a:t>A. Two       B. Three       C. Four       D. Five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4" name="Google Shape;144;p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a:t>
            </a:r>
            <a:r>
              <a:rPr lang="en-US" b="1" dirty="0"/>
              <a:t>.In the following list of numerals, how many 2's are followed by 1's but not preceded by 4?</a:t>
            </a:r>
            <a:br>
              <a:rPr lang="en-US" b="1" dirty="0"/>
            </a:br>
            <a:r>
              <a:rPr lang="en-US" b="1" dirty="0"/>
              <a:t>4  2  1  2  1  4  2  1  1  2  4  4  4  1  2  2  1  2  1  4  4  2  1  4  2  1  2  1  2  4  1  4  2  1  2  4  1  4  6</a:t>
            </a:r>
            <a:endParaRPr dirty="0"/>
          </a:p>
          <a:p>
            <a:pPr marL="228600" lvl="0" indent="-228600" algn="l" rtl="0">
              <a:lnSpc>
                <a:spcPct val="90000"/>
              </a:lnSpc>
              <a:spcBef>
                <a:spcPts val="1000"/>
              </a:spcBef>
              <a:spcAft>
                <a:spcPts val="0"/>
              </a:spcAft>
              <a:buClr>
                <a:schemeClr val="dk1"/>
              </a:buClr>
              <a:buSzPts val="2400"/>
              <a:buNone/>
            </a:pPr>
            <a:r>
              <a:rPr lang="en-US" b="1" dirty="0"/>
              <a:t>A. Two       B. Three       </a:t>
            </a:r>
            <a:r>
              <a:rPr lang="en-US" b="1" dirty="0">
                <a:solidFill>
                  <a:srgbClr val="FF0000"/>
                </a:solidFill>
              </a:rPr>
              <a:t>C. Four       </a:t>
            </a:r>
            <a:r>
              <a:rPr lang="en-US" b="1" dirty="0"/>
              <a:t>D. Five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2518999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0"/>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6" name="Google Shape;156;p10"/>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a:t>
            </a:r>
            <a:r>
              <a:rPr lang="en-US" b="1" dirty="0"/>
              <a:t>.In the series : 7  8  9  7  6  5  3  4  2  8  9  7  2  4  5  9  2  9  7  6  4  7</a:t>
            </a:r>
            <a:br>
              <a:rPr lang="en-US" b="1" dirty="0"/>
            </a:br>
            <a:r>
              <a:rPr lang="en-US" b="1" dirty="0"/>
              <a:t>Which figures have equal frequency?</a:t>
            </a:r>
            <a:endParaRPr dirty="0"/>
          </a:p>
          <a:p>
            <a:pPr marL="228600" lvl="0" indent="-228600" algn="l" rtl="0">
              <a:lnSpc>
                <a:spcPct val="90000"/>
              </a:lnSpc>
              <a:spcBef>
                <a:spcPts val="1000"/>
              </a:spcBef>
              <a:spcAft>
                <a:spcPts val="0"/>
              </a:spcAft>
              <a:buClr>
                <a:schemeClr val="dk1"/>
              </a:buClr>
              <a:buSzPts val="2400"/>
              <a:buNone/>
            </a:pPr>
            <a:r>
              <a:rPr lang="en-US" b="1" dirty="0"/>
              <a:t>A. 253       B. 245       C. 375       D. 865       E.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0"/>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6" name="Google Shape;156;p10"/>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a:t>
            </a:r>
            <a:r>
              <a:rPr lang="en-US" b="1" dirty="0"/>
              <a:t>.In the series : 7  8  9  7  6  5  3  4  2  8  9  7  2  4  5  9  2  9  7  6  4  7</a:t>
            </a:r>
            <a:br>
              <a:rPr lang="en-US" b="1" dirty="0"/>
            </a:br>
            <a:r>
              <a:rPr lang="en-US" b="1" dirty="0"/>
              <a:t>Which figures have equal frequency?</a:t>
            </a:r>
            <a:endParaRPr dirty="0"/>
          </a:p>
          <a:p>
            <a:pPr marL="228600" lvl="0" indent="-228600" algn="l" rtl="0">
              <a:lnSpc>
                <a:spcPct val="90000"/>
              </a:lnSpc>
              <a:spcBef>
                <a:spcPts val="1000"/>
              </a:spcBef>
              <a:spcAft>
                <a:spcPts val="0"/>
              </a:spcAft>
              <a:buClr>
                <a:schemeClr val="dk1"/>
              </a:buClr>
              <a:buSzPts val="2400"/>
              <a:buNone/>
            </a:pPr>
            <a:r>
              <a:rPr lang="en-US" b="1" dirty="0"/>
              <a:t>A. 253       B. 245       C. 375       </a:t>
            </a:r>
            <a:r>
              <a:rPr lang="en-US" b="1" dirty="0">
                <a:solidFill>
                  <a:srgbClr val="FF0000"/>
                </a:solidFill>
              </a:rPr>
              <a:t>D. 865   </a:t>
            </a:r>
            <a:r>
              <a:rPr lang="en-US" b="1" dirty="0"/>
              <a:t>    E.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extLst>
      <p:ext uri="{BB962C8B-B14F-4D97-AF65-F5344CB8AC3E}">
        <p14:creationId xmlns:p14="http://schemas.microsoft.com/office/powerpoint/2010/main" val="1466520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68" name="Google Shape;168;p12"/>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a:t>
            </a:r>
            <a:r>
              <a:rPr lang="en-US" b="1" dirty="0"/>
              <a:t>.In the following series of numbers, find out how many times, 1, 3 and 7 have appeared together, 7 being in the middle and 1 and 3 on either side of 7?</a:t>
            </a:r>
            <a:br>
              <a:rPr lang="en-US" b="1" dirty="0"/>
            </a:br>
            <a:r>
              <a:rPr lang="en-US" b="1" dirty="0"/>
              <a:t>2  9  7  3  1  7  3  7  7  1  3  3  1  7  3  8  5  7  1  3  7  7  1  7  3  9  0  6</a:t>
            </a:r>
            <a:endParaRPr dirty="0"/>
          </a:p>
          <a:p>
            <a:pPr marL="228600" lvl="0" indent="-228600" algn="l" rtl="0">
              <a:lnSpc>
                <a:spcPct val="90000"/>
              </a:lnSpc>
              <a:spcBef>
                <a:spcPts val="1000"/>
              </a:spcBef>
              <a:spcAft>
                <a:spcPts val="0"/>
              </a:spcAft>
              <a:buClr>
                <a:schemeClr val="dk1"/>
              </a:buClr>
              <a:buSzPts val="2400"/>
              <a:buNone/>
            </a:pPr>
            <a:r>
              <a:rPr lang="en-US" b="1" dirty="0"/>
              <a:t>A. 3       B. 4       C. 5       D. More than 5       E.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68" name="Google Shape;168;p12"/>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a:t>
            </a:r>
            <a:r>
              <a:rPr lang="en-US" b="1" dirty="0"/>
              <a:t>.In the following series of numbers, find out how many times, 1, 3 and 7 have appeared together, 7 being in the middle and 1 and 3 on either side of 7?</a:t>
            </a:r>
            <a:br>
              <a:rPr lang="en-US" b="1" dirty="0"/>
            </a:br>
            <a:r>
              <a:rPr lang="en-US" b="1" dirty="0"/>
              <a:t>2  9  7  3  1  7  3  7  7  1  3  3  1  7  3  8  5  7  1  3  7  7  1  7  3  9  0  6</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A. 3       </a:t>
            </a:r>
            <a:r>
              <a:rPr lang="en-US" b="1" dirty="0"/>
              <a:t>B. 4       C. 5       D. More than 5       E.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695098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4" name="Google Shape;174;p1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 </a:t>
            </a:r>
            <a:r>
              <a:rPr lang="en-US" b="1" dirty="0"/>
              <a:t>In the series,</a:t>
            </a:r>
            <a:br>
              <a:rPr lang="en-US" b="1" dirty="0"/>
            </a:br>
            <a:r>
              <a:rPr lang="en-US" b="1" dirty="0"/>
              <a:t>6  4  1  2  2  8  7  4  2  1  5  3  8  6  2  1  7  1  4  1  3  2  8  6</a:t>
            </a:r>
            <a:br>
              <a:rPr lang="en-US" b="1" dirty="0"/>
            </a:br>
            <a:r>
              <a:rPr lang="en-US" b="1" dirty="0"/>
              <a:t>9.How many pairs of alternate numbers have a difference of 2?</a:t>
            </a:r>
            <a:endParaRPr dirty="0"/>
          </a:p>
          <a:p>
            <a:pPr marL="228600" lvl="0" indent="-228600" algn="l" rtl="0">
              <a:lnSpc>
                <a:spcPct val="90000"/>
              </a:lnSpc>
              <a:spcBef>
                <a:spcPts val="1000"/>
              </a:spcBef>
              <a:spcAft>
                <a:spcPts val="0"/>
              </a:spcAft>
              <a:buClr>
                <a:schemeClr val="dk1"/>
              </a:buClr>
              <a:buSzPts val="2400"/>
              <a:buNone/>
            </a:pPr>
            <a:r>
              <a:rPr lang="en-US" b="1" dirty="0"/>
              <a:t>A. One       B. Two       C. Three       D. Four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a:p>
            <a:pPr marL="228600" lvl="0" indent="-228600" algn="l" rtl="0">
              <a:lnSpc>
                <a:spcPct val="90000"/>
              </a:lnSpc>
              <a:spcBef>
                <a:spcPts val="1000"/>
              </a:spcBef>
              <a:spcAft>
                <a:spcPts val="0"/>
              </a:spcAft>
              <a:buClr>
                <a:schemeClr val="dk1"/>
              </a:buClr>
              <a:buSzPts val="2400"/>
              <a:buNone/>
            </a:pPr>
            <a:endParaRPr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4" name="Google Shape;174;p1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 </a:t>
            </a:r>
            <a:r>
              <a:rPr lang="en-US" b="1" dirty="0"/>
              <a:t>In the series,</a:t>
            </a:r>
            <a:br>
              <a:rPr lang="en-US" b="1" dirty="0"/>
            </a:br>
            <a:r>
              <a:rPr lang="en-US" b="1" dirty="0"/>
              <a:t>6  4  1  2  2  8  7  4  2  1  5  3  8  6  2  1  7  1  4  1  3  2  8  6</a:t>
            </a:r>
            <a:br>
              <a:rPr lang="en-US" b="1" dirty="0"/>
            </a:br>
            <a:r>
              <a:rPr lang="en-US" b="1" dirty="0"/>
              <a:t>13.How many pairs of alternate numbers have a difference of 2?</a:t>
            </a:r>
            <a:endParaRPr dirty="0"/>
          </a:p>
          <a:p>
            <a:pPr marL="228600" lvl="0" indent="-228600" algn="l" rtl="0">
              <a:lnSpc>
                <a:spcPct val="90000"/>
              </a:lnSpc>
              <a:spcBef>
                <a:spcPts val="1000"/>
              </a:spcBef>
              <a:spcAft>
                <a:spcPts val="0"/>
              </a:spcAft>
              <a:buClr>
                <a:schemeClr val="dk1"/>
              </a:buClr>
              <a:buSzPts val="2400"/>
              <a:buNone/>
            </a:pPr>
            <a:r>
              <a:rPr lang="en-US" b="1" dirty="0"/>
              <a:t>A. One       </a:t>
            </a:r>
            <a:r>
              <a:rPr lang="en-US" b="1" dirty="0">
                <a:solidFill>
                  <a:srgbClr val="FF0000"/>
                </a:solidFill>
              </a:rPr>
              <a:t>B. Two       </a:t>
            </a:r>
            <a:r>
              <a:rPr lang="en-US" b="1" dirty="0"/>
              <a:t>C. Three       D. Four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1156708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5"/>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6" name="Google Shape;186;p15"/>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Series : 5  1  4  7  3  9  8  5  7  2  6  3  1  5  8  6  3  8  5  2  2  4  3  4  9  6</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10. How many even numbers are there in the sequence which is immediately followed by an odd number?</a:t>
            </a:r>
            <a:endParaRPr dirty="0"/>
          </a:p>
          <a:p>
            <a:pPr marL="228600" lvl="0" indent="-228600" algn="l" rtl="0">
              <a:lnSpc>
                <a:spcPct val="90000"/>
              </a:lnSpc>
              <a:spcBef>
                <a:spcPts val="1000"/>
              </a:spcBef>
              <a:spcAft>
                <a:spcPts val="0"/>
              </a:spcAft>
              <a:buClr>
                <a:schemeClr val="dk1"/>
              </a:buClr>
              <a:buSzPts val="2400"/>
              <a:buNone/>
            </a:pPr>
            <a:r>
              <a:rPr lang="en-US" b="1" dirty="0"/>
              <a:t>A. 1       B. 2       C. 3       D. 4       E. More than 4</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5"/>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6" name="Google Shape;186;p15"/>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Series : 5  1  4  7  3  9  8  5  7  2  6  3  1  5  8  6  3  8  5  2  2  4  3  4  9  6</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10. How many even numbers are there in the sequence which is immediately followed by an odd number?</a:t>
            </a:r>
            <a:endParaRPr dirty="0"/>
          </a:p>
          <a:p>
            <a:pPr marL="228600" lvl="0" indent="-228600" algn="l" rtl="0">
              <a:lnSpc>
                <a:spcPct val="90000"/>
              </a:lnSpc>
              <a:spcBef>
                <a:spcPts val="1000"/>
              </a:spcBef>
              <a:spcAft>
                <a:spcPts val="0"/>
              </a:spcAft>
              <a:buClr>
                <a:schemeClr val="dk1"/>
              </a:buClr>
              <a:buSzPts val="2400"/>
              <a:buNone/>
            </a:pPr>
            <a:r>
              <a:rPr lang="en-US" b="1" dirty="0"/>
              <a:t>A. 1       B. 2       C. 3       D. 4       </a:t>
            </a:r>
            <a:r>
              <a:rPr lang="en-US" b="1" dirty="0">
                <a:solidFill>
                  <a:srgbClr val="FF0000"/>
                </a:solidFill>
              </a:rPr>
              <a:t>E. More than 4</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p:txBody>
      </p:sp>
    </p:spTree>
    <p:extLst>
      <p:ext uri="{BB962C8B-B14F-4D97-AF65-F5344CB8AC3E}">
        <p14:creationId xmlns:p14="http://schemas.microsoft.com/office/powerpoint/2010/main" val="1102855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92" name="Google Shape;192;p1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Series : 5  1  4  7  3  9  8  5  7  2  6  3  1  5  8  6  3  8  5  2  2  4  3  4  9  6</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11. How many even numbers are there in the sequence which are immediately preceded by an odd number but immediately followed by an even number?</a:t>
            </a:r>
            <a:endParaRPr dirty="0"/>
          </a:p>
          <a:p>
            <a:pPr marL="228600" lvl="0" indent="-228600" algn="l" rtl="0">
              <a:lnSpc>
                <a:spcPct val="90000"/>
              </a:lnSpc>
              <a:spcBef>
                <a:spcPts val="1000"/>
              </a:spcBef>
              <a:spcAft>
                <a:spcPts val="0"/>
              </a:spcAft>
              <a:buClr>
                <a:schemeClr val="dk1"/>
              </a:buClr>
              <a:buSzPts val="2400"/>
              <a:buNone/>
            </a:pPr>
            <a:r>
              <a:rPr lang="en-US" b="1" dirty="0"/>
              <a:t>A. 1       B. 2       C. 3       D. 4       E. More than 4</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a:p>
            <a:pPr marL="228600" lvl="0" indent="-228600" algn="l" rtl="0">
              <a:lnSpc>
                <a:spcPct val="90000"/>
              </a:lnSpc>
              <a:spcBef>
                <a:spcPts val="1000"/>
              </a:spcBef>
              <a:spcAft>
                <a:spcPts val="0"/>
              </a:spcAft>
              <a:buClr>
                <a:schemeClr val="dk1"/>
              </a:buClr>
              <a:buSzPts val="2400"/>
              <a:buNone/>
            </a:pPr>
            <a:endParaRPr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92" name="Google Shape;192;p1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Series : 5  1  4  7  3  9  8  5  7  2  6  3  1  5  8  6  3  8  5  2  2  4  3  4  9  6</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11. How many even numbers are there in the sequence which are immediately preceded by an odd number but immediately followed by an even number?</a:t>
            </a:r>
            <a:endParaRPr dirty="0"/>
          </a:p>
          <a:p>
            <a:pPr marL="228600" lvl="0" indent="-228600" algn="l" rtl="0">
              <a:lnSpc>
                <a:spcPct val="90000"/>
              </a:lnSpc>
              <a:spcBef>
                <a:spcPts val="1000"/>
              </a:spcBef>
              <a:spcAft>
                <a:spcPts val="0"/>
              </a:spcAft>
              <a:buClr>
                <a:schemeClr val="dk1"/>
              </a:buClr>
              <a:buSzPts val="2400"/>
              <a:buNone/>
            </a:pPr>
            <a:r>
              <a:rPr lang="en-US" b="1" dirty="0"/>
              <a:t>A. 1       B. 2       </a:t>
            </a:r>
            <a:r>
              <a:rPr lang="en-US" b="1" dirty="0">
                <a:solidFill>
                  <a:srgbClr val="FF0000"/>
                </a:solidFill>
              </a:rPr>
              <a:t>C. 3  </a:t>
            </a:r>
            <a:r>
              <a:rPr lang="en-US" b="1" dirty="0"/>
              <a:t>     D. 4       E. More than 4</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2258397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4" name="Google Shape;204;p1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12. In the following series, how many such odd numbers are there which are divisible by 3 or 5, then followed by odd numbers and then also followed by even numbers?</a:t>
            </a:r>
            <a:br>
              <a:rPr lang="en-US" b="1" dirty="0"/>
            </a:br>
            <a:r>
              <a:rPr lang="en-US" b="1" dirty="0"/>
              <a:t>12, 19, 21, 3, 25, 18, 35, 20, 22, 21, 45, 46, 47, 48, 9, 50, 52, 54, 55, 56</a:t>
            </a:r>
            <a:endParaRPr dirty="0"/>
          </a:p>
          <a:p>
            <a:pPr marL="228600" lvl="0" indent="-228600" algn="l" rtl="0">
              <a:lnSpc>
                <a:spcPct val="90000"/>
              </a:lnSpc>
              <a:spcBef>
                <a:spcPts val="1000"/>
              </a:spcBef>
              <a:spcAft>
                <a:spcPts val="0"/>
              </a:spcAft>
              <a:buClr>
                <a:schemeClr val="dk1"/>
              </a:buClr>
              <a:buSzPts val="2400"/>
              <a:buNone/>
            </a:pPr>
            <a:r>
              <a:rPr lang="en-US" b="1" dirty="0"/>
              <a:t>A. Nil       B. One       C. Two       D. Three       E.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4" name="Google Shape;204;p1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12. In the following series, how many such odd numbers are there which are divisible by 3 or 5, then followed by odd numbers and then also followed by even numbers?</a:t>
            </a:r>
            <a:br>
              <a:rPr lang="en-US" b="1" dirty="0"/>
            </a:br>
            <a:r>
              <a:rPr lang="en-US" b="1" dirty="0"/>
              <a:t>12, 19, 21, 3, 25, 18, 35, 20, 22, 21, 45, 46, 47, 48, 9, 50, 52, 54, 55, 56</a:t>
            </a:r>
            <a:endParaRPr dirty="0"/>
          </a:p>
          <a:p>
            <a:pPr marL="228600" lvl="0" indent="-228600" algn="l" rtl="0">
              <a:lnSpc>
                <a:spcPct val="90000"/>
              </a:lnSpc>
              <a:spcBef>
                <a:spcPts val="1000"/>
              </a:spcBef>
              <a:spcAft>
                <a:spcPts val="0"/>
              </a:spcAft>
              <a:buClr>
                <a:schemeClr val="dk1"/>
              </a:buClr>
              <a:buSzPts val="2400"/>
              <a:buNone/>
            </a:pPr>
            <a:r>
              <a:rPr lang="en-US" b="1" dirty="0"/>
              <a:t>A. Nil       B. One       </a:t>
            </a:r>
            <a:r>
              <a:rPr lang="en-US" b="1" dirty="0">
                <a:solidFill>
                  <a:srgbClr val="FF0000"/>
                </a:solidFill>
              </a:rPr>
              <a:t>C. Two       </a:t>
            </a:r>
            <a:r>
              <a:rPr lang="en-US" b="1" dirty="0"/>
              <a:t>D. Three       E.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extLst>
      <p:ext uri="{BB962C8B-B14F-4D97-AF65-F5344CB8AC3E}">
        <p14:creationId xmlns:p14="http://schemas.microsoft.com/office/powerpoint/2010/main" val="2408145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0" name="Google Shape;210;p19"/>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13. In the following number sequence, how many such even numbers are there which are exactly divisible by its immediately preceding number but not exactly divisible by its immediately following number?</a:t>
            </a:r>
            <a:br>
              <a:rPr lang="en-US" b="1" dirty="0"/>
            </a:br>
            <a:r>
              <a:rPr lang="en-US" b="1" dirty="0"/>
              <a:t>3  8  4  1  5  7  2  8  3  4  8  9  3  9  4  2  1  5  8  2</a:t>
            </a:r>
            <a:endParaRPr dirty="0"/>
          </a:p>
          <a:p>
            <a:pPr marL="228600" lvl="0" indent="-228600" algn="l" rtl="0">
              <a:lnSpc>
                <a:spcPct val="90000"/>
              </a:lnSpc>
              <a:spcBef>
                <a:spcPts val="1000"/>
              </a:spcBef>
              <a:spcAft>
                <a:spcPts val="0"/>
              </a:spcAft>
              <a:buClr>
                <a:schemeClr val="dk1"/>
              </a:buClr>
              <a:buSzPts val="2400"/>
              <a:buNone/>
            </a:pPr>
            <a:r>
              <a:rPr lang="en-US" b="1" dirty="0"/>
              <a:t>A. One       B. Two       C. Three       D. Four       E.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0" name="Google Shape;210;p19"/>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2400"/>
              <a:buNone/>
            </a:pPr>
            <a:r>
              <a:rPr lang="en-US" b="1" dirty="0"/>
              <a:t>In Number sequence questions, you are given a long series of numbers. It is required to find out how many times a number satisfying conditions, specified in the questions, occurs.</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13. In the following number sequence, how many such even numbers are there which are exactly divisible by its immediately preceding number but not exactly divisible by its immediately following number?</a:t>
            </a:r>
            <a:br>
              <a:rPr lang="en-US" b="1" dirty="0"/>
            </a:br>
            <a:r>
              <a:rPr lang="en-US" b="1" dirty="0"/>
              <a:t>3  8  4  1  5  7  2  8  3  4  8  9  3  9  4  2  1  5  8  2</a:t>
            </a:r>
            <a:endParaRPr dirty="0"/>
          </a:p>
          <a:p>
            <a:pPr marL="228600" lvl="0" indent="-228600" algn="l" rtl="0">
              <a:lnSpc>
                <a:spcPct val="90000"/>
              </a:lnSpc>
              <a:spcBef>
                <a:spcPts val="1000"/>
              </a:spcBef>
              <a:spcAft>
                <a:spcPts val="0"/>
              </a:spcAft>
              <a:buClr>
                <a:schemeClr val="dk1"/>
              </a:buClr>
              <a:buSzPts val="2400"/>
              <a:buNone/>
            </a:pPr>
            <a:r>
              <a:rPr lang="en-US" b="1" dirty="0"/>
              <a:t>A. One       </a:t>
            </a:r>
            <a:r>
              <a:rPr lang="en-US" b="1" dirty="0">
                <a:solidFill>
                  <a:srgbClr val="FF0000"/>
                </a:solidFill>
              </a:rPr>
              <a:t>B. Two       </a:t>
            </a:r>
            <a:r>
              <a:rPr lang="en-US" b="1" dirty="0"/>
              <a:t>C. Three       D. Four       E.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extLst>
      <p:ext uri="{BB962C8B-B14F-4D97-AF65-F5344CB8AC3E}">
        <p14:creationId xmlns:p14="http://schemas.microsoft.com/office/powerpoint/2010/main" val="3740623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0"/>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6" name="Google Shape;216;p20"/>
          <p:cNvSpPr txBox="1">
            <a:spLocks noGrp="1"/>
          </p:cNvSpPr>
          <p:nvPr>
            <p:ph type="body" idx="4294967295"/>
          </p:nvPr>
        </p:nvSpPr>
        <p:spPr>
          <a:xfrm>
            <a:off x="204788" y="1071563"/>
            <a:ext cx="11987212"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14</a:t>
            </a:r>
            <a:r>
              <a:rPr lang="en-US" b="1" dirty="0"/>
              <a:t>. Nitin was counting down from 32. Sumit was counting upwards the numbers starting from 1 and he was calling out only the odd numbers. What common number will they call out at the same time if they were calling out at the same speed?</a:t>
            </a:r>
            <a:endParaRPr dirty="0"/>
          </a:p>
          <a:p>
            <a:pPr marL="228600" lvl="0" indent="-228600" algn="l" rtl="0">
              <a:lnSpc>
                <a:spcPct val="90000"/>
              </a:lnSpc>
              <a:spcBef>
                <a:spcPts val="1000"/>
              </a:spcBef>
              <a:spcAft>
                <a:spcPts val="0"/>
              </a:spcAft>
              <a:buClr>
                <a:schemeClr val="dk1"/>
              </a:buClr>
              <a:buSzPts val="2400"/>
              <a:buNone/>
            </a:pPr>
            <a:r>
              <a:rPr lang="en-US" b="1" dirty="0"/>
              <a:t> 	A. 19      	 		B. 21       			C. 22     </a:t>
            </a:r>
            <a:endParaRPr dirty="0"/>
          </a:p>
          <a:p>
            <a:pPr marL="228600" lvl="0" indent="-228600" algn="l" rtl="0">
              <a:lnSpc>
                <a:spcPct val="90000"/>
              </a:lnSpc>
              <a:spcBef>
                <a:spcPts val="1000"/>
              </a:spcBef>
              <a:spcAft>
                <a:spcPts val="0"/>
              </a:spcAft>
              <a:buClr>
                <a:schemeClr val="dk1"/>
              </a:buClr>
              <a:buSzPts val="2400"/>
              <a:buNone/>
            </a:pPr>
            <a:r>
              <a:rPr lang="en-US" b="1" dirty="0"/>
              <a:t>D. They will not call out the same number       	E. NFT</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0"/>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6" name="Google Shape;216;p20"/>
          <p:cNvSpPr txBox="1">
            <a:spLocks noGrp="1"/>
          </p:cNvSpPr>
          <p:nvPr>
            <p:ph type="body" idx="4294967295"/>
          </p:nvPr>
        </p:nvSpPr>
        <p:spPr>
          <a:xfrm>
            <a:off x="204788" y="1071563"/>
            <a:ext cx="11987212"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14</a:t>
            </a:r>
            <a:r>
              <a:rPr lang="en-US" b="1" dirty="0"/>
              <a:t>. Nitin was counting down from 32. Sumit was counting upwards the numbers starting from 1 and he was calling out only the odd numbers. What common number will they call out at the same time if they were calling out at the same speed?</a:t>
            </a:r>
            <a:endParaRPr dirty="0"/>
          </a:p>
          <a:p>
            <a:pPr marL="228600" lvl="0" indent="-228600" algn="l" rtl="0">
              <a:lnSpc>
                <a:spcPct val="90000"/>
              </a:lnSpc>
              <a:spcBef>
                <a:spcPts val="1000"/>
              </a:spcBef>
              <a:spcAft>
                <a:spcPts val="0"/>
              </a:spcAft>
              <a:buClr>
                <a:schemeClr val="dk1"/>
              </a:buClr>
              <a:buSzPts val="2400"/>
              <a:buNone/>
            </a:pPr>
            <a:r>
              <a:rPr lang="en-US" b="1" dirty="0"/>
              <a:t> 	A. 19      	 		B. 21       			C. 22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D. They will not call out the same number       </a:t>
            </a:r>
            <a:r>
              <a:rPr lang="en-US" b="1" dirty="0"/>
              <a:t>	E. NFT</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27497629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1"/>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2" name="Google Shape;222;p21"/>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15</a:t>
            </a:r>
            <a:r>
              <a:rPr lang="en-US" b="1" dirty="0"/>
              <a:t>. If the first and second digits in the sequence 5 9 8 1 3 2 7 4 3 8 are interchanged, also the third and fourth digits, the fifth and sixth digits and so on, which digit would be the seventh counting to your left ?</a:t>
            </a:r>
            <a:endParaRPr dirty="0"/>
          </a:p>
          <a:p>
            <a:pPr marL="228600" lvl="0" indent="-228600" algn="l" rtl="0">
              <a:lnSpc>
                <a:spcPct val="90000"/>
              </a:lnSpc>
              <a:spcBef>
                <a:spcPts val="1000"/>
              </a:spcBef>
              <a:spcAft>
                <a:spcPts val="0"/>
              </a:spcAft>
              <a:buClr>
                <a:schemeClr val="dk1"/>
              </a:buClr>
              <a:buSzPts val="2400"/>
              <a:buNone/>
            </a:pPr>
            <a:r>
              <a:rPr lang="en-US" b="1" dirty="0"/>
              <a:t>A. 1      	 B. 4      	 C. 7     	  D. 6     	  E.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1"/>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2" name="Google Shape;222;p21"/>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15</a:t>
            </a:r>
            <a:r>
              <a:rPr lang="en-US" b="1" dirty="0"/>
              <a:t>. If the first and second digits in the sequence 5 9 8 1 3 2 7 4 3 8 are interchanged, also the third and fourth digits, the fifth and sixth digits and so on, which digit would be the seventh counting to your left ?</a:t>
            </a:r>
            <a:endParaRPr dirty="0"/>
          </a:p>
          <a:p>
            <a:pPr marL="228600" lvl="0" indent="-228600" algn="l" rtl="0">
              <a:lnSpc>
                <a:spcPct val="90000"/>
              </a:lnSpc>
              <a:spcBef>
                <a:spcPts val="1000"/>
              </a:spcBef>
              <a:spcAft>
                <a:spcPts val="0"/>
              </a:spcAft>
              <a:buClr>
                <a:schemeClr val="dk1"/>
              </a:buClr>
              <a:buSzPts val="2400"/>
              <a:buNone/>
            </a:pPr>
            <a:r>
              <a:rPr lang="en-US" b="1" dirty="0"/>
              <a:t>A. 1      	 B. 4      	 C. 7     	  D. 6     	  </a:t>
            </a:r>
            <a:r>
              <a:rPr lang="en-US" b="1" dirty="0">
                <a:solidFill>
                  <a:srgbClr val="FF0000"/>
                </a:solidFill>
              </a:rPr>
              <a:t>E. None of these</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2524564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4" name="Google Shape;234;p2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16</a:t>
            </a:r>
            <a:r>
              <a:rPr lang="en-US" b="1" dirty="0"/>
              <a:t>. The letters L, M, N, O, P, Q, R, S and T in their order are substituted by nine integers 1 to 9 but not in that order. 4 is assigned to P. The difference between P and T is 5. The difference between N and T is 3. What is the integer assigned to N?</a:t>
            </a:r>
            <a:endParaRPr dirty="0"/>
          </a:p>
          <a:p>
            <a:pPr marL="228600" lvl="0" indent="-228600" algn="l" rtl="0">
              <a:lnSpc>
                <a:spcPct val="90000"/>
              </a:lnSpc>
              <a:spcBef>
                <a:spcPts val="1000"/>
              </a:spcBef>
              <a:spcAft>
                <a:spcPts val="0"/>
              </a:spcAft>
              <a:buClr>
                <a:schemeClr val="dk1"/>
              </a:buClr>
              <a:buSzPts val="2400"/>
              <a:buNone/>
            </a:pPr>
            <a:r>
              <a:rPr lang="en-US" b="1" dirty="0"/>
              <a:t>A. 4      	 B. 5       	C. 6      	 D. 7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4" name="Google Shape;234;p2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16</a:t>
            </a:r>
            <a:r>
              <a:rPr lang="en-US" b="1" dirty="0"/>
              <a:t>. The letters L, M, N, O, P, Q, R, S and T in their order are substituted by nine </a:t>
            </a:r>
            <a:r>
              <a:rPr lang="en-US" b="1" dirty="0" err="1"/>
              <a:t>intergers</a:t>
            </a:r>
            <a:r>
              <a:rPr lang="en-US" b="1" dirty="0"/>
              <a:t> 1 to 9 but not in that order. 4 is assigned to P. The difference between P and T is 5. The difference between N and T is 3. What is the integer assigned to N?</a:t>
            </a:r>
            <a:endParaRPr dirty="0"/>
          </a:p>
          <a:p>
            <a:pPr marL="228600" lvl="0" indent="-228600" algn="l" rtl="0">
              <a:lnSpc>
                <a:spcPct val="90000"/>
              </a:lnSpc>
              <a:spcBef>
                <a:spcPts val="1000"/>
              </a:spcBef>
              <a:spcAft>
                <a:spcPts val="0"/>
              </a:spcAft>
              <a:buClr>
                <a:schemeClr val="dk1"/>
              </a:buClr>
              <a:buSzPts val="2400"/>
              <a:buNone/>
            </a:pPr>
            <a:r>
              <a:rPr lang="en-US" b="1" dirty="0"/>
              <a:t>A. 4      	 B. 5       	</a:t>
            </a:r>
            <a:r>
              <a:rPr lang="en-US" b="1" dirty="0">
                <a:solidFill>
                  <a:srgbClr val="FF0000"/>
                </a:solidFill>
              </a:rPr>
              <a:t>C. 6      </a:t>
            </a:r>
            <a:r>
              <a:rPr lang="en-US" b="1" dirty="0"/>
              <a:t>	 D. 7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8077882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4"/>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0" name="Google Shape;240;p24"/>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17</a:t>
            </a:r>
            <a:r>
              <a:rPr lang="en-US" b="1" dirty="0"/>
              <a:t>. Thirty-six vehicles are parked in a parking lot in a single row. After the first car, there is one scooter. After the second car, there are two scooters. After the third car, there are three scooters and so on. Work out the number of scooters in the second half of the row.</a:t>
            </a:r>
            <a:endParaRPr dirty="0"/>
          </a:p>
          <a:p>
            <a:pPr marL="228600" lvl="0" indent="-228600" algn="l" rtl="0">
              <a:lnSpc>
                <a:spcPct val="90000"/>
              </a:lnSpc>
              <a:spcBef>
                <a:spcPts val="1000"/>
              </a:spcBef>
              <a:spcAft>
                <a:spcPts val="0"/>
              </a:spcAft>
              <a:buClr>
                <a:schemeClr val="dk1"/>
              </a:buClr>
              <a:buSzPts val="2400"/>
              <a:buNone/>
            </a:pPr>
            <a:r>
              <a:rPr lang="en-US" b="1" dirty="0"/>
              <a:t>A. 10       	B. 12       	C. 15       	D. 17   </a:t>
            </a:r>
            <a:r>
              <a:rPr lang="en-US" dirty="0"/>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4"/>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0" name="Google Shape;240;p24"/>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17</a:t>
            </a:r>
            <a:r>
              <a:rPr lang="en-US" b="1" dirty="0"/>
              <a:t>. Thirty-six vehicles are parked in a parking lot in a single row. After the first car, there is one scooter. After the second car, there are two scooters. After the third car, there are three scooters and so on. Work out the number of scooters in the second half of the row.</a:t>
            </a:r>
            <a:endParaRPr dirty="0"/>
          </a:p>
          <a:p>
            <a:pPr marL="228600" lvl="0" indent="-228600" algn="l" rtl="0">
              <a:lnSpc>
                <a:spcPct val="90000"/>
              </a:lnSpc>
              <a:spcBef>
                <a:spcPts val="1000"/>
              </a:spcBef>
              <a:spcAft>
                <a:spcPts val="0"/>
              </a:spcAft>
              <a:buClr>
                <a:schemeClr val="dk1"/>
              </a:buClr>
              <a:buSzPts val="2400"/>
              <a:buNone/>
            </a:pPr>
            <a:r>
              <a:rPr lang="en-US" b="1" dirty="0"/>
              <a:t>A. 10       	B. 12       	</a:t>
            </a:r>
            <a:r>
              <a:rPr lang="en-US" b="1" dirty="0">
                <a:solidFill>
                  <a:srgbClr val="FF0000"/>
                </a:solidFill>
              </a:rPr>
              <a:t>C. 15       </a:t>
            </a:r>
            <a:r>
              <a:rPr lang="en-US" b="1" dirty="0"/>
              <a:t>	D. 17   </a:t>
            </a:r>
            <a:r>
              <a:rPr lang="en-US" dirty="0"/>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p:txBody>
      </p:sp>
    </p:spTree>
    <p:extLst>
      <p:ext uri="{BB962C8B-B14F-4D97-AF65-F5344CB8AC3E}">
        <p14:creationId xmlns:p14="http://schemas.microsoft.com/office/powerpoint/2010/main" val="14835218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2" name="Google Shape;252;p2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18</a:t>
            </a:r>
            <a:r>
              <a:rPr lang="en-US" b="1" dirty="0"/>
              <a:t>. If the numbers from 1 to 45 which are exactly divisible by 3 are arranged in ascending order, minimum number being on the top, which would come at the ninth place from the top?</a:t>
            </a:r>
            <a:endParaRPr dirty="0"/>
          </a:p>
          <a:p>
            <a:pPr marL="228600" lvl="0" indent="-228600" algn="l" rtl="0">
              <a:lnSpc>
                <a:spcPct val="90000"/>
              </a:lnSpc>
              <a:spcBef>
                <a:spcPts val="1000"/>
              </a:spcBef>
              <a:spcAft>
                <a:spcPts val="0"/>
              </a:spcAft>
              <a:buClr>
                <a:schemeClr val="dk1"/>
              </a:buClr>
              <a:buSzPts val="2400"/>
              <a:buNone/>
            </a:pPr>
            <a:r>
              <a:rPr lang="en-US" b="1" dirty="0"/>
              <a:t>A. 18       B. 21       C. 24       D. 27       E. 30</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2" name="Google Shape;252;p2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18</a:t>
            </a:r>
            <a:r>
              <a:rPr lang="en-US" b="1" dirty="0"/>
              <a:t>. If the numbers from 1 to 45 which are exactly divisible by 3 are arranged in ascending order, minimum number being on the top, which would come at the ninth place from the top?</a:t>
            </a:r>
            <a:endParaRPr dirty="0"/>
          </a:p>
          <a:p>
            <a:pPr marL="228600" lvl="0" indent="-228600" algn="l" rtl="0">
              <a:lnSpc>
                <a:spcPct val="90000"/>
              </a:lnSpc>
              <a:spcBef>
                <a:spcPts val="1000"/>
              </a:spcBef>
              <a:spcAft>
                <a:spcPts val="0"/>
              </a:spcAft>
              <a:buClr>
                <a:schemeClr val="dk1"/>
              </a:buClr>
              <a:buSzPts val="2400"/>
              <a:buNone/>
            </a:pPr>
            <a:r>
              <a:rPr lang="en-US" b="1" dirty="0"/>
              <a:t>A. 18       B. 21       C. 24       </a:t>
            </a:r>
            <a:r>
              <a:rPr lang="en-US" b="1" dirty="0">
                <a:solidFill>
                  <a:srgbClr val="FF0000"/>
                </a:solidFill>
              </a:rPr>
              <a:t>D. 27       </a:t>
            </a:r>
            <a:r>
              <a:rPr lang="en-US" b="1" dirty="0"/>
              <a:t>E. 30</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p:txBody>
      </p:sp>
    </p:spTree>
    <p:extLst>
      <p:ext uri="{BB962C8B-B14F-4D97-AF65-F5344CB8AC3E}">
        <p14:creationId xmlns:p14="http://schemas.microsoft.com/office/powerpoint/2010/main" val="1358467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8" name="Google Shape;258;p2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19</a:t>
            </a:r>
            <a:r>
              <a:rPr lang="en-US" b="1" dirty="0"/>
              <a:t>. If the numbers from 5 to 85 which are exactly divisible by 5 are arranged in descending order, which would come at the eleventh place from the bottom?</a:t>
            </a:r>
            <a:endParaRPr dirty="0"/>
          </a:p>
          <a:p>
            <a:pPr marL="228600" lvl="0" indent="-228600" algn="l" rtl="0">
              <a:lnSpc>
                <a:spcPct val="90000"/>
              </a:lnSpc>
              <a:spcBef>
                <a:spcPts val="1000"/>
              </a:spcBef>
              <a:spcAft>
                <a:spcPts val="0"/>
              </a:spcAft>
              <a:buClr>
                <a:schemeClr val="dk1"/>
              </a:buClr>
              <a:buSzPts val="2400"/>
              <a:buNone/>
            </a:pPr>
            <a:r>
              <a:rPr lang="en-US" b="1" dirty="0"/>
              <a:t>A. 35       B. 45       C. 50       D. 60       E.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8" name="Google Shape;258;p2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19</a:t>
            </a:r>
            <a:r>
              <a:rPr lang="en-US" b="1" dirty="0"/>
              <a:t>. If the numbers from 5 to 85 which are exactly divisible by 5 are arranged in descending order, which would come at the eleventh place from the bottom?</a:t>
            </a:r>
            <a:endParaRPr dirty="0"/>
          </a:p>
          <a:p>
            <a:pPr marL="228600" lvl="0" indent="-228600" algn="l" rtl="0">
              <a:lnSpc>
                <a:spcPct val="90000"/>
              </a:lnSpc>
              <a:spcBef>
                <a:spcPts val="1000"/>
              </a:spcBef>
              <a:spcAft>
                <a:spcPts val="0"/>
              </a:spcAft>
              <a:buClr>
                <a:schemeClr val="dk1"/>
              </a:buClr>
              <a:buSzPts val="2400"/>
              <a:buNone/>
            </a:pPr>
            <a:r>
              <a:rPr lang="en-US" b="1" dirty="0"/>
              <a:t>A. 35       B. 45       C. 50       D. 60      </a:t>
            </a:r>
            <a:r>
              <a:rPr lang="en-US" b="1" dirty="0">
                <a:solidFill>
                  <a:srgbClr val="FF0000"/>
                </a:solidFill>
              </a:rPr>
              <a:t> E. None of these</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42386237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64" name="Google Shape;264;p2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a:t>
            </a:r>
            <a:r>
              <a:rPr lang="en-US" b="1" dirty="0"/>
              <a:t>20. How many numbers from 1 to 100 are there each of which is not only </a:t>
            </a:r>
            <a:endParaRPr b="1" dirty="0"/>
          </a:p>
          <a:p>
            <a:pPr marL="0" lvl="0" indent="0" algn="l" rtl="0">
              <a:lnSpc>
                <a:spcPct val="90000"/>
              </a:lnSpc>
              <a:spcBef>
                <a:spcPts val="1000"/>
              </a:spcBef>
              <a:spcAft>
                <a:spcPts val="0"/>
              </a:spcAft>
              <a:buClr>
                <a:schemeClr val="dk1"/>
              </a:buClr>
              <a:buSzPts val="1800"/>
              <a:buNone/>
            </a:pPr>
            <a:r>
              <a:rPr lang="en-US" b="1" dirty="0"/>
              <a:t>exactly divisible by 4 but also has 4 as a digit?</a:t>
            </a:r>
            <a:endParaRPr dirty="0"/>
          </a:p>
          <a:p>
            <a:pPr marL="228600" lvl="0" indent="-228600" algn="l" rtl="0">
              <a:lnSpc>
                <a:spcPct val="90000"/>
              </a:lnSpc>
              <a:spcBef>
                <a:spcPts val="1000"/>
              </a:spcBef>
              <a:spcAft>
                <a:spcPts val="0"/>
              </a:spcAft>
              <a:buClr>
                <a:schemeClr val="dk1"/>
              </a:buClr>
              <a:buSzPts val="2400"/>
              <a:buNone/>
            </a:pPr>
            <a:r>
              <a:rPr lang="en-US" b="1" dirty="0"/>
              <a:t>A. 7       B. 10       C. 20       D. 21       E. More than 21</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64" name="Google Shape;264;p2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a:t>
            </a:r>
            <a:r>
              <a:rPr lang="en-US" b="1" dirty="0"/>
              <a:t>20. How many numbers from 1 to 100 are there each of which is not only </a:t>
            </a:r>
            <a:endParaRPr b="1" dirty="0"/>
          </a:p>
          <a:p>
            <a:pPr marL="0" lvl="0" indent="0" algn="l" rtl="0">
              <a:lnSpc>
                <a:spcPct val="90000"/>
              </a:lnSpc>
              <a:spcBef>
                <a:spcPts val="1000"/>
              </a:spcBef>
              <a:spcAft>
                <a:spcPts val="0"/>
              </a:spcAft>
              <a:buClr>
                <a:schemeClr val="dk1"/>
              </a:buClr>
              <a:buSzPts val="1800"/>
              <a:buNone/>
            </a:pPr>
            <a:r>
              <a:rPr lang="en-US" b="1" dirty="0"/>
              <a:t>exactly divisible by 4 but also has 4 as a digit?</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A. 7       </a:t>
            </a:r>
            <a:r>
              <a:rPr lang="en-US" b="1" dirty="0"/>
              <a:t>B. 10       C. 20       D. 21       E. More than 21</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5476914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0" name="Google Shape;270;p29"/>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dirty="0">
                <a:latin typeface="Arial Black"/>
                <a:ea typeface="Arial Black"/>
                <a:cs typeface="Arial Black"/>
                <a:sym typeface="Arial Black"/>
              </a:rPr>
              <a:t>Q </a:t>
            </a:r>
            <a:r>
              <a:rPr lang="en-US" b="1" dirty="0"/>
              <a:t>21. How many numbers amongst the numbers 9 to 54 are there which are exactly divisible by 9 but not by 3?</a:t>
            </a:r>
            <a:endParaRPr dirty="0"/>
          </a:p>
          <a:p>
            <a:pPr marL="228600" lvl="0" indent="-228600" algn="l" rtl="0">
              <a:lnSpc>
                <a:spcPct val="90000"/>
              </a:lnSpc>
              <a:spcBef>
                <a:spcPts val="1000"/>
              </a:spcBef>
              <a:spcAft>
                <a:spcPts val="0"/>
              </a:spcAft>
              <a:buClr>
                <a:schemeClr val="dk1"/>
              </a:buClr>
              <a:buSzPts val="2400"/>
              <a:buNone/>
            </a:pPr>
            <a:r>
              <a:rPr lang="en-US" b="1" dirty="0"/>
              <a:t>A. 8       	B. 6       		C. 5       		D. Nil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0" name="Google Shape;270;p29"/>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NUMBER SEQUENCE</a:t>
            </a:r>
            <a:endParaRPr dirty="0"/>
          </a:p>
          <a:p>
            <a:pPr marL="228600" lvl="0" indent="-228600" algn="l" rtl="0">
              <a:lnSpc>
                <a:spcPct val="90000"/>
              </a:lnSpc>
              <a:spcBef>
                <a:spcPts val="1000"/>
              </a:spcBef>
              <a:spcAft>
                <a:spcPts val="0"/>
              </a:spcAft>
              <a:buClr>
                <a:schemeClr val="dk1"/>
              </a:buClr>
              <a:buSzPts val="1800"/>
              <a:buNone/>
            </a:pPr>
            <a:r>
              <a:rPr lang="en-US" sz="1800" b="1" dirty="0"/>
              <a:t> </a:t>
            </a:r>
            <a:r>
              <a:rPr lang="en-US" b="1">
                <a:latin typeface="Arial Black"/>
                <a:ea typeface="Arial Black"/>
                <a:cs typeface="Arial Black"/>
                <a:sym typeface="Arial Black"/>
              </a:rPr>
              <a:t>Q </a:t>
            </a:r>
            <a:r>
              <a:rPr lang="en-US" b="1"/>
              <a:t>21. </a:t>
            </a:r>
            <a:r>
              <a:rPr lang="en-US" b="1" dirty="0"/>
              <a:t>How many numbers amongst the numbers 9 to 54 are there which are exactly divisible by 9 but not by 3?</a:t>
            </a:r>
            <a:endParaRPr dirty="0"/>
          </a:p>
          <a:p>
            <a:pPr marL="228600" lvl="0" indent="-228600" algn="l" rtl="0">
              <a:lnSpc>
                <a:spcPct val="90000"/>
              </a:lnSpc>
              <a:spcBef>
                <a:spcPts val="1000"/>
              </a:spcBef>
              <a:spcAft>
                <a:spcPts val="0"/>
              </a:spcAft>
              <a:buClr>
                <a:schemeClr val="dk1"/>
              </a:buClr>
              <a:buSzPts val="2400"/>
              <a:buNone/>
            </a:pPr>
            <a:r>
              <a:rPr lang="en-US" b="1" dirty="0"/>
              <a:t>A. 8       	B. 6       		C. 5       		</a:t>
            </a:r>
            <a:r>
              <a:rPr lang="en-US" b="1" dirty="0">
                <a:solidFill>
                  <a:srgbClr val="FF0000"/>
                </a:solidFill>
              </a:rPr>
              <a:t>D. Nil </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p:txBody>
      </p:sp>
    </p:spTree>
    <p:extLst>
      <p:ext uri="{BB962C8B-B14F-4D97-AF65-F5344CB8AC3E}">
        <p14:creationId xmlns:p14="http://schemas.microsoft.com/office/powerpoint/2010/main" val="3595956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 name="Text Placeholder 2">
            <a:extLst>
              <a:ext uri="{FF2B5EF4-FFF2-40B4-BE49-F238E27FC236}">
                <a16:creationId xmlns:a16="http://schemas.microsoft.com/office/drawing/2014/main" id="{04CDD1CC-E41C-9995-1ECE-B254BBBFD0E3}"/>
              </a:ext>
            </a:extLst>
          </p:cNvPr>
          <p:cNvSpPr>
            <a:spLocks noGrp="1"/>
          </p:cNvSpPr>
          <p:nvPr>
            <p:ph type="body" idx="4294967295"/>
          </p:nvPr>
        </p:nvSpPr>
        <p:spPr>
          <a:xfrm>
            <a:off x="2798358" y="2275725"/>
            <a:ext cx="6958012" cy="1628775"/>
          </a:xfrm>
        </p:spPr>
        <p:txBody>
          <a:bodyPr>
            <a:normAutofit/>
          </a:bodyPr>
          <a:lstStyle/>
          <a:p>
            <a:pPr marL="76200" indent="0" algn="ctr">
              <a:buNone/>
            </a:pPr>
            <a:r>
              <a:rPr lang="en-IN" sz="8000" b="1" dirty="0">
                <a:solidFill>
                  <a:srgbClr val="FF0000"/>
                </a:solidFill>
              </a:rPr>
              <a:t>THANK YOU</a:t>
            </a:r>
          </a:p>
        </p:txBody>
      </p:sp>
    </p:spTree>
    <p:extLst>
      <p:ext uri="{BB962C8B-B14F-4D97-AF65-F5344CB8AC3E}">
        <p14:creationId xmlns:p14="http://schemas.microsoft.com/office/powerpoint/2010/main" val="315774318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4178</Words>
  <Application>Microsoft Office PowerPoint</Application>
  <PresentationFormat>Widescreen</PresentationFormat>
  <Paragraphs>268</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 Black</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LOGICAL REASONING</dc:title>
  <dc:creator>anuj gupta</dc:creator>
  <cp:lastModifiedBy>satish kumar</cp:lastModifiedBy>
  <cp:revision>9</cp:revision>
  <dcterms:created xsi:type="dcterms:W3CDTF">2020-02-23T06:37:57Z</dcterms:created>
  <dcterms:modified xsi:type="dcterms:W3CDTF">2025-06-02T07:59:21Z</dcterms:modified>
</cp:coreProperties>
</file>