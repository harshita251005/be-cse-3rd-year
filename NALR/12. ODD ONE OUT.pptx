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309" r:id="rId2"/>
    <p:sldId id="337" r:id="rId3"/>
    <p:sldId id="339" r:id="rId4"/>
    <p:sldId id="342" r:id="rId5"/>
    <p:sldId id="343" r:id="rId6"/>
    <p:sldId id="338" r:id="rId7"/>
    <p:sldId id="344" r:id="rId8"/>
    <p:sldId id="310" r:id="rId9"/>
    <p:sldId id="373" r:id="rId10"/>
    <p:sldId id="311" r:id="rId11"/>
    <p:sldId id="374" r:id="rId12"/>
    <p:sldId id="312" r:id="rId13"/>
    <p:sldId id="375" r:id="rId14"/>
    <p:sldId id="313" r:id="rId15"/>
    <p:sldId id="376" r:id="rId16"/>
    <p:sldId id="314" r:id="rId17"/>
    <p:sldId id="377" r:id="rId18"/>
    <p:sldId id="315" r:id="rId19"/>
    <p:sldId id="378" r:id="rId20"/>
    <p:sldId id="316" r:id="rId21"/>
    <p:sldId id="379" r:id="rId22"/>
    <p:sldId id="317" r:id="rId23"/>
    <p:sldId id="380" r:id="rId24"/>
    <p:sldId id="318" r:id="rId25"/>
    <p:sldId id="381" r:id="rId26"/>
    <p:sldId id="319" r:id="rId27"/>
    <p:sldId id="382" r:id="rId28"/>
    <p:sldId id="320" r:id="rId29"/>
    <p:sldId id="383" r:id="rId30"/>
    <p:sldId id="321" r:id="rId31"/>
    <p:sldId id="384" r:id="rId32"/>
    <p:sldId id="322" r:id="rId33"/>
    <p:sldId id="385" r:id="rId34"/>
    <p:sldId id="323" r:id="rId35"/>
    <p:sldId id="386" r:id="rId36"/>
    <p:sldId id="324" r:id="rId37"/>
    <p:sldId id="387" r:id="rId38"/>
    <p:sldId id="325" r:id="rId39"/>
    <p:sldId id="388" r:id="rId40"/>
    <p:sldId id="326" r:id="rId41"/>
    <p:sldId id="389" r:id="rId42"/>
    <p:sldId id="327" r:id="rId43"/>
    <p:sldId id="390" r:id="rId44"/>
    <p:sldId id="328" r:id="rId45"/>
    <p:sldId id="391" r:id="rId46"/>
    <p:sldId id="329" r:id="rId47"/>
    <p:sldId id="392" r:id="rId48"/>
    <p:sldId id="330" r:id="rId49"/>
    <p:sldId id="393" r:id="rId50"/>
    <p:sldId id="331" r:id="rId51"/>
    <p:sldId id="394" r:id="rId52"/>
    <p:sldId id="333" r:id="rId53"/>
    <p:sldId id="396" r:id="rId54"/>
    <p:sldId id="334" r:id="rId55"/>
    <p:sldId id="397" r:id="rId56"/>
    <p:sldId id="335" r:id="rId57"/>
    <p:sldId id="398" r:id="rId58"/>
    <p:sldId id="336" r:id="rId59"/>
    <p:sldId id="399" r:id="rId60"/>
    <p:sldId id="372" r:id="rId6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8EFC"/>
    <a:srgbClr val="FE6400"/>
    <a:srgbClr val="B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24" autoAdjust="0"/>
  </p:normalViewPr>
  <p:slideViewPr>
    <p:cSldViewPr snapToGrid="0">
      <p:cViewPr varScale="1">
        <p:scale>
          <a:sx n="79" d="100"/>
          <a:sy n="79" d="100"/>
        </p:scale>
        <p:origin x="42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1EA01-0F0C-4DE8-B813-35A3FC47D733}" type="datetimeFigureOut">
              <a:rPr lang="en-US" smtClean="0"/>
              <a:pPr/>
              <a:t>6/5/2025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163DC-F9C0-4AEA-8660-BBA8B696315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E163DC-F9C0-4AEA-8660-BBA8B6963153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E163DC-F9C0-4AEA-8660-BBA8B696315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689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570C-91D9-4947-A6D9-7FF06034D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57714-93CD-4F1F-87AD-8D5BD536B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1CF67-9FF0-4DFC-BE0D-8D3336673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B7A56-F93E-4F84-81A6-4D75C4E9C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9BA34-E053-4950-ADF6-7B39A1370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819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18DE1E3-0244-4492-89B0-E666F4294E48}"/>
              </a:ext>
            </a:extLst>
          </p:cNvPr>
          <p:cNvSpPr/>
          <p:nvPr userDrawn="1"/>
        </p:nvSpPr>
        <p:spPr>
          <a:xfrm>
            <a:off x="4005792" y="1338792"/>
            <a:ext cx="4180416" cy="4180416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FCA5F5E-D9F5-4744-B543-9AF39C52DBE3}"/>
              </a:ext>
            </a:extLst>
          </p:cNvPr>
          <p:cNvSpPr/>
          <p:nvPr userDrawn="1"/>
        </p:nvSpPr>
        <p:spPr>
          <a:xfrm rot="10800000" flipH="1">
            <a:off x="5191124" y="6439955"/>
            <a:ext cx="6997050" cy="420957"/>
          </a:xfrm>
          <a:custGeom>
            <a:avLst/>
            <a:gdLst>
              <a:gd name="connsiteX0" fmla="*/ 274746 w 6997050"/>
              <a:gd name="connsiteY0" fmla="*/ 474402 h 474402"/>
              <a:gd name="connsiteX1" fmla="*/ 5454000 w 6997050"/>
              <a:gd name="connsiteY1" fmla="*/ 474402 h 474402"/>
              <a:gd name="connsiteX2" fmla="*/ 5454000 w 6997050"/>
              <a:gd name="connsiteY2" fmla="*/ 473606 h 474402"/>
              <a:gd name="connsiteX3" fmla="*/ 6997050 w 6997050"/>
              <a:gd name="connsiteY3" fmla="*/ 473606 h 474402"/>
              <a:gd name="connsiteX4" fmla="*/ 6997050 w 6997050"/>
              <a:gd name="connsiteY4" fmla="*/ 0 h 474402"/>
              <a:gd name="connsiteX5" fmla="*/ 5454000 w 6997050"/>
              <a:gd name="connsiteY5" fmla="*/ 0 h 474402"/>
              <a:gd name="connsiteX6" fmla="*/ 5454000 w 6997050"/>
              <a:gd name="connsiteY6" fmla="*/ 797 h 474402"/>
              <a:gd name="connsiteX7" fmla="*/ 0 w 6997050"/>
              <a:gd name="connsiteY7" fmla="*/ 797 h 47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97050" h="474402">
                <a:moveTo>
                  <a:pt x="274746" y="474402"/>
                </a:moveTo>
                <a:lnTo>
                  <a:pt x="5454000" y="474402"/>
                </a:lnTo>
                <a:lnTo>
                  <a:pt x="5454000" y="473606"/>
                </a:lnTo>
                <a:lnTo>
                  <a:pt x="6997050" y="473606"/>
                </a:lnTo>
                <a:lnTo>
                  <a:pt x="6997050" y="0"/>
                </a:lnTo>
                <a:lnTo>
                  <a:pt x="5454000" y="0"/>
                </a:lnTo>
                <a:lnTo>
                  <a:pt x="5454000" y="797"/>
                </a:lnTo>
                <a:lnTo>
                  <a:pt x="0" y="797"/>
                </a:lnTo>
                <a:close/>
              </a:path>
            </a:pathLst>
          </a:custGeom>
          <a:solidFill>
            <a:srgbClr val="108E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9CDCC60-433C-4D80-B046-60440ADA613D}"/>
              </a:ext>
            </a:extLst>
          </p:cNvPr>
          <p:cNvSpPr/>
          <p:nvPr userDrawn="1"/>
        </p:nvSpPr>
        <p:spPr>
          <a:xfrm>
            <a:off x="1" y="6439956"/>
            <a:ext cx="5490211" cy="418044"/>
          </a:xfrm>
          <a:custGeom>
            <a:avLst/>
            <a:gdLst>
              <a:gd name="connsiteX0" fmla="*/ 0 w 5490211"/>
              <a:gd name="connsiteY0" fmla="*/ 0 h 473605"/>
              <a:gd name="connsiteX1" fmla="*/ 5490211 w 5490211"/>
              <a:gd name="connsiteY1" fmla="*/ 0 h 473605"/>
              <a:gd name="connsiteX2" fmla="*/ 5215520 w 5490211"/>
              <a:gd name="connsiteY2" fmla="*/ 473605 h 473605"/>
              <a:gd name="connsiteX3" fmla="*/ 0 w 5490211"/>
              <a:gd name="connsiteY3" fmla="*/ 473605 h 47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0211" h="473605">
                <a:moveTo>
                  <a:pt x="0" y="0"/>
                </a:moveTo>
                <a:lnTo>
                  <a:pt x="5490211" y="0"/>
                </a:lnTo>
                <a:lnTo>
                  <a:pt x="5215520" y="473605"/>
                </a:lnTo>
                <a:lnTo>
                  <a:pt x="0" y="473605"/>
                </a:lnTo>
                <a:close/>
              </a:path>
            </a:pathLst>
          </a:custGeom>
          <a:solidFill>
            <a:srgbClr val="FE6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EF4669-2972-4A62-937C-8770006AA351}"/>
              </a:ext>
            </a:extLst>
          </p:cNvPr>
          <p:cNvSpPr/>
          <p:nvPr userDrawn="1"/>
        </p:nvSpPr>
        <p:spPr>
          <a:xfrm>
            <a:off x="0" y="0"/>
            <a:ext cx="12192000" cy="1016000"/>
          </a:xfrm>
          <a:prstGeom prst="rect">
            <a:avLst/>
          </a:prstGeom>
          <a:gradFill flip="none" rotWithShape="1">
            <a:gsLst>
              <a:gs pos="0">
                <a:srgbClr val="FE6400"/>
              </a:gs>
              <a:gs pos="100000">
                <a:srgbClr val="108EF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81EE3A-6F8B-4D77-A85B-BD09A8D9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90500"/>
            <a:ext cx="11684000" cy="671250"/>
          </a:xfrm>
        </p:spPr>
        <p:txBody>
          <a:bodyPr>
            <a:normAutofit/>
          </a:bodyPr>
          <a:lstStyle>
            <a:lvl1pPr algn="ctr">
              <a:tabLst>
                <a:tab pos="1790700" algn="l"/>
              </a:tabLst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F38C1C8-344A-4ACE-B6A4-2BA3E602ECB5}"/>
              </a:ext>
            </a:extLst>
          </p:cNvPr>
          <p:cNvSpPr txBox="1">
            <a:spLocks/>
          </p:cNvSpPr>
          <p:nvPr userDrawn="1"/>
        </p:nvSpPr>
        <p:spPr>
          <a:xfrm>
            <a:off x="355600" y="5683515"/>
            <a:ext cx="1158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F9B3D1-7DD8-405D-A925-20FEB2EA51F2}"/>
              </a:ext>
            </a:extLst>
          </p:cNvPr>
          <p:cNvSpPr txBox="1"/>
          <p:nvPr userDrawn="1"/>
        </p:nvSpPr>
        <p:spPr>
          <a:xfrm>
            <a:off x="1118954" y="6464312"/>
            <a:ext cx="3394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Aptitude Classes by Anuj Sir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6DA40F-1448-4E04-A4CC-A0C240DC53FB}"/>
              </a:ext>
            </a:extLst>
          </p:cNvPr>
          <p:cNvSpPr txBox="1"/>
          <p:nvPr userDrawn="1"/>
        </p:nvSpPr>
        <p:spPr>
          <a:xfrm>
            <a:off x="6252259" y="6464312"/>
            <a:ext cx="5634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For more tutorials Visit now www.testurprep.com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C4A5B36-9C81-4DC5-AB3E-D53D3DF8AA5F}"/>
              </a:ext>
            </a:extLst>
          </p:cNvPr>
          <p:cNvSpPr/>
          <p:nvPr userDrawn="1"/>
        </p:nvSpPr>
        <p:spPr>
          <a:xfrm>
            <a:off x="158099" y="144860"/>
            <a:ext cx="727726" cy="727726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126FFB0-7B36-4783-8239-761E300FA624}"/>
              </a:ext>
            </a:extLst>
          </p:cNvPr>
          <p:cNvSpPr/>
          <p:nvPr userDrawn="1"/>
        </p:nvSpPr>
        <p:spPr>
          <a:xfrm>
            <a:off x="11311874" y="144860"/>
            <a:ext cx="727726" cy="727726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EBD83-A703-4B6E-91EB-72896443C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199620"/>
            <a:ext cx="11684000" cy="4991630"/>
          </a:xfrm>
        </p:spPr>
        <p:txBody>
          <a:bodyPr>
            <a:normAutofit/>
          </a:bodyPr>
          <a:lstStyle>
            <a:lvl1pPr>
              <a:defRPr lang="en-IN" sz="2400" dirty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121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1EE3A-6F8B-4D77-A85B-BD09A8D9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0933"/>
            <a:ext cx="11582400" cy="745067"/>
          </a:xfrm>
        </p:spPr>
        <p:txBody>
          <a:bodyPr>
            <a:normAutofit/>
          </a:bodyPr>
          <a:lstStyle>
            <a:lvl1pPr algn="ctr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EBD83-A703-4B6E-91EB-72896443C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85333"/>
            <a:ext cx="11582400" cy="499163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2684C-423C-4765-A4B6-5C4E8DC754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800" y="6380692"/>
            <a:ext cx="3276600" cy="365125"/>
          </a:xfrm>
        </p:spPr>
        <p:txBody>
          <a:bodyPr/>
          <a:lstStyle/>
          <a:p>
            <a:fld id="{E6F7824F-FEE6-4FA6-87FA-56806D70CA3A}" type="datetimeFigureOut">
              <a:rPr lang="en-IN" smtClean="0"/>
              <a:pPr/>
              <a:t>05-06-2025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794CF-57E8-4BE6-9B7F-7F59CE9F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80691"/>
            <a:ext cx="4114800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311BD-0829-4E1F-8609-52006F00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276599" cy="365125"/>
          </a:xfrm>
        </p:spPr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8DE1E3-0244-4492-89B0-E666F4294E48}"/>
              </a:ext>
            </a:extLst>
          </p:cNvPr>
          <p:cNvSpPr/>
          <p:nvPr userDrawn="1"/>
        </p:nvSpPr>
        <p:spPr>
          <a:xfrm>
            <a:off x="3706812" y="981604"/>
            <a:ext cx="4879976" cy="4879976"/>
          </a:xfrm>
          <a:prstGeom prst="rect">
            <a:avLst/>
          </a:prstGeom>
          <a:blipFill dpi="0" rotWithShape="1">
            <a:blip r:embed="rId2">
              <a:alphaModFix amt="3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071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AC04-157F-4E75-A1D1-608BB6A4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EF63E-A7CD-4490-94C6-AEB7AAD1B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BACE1-7062-406F-BF0A-2C8447CF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2EBEB-1EEC-4E59-8235-46F33B9CE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F9D22-36EF-42CE-B503-C1BF182EC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22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B2340-6366-4615-8DFE-2032C089B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E8ADD-6026-4405-9B1A-DC1A4E8E9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CB263-B7A6-4EE6-AD11-928CE3CCD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81AA1-B6F3-49F8-9075-131D0D8F3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05-06-2025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F3FA6-1E5C-47CD-B247-F5157610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B52BF-3F99-4B16-A3D9-0678B7555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36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2DB32-2174-4376-9076-2632E8F8E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C407C-1D12-4D0A-A030-524BE0968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1F0A9-77EE-4263-A67C-C16BE1477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871FB3-AC11-4741-B1C4-DE03A7E6A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ECBBDE-9050-4133-9844-54AB48666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15ABDF-CF3A-439F-B397-95AC73FB9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05-06-2025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DB57C0-0EC2-4978-AEAD-7284450C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E9A207-153C-4FB7-89E6-D60D56800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099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69E1-C2D7-469B-B685-5760A0E1E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07BAE-D44B-45AB-A0B4-DD09062FC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05-06-2025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7F0041-930D-486E-B87C-35013F3E0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610B2-BC3A-443A-B9FB-C8EA2F358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01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5BEFB7-3B9C-4B2B-95B4-92DD054CB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05-06-2025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F9ABC-339A-4386-8967-38952092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5CBE5-69F1-4976-9D60-7F316C1E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67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AF17B-D2C9-40B9-8753-8BDCF691A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07120-E547-4935-95D5-4A8C8B267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049DD-1391-4431-A734-4A3EEF73A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A9439-D32A-4CA5-A1FB-743F9230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05-06-2025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7D6D9-F57C-438C-8949-80113A39B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E0FAB-A3DF-4A5C-B3B2-F612BBFE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59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695D0-D535-4848-A630-2D6860813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DB14DE-3C99-46E6-9D3B-253632069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A90A1-9292-4924-8F81-7ED09C923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0C8E3-27F1-4EDF-9DCD-8F49CDA6B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05-06-2025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BB2F1-10A7-4167-841D-D77F9C8E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4DC5D-E540-47BE-BB01-FF0B11DD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769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7CE4-4879-4194-ACD4-2DFD05CEE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DE788-C14D-4BFA-A909-E56F7B950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1FB5C-888C-4B41-A7ED-BBAD2959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5CDCF-5C71-4C4C-98F9-79760A9B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B6551-B2C3-4B96-9C9D-F996D5F0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392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379290-6C46-497B-AB1E-8A27B8100A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4811A-877C-4411-B988-CA338C63C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6BC7-DD99-4593-AB1F-3E58214B2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05-06-2025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9487C-19BB-435C-9BEC-F0A10E78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C9521-C4F0-40F8-8192-C7A8261FE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318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35F695-DEC3-4A3B-BC13-7CC4F5D1D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168CC-6B45-4123-88A6-EF2DF6405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7EFBD-4160-41DF-A314-BD6A64AB4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824F-FEE6-4FA6-87FA-56806D70CA3A}" type="datetimeFigureOut">
              <a:rPr lang="en-IN" smtClean="0"/>
              <a:pPr/>
              <a:t>05-06-2025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098CC-0E82-4F6E-B3C7-BBF562C23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83DAE-AED6-4530-8BC5-C76C7338E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507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476" y="664681"/>
            <a:ext cx="11733048" cy="5344511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8000" b="1" dirty="0">
                <a:solidFill>
                  <a:srgbClr val="FF0000"/>
                </a:solidFill>
                <a:latin typeface="Arial Black" pitchFamily="34" charset="0"/>
              </a:rPr>
              <a:t>ODD ONE 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ODD ONE OUT: Classification means to define groups of people or things, arrange by class or category and then find out different things or odd one out.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this part out of a group, one people or things differ from remaining other words, they are having some common properties. They may like as a international, national level information history, science, alphabet and numerical analogy, Classification having 3 types which are below :</a:t>
            </a:r>
          </a:p>
          <a:p>
            <a:pPr>
              <a:buNone/>
            </a:pPr>
            <a:endParaRPr lang="en-GB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(a) Classify among words and people (TYPE-1)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(b) Classify among pair of word (TYPE-2)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(c) Odd one out among set. (TYPE-3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073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TYPE – 1 :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this type, among four options three objects or things having same properties.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Example - 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(a) Lawyer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(b) Legislator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(c) Mayor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(d) Governor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Sol. Last 3 options are related to the politics, and first option does not follow. So, Lawyer is the odd one.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387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Type – 2 :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previous type, there is a single word or thing is given which follow same type of properties. In this type we have a pair in it, 1st object related to another object with any specific properties, we have found that pair which doesn’t follow it.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Example - 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(a) Painter : Gallery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(b) Actor : Stage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(c) Worker : Factory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(d) Student : Stage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Sol. Clearly, (d) is the odd one. In all other pairs, 2nd is the working place of the first.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753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Type – 3 :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 this type, pairs are given with minimum 3 digit or object which are correlated to each other with any specific property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Example - 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(a) (3, 9, 27)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(b) (5, 25, 125)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(c) (6, 36, 216)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(d) (9, 81, 728)</a:t>
            </a:r>
          </a:p>
          <a:p>
            <a:pPr>
              <a:buNone/>
            </a:pPr>
            <a:r>
              <a:rPr lang="en-GB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Sol. Clearly, (d) is the odd one, which does not follow continue powers of 9.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511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1. </a:t>
            </a:r>
          </a:p>
          <a:p>
            <a:pPr marL="457200" indent="-457200">
              <a:buAutoNum type="alphaLcParenBoth"/>
            </a:pPr>
            <a:r>
              <a:rPr lang="en-US" b="1" dirty="0"/>
              <a:t>H		 </a:t>
            </a:r>
          </a:p>
          <a:p>
            <a:pPr marL="0" indent="0">
              <a:buNone/>
            </a:pPr>
            <a:r>
              <a:rPr lang="en-US" b="1" dirty="0"/>
              <a:t>(b) Q 		</a:t>
            </a:r>
          </a:p>
          <a:p>
            <a:pPr marL="0" indent="0">
              <a:buNone/>
            </a:pPr>
            <a:r>
              <a:rPr lang="en-US" b="1" dirty="0"/>
              <a:t>(c) T 		</a:t>
            </a:r>
          </a:p>
          <a:p>
            <a:pPr marL="0" indent="0">
              <a:buNone/>
            </a:pPr>
            <a:r>
              <a:rPr lang="en-US" b="1" dirty="0"/>
              <a:t>(d) Z 	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174198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1. </a:t>
            </a:r>
          </a:p>
          <a:p>
            <a:pPr marL="457200" indent="-457200">
              <a:buAutoNum type="alphaLcParenBoth"/>
            </a:pPr>
            <a:r>
              <a:rPr lang="en-US" b="1" dirty="0"/>
              <a:t>H	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(b) Q 	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(c) T 		</a:t>
            </a:r>
          </a:p>
          <a:p>
            <a:pPr marL="0" indent="0">
              <a:buNone/>
            </a:pPr>
            <a:r>
              <a:rPr lang="en-US" b="1" dirty="0"/>
              <a:t>(d) Z 	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546171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2. </a:t>
            </a:r>
          </a:p>
          <a:p>
            <a:pPr marL="457200" indent="-457200">
              <a:buAutoNum type="alphaLcParenBoth"/>
            </a:pPr>
            <a:r>
              <a:rPr lang="en-US" b="1" dirty="0"/>
              <a:t>A 		</a:t>
            </a:r>
          </a:p>
          <a:p>
            <a:pPr marL="0" indent="0">
              <a:buNone/>
            </a:pPr>
            <a:r>
              <a:rPr lang="en-US" b="1" dirty="0"/>
              <a:t>(b) O 		</a:t>
            </a:r>
          </a:p>
          <a:p>
            <a:pPr marL="0" indent="0">
              <a:buNone/>
            </a:pPr>
            <a:r>
              <a:rPr lang="en-US" b="1" dirty="0"/>
              <a:t>(c) U 		</a:t>
            </a:r>
          </a:p>
          <a:p>
            <a:pPr marL="0" indent="0">
              <a:buNone/>
            </a:pPr>
            <a:r>
              <a:rPr lang="en-US" b="1" dirty="0"/>
              <a:t>(d) Y 		</a:t>
            </a:r>
          </a:p>
          <a:p>
            <a:pPr marL="0" indent="0">
              <a:buNone/>
            </a:pPr>
            <a:r>
              <a:rPr lang="en-US" b="1" dirty="0"/>
              <a:t>(e) 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2. </a:t>
            </a:r>
          </a:p>
          <a:p>
            <a:pPr marL="457200" indent="-457200">
              <a:buAutoNum type="alphaLcParenBoth"/>
            </a:pPr>
            <a:r>
              <a:rPr lang="en-US" b="1" dirty="0"/>
              <a:t>A 		</a:t>
            </a:r>
          </a:p>
          <a:p>
            <a:pPr marL="0" indent="0">
              <a:buNone/>
            </a:pPr>
            <a:r>
              <a:rPr lang="en-US" b="1" dirty="0"/>
              <a:t>(b) O 		</a:t>
            </a:r>
          </a:p>
          <a:p>
            <a:pPr marL="0" indent="0">
              <a:buNone/>
            </a:pPr>
            <a:r>
              <a:rPr lang="en-US" b="1" dirty="0"/>
              <a:t>(c) U 	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Y 	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(e) 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681255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3. </a:t>
            </a:r>
          </a:p>
          <a:p>
            <a:pPr marL="457200" indent="-457200">
              <a:buAutoNum type="alphaLcParenBoth"/>
            </a:pPr>
            <a:r>
              <a:rPr lang="en-US" b="1" dirty="0"/>
              <a:t>DE 	</a:t>
            </a:r>
          </a:p>
          <a:p>
            <a:pPr marL="0" indent="0">
              <a:buNone/>
            </a:pPr>
            <a:r>
              <a:rPr lang="en-US" b="1" dirty="0"/>
              <a:t>(b) PQ 	</a:t>
            </a:r>
          </a:p>
          <a:p>
            <a:pPr marL="0" indent="0">
              <a:buNone/>
            </a:pPr>
            <a:r>
              <a:rPr lang="en-US" b="1" dirty="0"/>
              <a:t>(c) TU		</a:t>
            </a:r>
          </a:p>
          <a:p>
            <a:pPr marL="0" indent="0">
              <a:buNone/>
            </a:pPr>
            <a:r>
              <a:rPr lang="en-US" b="1" dirty="0"/>
              <a:t>(d) MO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3. </a:t>
            </a:r>
          </a:p>
          <a:p>
            <a:pPr marL="457200" indent="-457200">
              <a:buAutoNum type="alphaLcParenBoth"/>
            </a:pPr>
            <a:r>
              <a:rPr lang="en-US" b="1" dirty="0"/>
              <a:t>DE 	</a:t>
            </a:r>
          </a:p>
          <a:p>
            <a:pPr marL="0" indent="0">
              <a:buNone/>
            </a:pPr>
            <a:r>
              <a:rPr lang="en-US" b="1" dirty="0"/>
              <a:t>(b) PQ 	</a:t>
            </a:r>
          </a:p>
          <a:p>
            <a:pPr marL="0" indent="0">
              <a:buNone/>
            </a:pPr>
            <a:r>
              <a:rPr lang="en-US" b="1" dirty="0"/>
              <a:t>(c) TU	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MO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454246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4. </a:t>
            </a:r>
          </a:p>
          <a:p>
            <a:pPr marL="457200" indent="-457200">
              <a:buAutoNum type="alphaLcParenBoth"/>
            </a:pPr>
            <a:r>
              <a:rPr lang="en-US" b="1" dirty="0"/>
              <a:t>XW 	</a:t>
            </a:r>
          </a:p>
          <a:p>
            <a:pPr marL="0" indent="0">
              <a:buNone/>
            </a:pPr>
            <a:r>
              <a:rPr lang="en-US" b="1" dirty="0"/>
              <a:t>(b) FG 	</a:t>
            </a:r>
          </a:p>
          <a:p>
            <a:pPr marL="0" indent="0">
              <a:buNone/>
            </a:pPr>
            <a:r>
              <a:rPr lang="en-US" b="1" dirty="0"/>
              <a:t>(c) ML 	</a:t>
            </a:r>
          </a:p>
          <a:p>
            <a:pPr marL="0" indent="0">
              <a:buNone/>
            </a:pPr>
            <a:r>
              <a:rPr lang="en-US" b="1" dirty="0"/>
              <a:t>(d) PO 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4. </a:t>
            </a:r>
          </a:p>
          <a:p>
            <a:pPr marL="457200" indent="-457200">
              <a:buAutoNum type="alphaLcParenBoth"/>
            </a:pPr>
            <a:r>
              <a:rPr lang="en-US" b="1" dirty="0"/>
              <a:t>XW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(b) FG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(c) ML 	</a:t>
            </a:r>
          </a:p>
          <a:p>
            <a:pPr marL="0" indent="0">
              <a:buNone/>
            </a:pPr>
            <a:r>
              <a:rPr lang="en-US" b="1" dirty="0"/>
              <a:t>(d) PO 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7454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987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5. </a:t>
            </a:r>
          </a:p>
          <a:p>
            <a:pPr marL="457200" indent="-457200">
              <a:buAutoNum type="alphaLcParenBoth"/>
            </a:pPr>
            <a:r>
              <a:rPr lang="en-US" b="1" dirty="0"/>
              <a:t>GE 		</a:t>
            </a:r>
          </a:p>
          <a:p>
            <a:pPr marL="0" indent="0">
              <a:buNone/>
            </a:pPr>
            <a:r>
              <a:rPr lang="en-US" b="1" dirty="0"/>
              <a:t>(b) MK 		</a:t>
            </a:r>
          </a:p>
          <a:p>
            <a:pPr marL="0" indent="0">
              <a:buNone/>
            </a:pPr>
            <a:r>
              <a:rPr lang="en-US" b="1" dirty="0"/>
              <a:t>(c) TU 		</a:t>
            </a:r>
          </a:p>
          <a:p>
            <a:pPr marL="0" indent="0">
              <a:buNone/>
            </a:pPr>
            <a:r>
              <a:rPr lang="en-US" b="1" dirty="0"/>
              <a:t>(d) MO	       </a:t>
            </a:r>
          </a:p>
          <a:p>
            <a:pPr marL="0" indent="0">
              <a:buNone/>
            </a:pPr>
            <a:r>
              <a:rPr lang="en-US" b="1" dirty="0"/>
              <a:t>(e) FD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987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5. </a:t>
            </a:r>
          </a:p>
          <a:p>
            <a:pPr marL="457200" indent="-457200">
              <a:buAutoNum type="alphaLcParenBoth"/>
            </a:pPr>
            <a:r>
              <a:rPr lang="en-US" b="1" dirty="0"/>
              <a:t>GE 		</a:t>
            </a:r>
          </a:p>
          <a:p>
            <a:pPr marL="0" indent="0">
              <a:buNone/>
            </a:pPr>
            <a:r>
              <a:rPr lang="en-US" b="1" dirty="0"/>
              <a:t>(b) MK 	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(c) TU </a:t>
            </a:r>
            <a:r>
              <a:rPr lang="en-US" b="1" dirty="0"/>
              <a:t>		</a:t>
            </a:r>
          </a:p>
          <a:p>
            <a:pPr marL="0" indent="0">
              <a:buNone/>
            </a:pPr>
            <a:r>
              <a:rPr lang="en-US" b="1" dirty="0"/>
              <a:t>(d) MO	       </a:t>
            </a:r>
          </a:p>
          <a:p>
            <a:pPr marL="0" indent="0">
              <a:buNone/>
            </a:pPr>
            <a:r>
              <a:rPr lang="en-US" b="1" dirty="0"/>
              <a:t>(e) FD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642423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6. </a:t>
            </a:r>
          </a:p>
          <a:p>
            <a:pPr marL="457200" indent="-457200">
              <a:buAutoNum type="alphaLcParenBoth"/>
            </a:pPr>
            <a:r>
              <a:rPr lang="en-US" b="1" dirty="0"/>
              <a:t>BD 	</a:t>
            </a:r>
          </a:p>
          <a:p>
            <a:pPr marL="0" indent="0">
              <a:buNone/>
            </a:pPr>
            <a:r>
              <a:rPr lang="en-US" b="1" dirty="0"/>
              <a:t>(b) HK 	</a:t>
            </a:r>
          </a:p>
          <a:p>
            <a:pPr marL="0" indent="0">
              <a:buNone/>
            </a:pPr>
            <a:r>
              <a:rPr lang="en-US" b="1" dirty="0"/>
              <a:t>(c) MP 	</a:t>
            </a:r>
          </a:p>
          <a:p>
            <a:pPr marL="0" indent="0">
              <a:buNone/>
            </a:pPr>
            <a:r>
              <a:rPr lang="en-US" b="1" dirty="0"/>
              <a:t>(d) NQ 	</a:t>
            </a:r>
          </a:p>
          <a:p>
            <a:pPr marL="0" indent="0">
              <a:buNone/>
            </a:pPr>
            <a:r>
              <a:rPr lang="en-US" b="1" dirty="0"/>
              <a:t>(e) TW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6. </a:t>
            </a:r>
          </a:p>
          <a:p>
            <a:pPr marL="457200" indent="-457200">
              <a:buAutoNum type="alphaLcParenBoth"/>
            </a:pPr>
            <a:r>
              <a:rPr lang="en-US" b="1" dirty="0">
                <a:solidFill>
                  <a:srgbClr val="FF0000"/>
                </a:solidFill>
              </a:rPr>
              <a:t>BD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(b) HK 	</a:t>
            </a:r>
          </a:p>
          <a:p>
            <a:pPr marL="0" indent="0">
              <a:buNone/>
            </a:pPr>
            <a:r>
              <a:rPr lang="en-US" b="1" dirty="0"/>
              <a:t>(c) MP 	</a:t>
            </a:r>
          </a:p>
          <a:p>
            <a:pPr marL="0" indent="0">
              <a:buNone/>
            </a:pPr>
            <a:r>
              <a:rPr lang="en-US" b="1" dirty="0"/>
              <a:t>(d) NQ 	</a:t>
            </a:r>
          </a:p>
          <a:p>
            <a:pPr marL="0" indent="0">
              <a:buNone/>
            </a:pPr>
            <a:r>
              <a:rPr lang="en-US" b="1" dirty="0"/>
              <a:t>(e) TW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437460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7. </a:t>
            </a:r>
          </a:p>
          <a:p>
            <a:pPr marL="457200" indent="-457200">
              <a:buAutoNum type="alphaLcParenBoth"/>
            </a:pPr>
            <a:r>
              <a:rPr lang="en-US" b="1" dirty="0"/>
              <a:t>AE 	</a:t>
            </a:r>
          </a:p>
          <a:p>
            <a:pPr marL="0" indent="0">
              <a:buNone/>
            </a:pPr>
            <a:r>
              <a:rPr lang="en-US" b="1" dirty="0"/>
              <a:t>(b) AI 		</a:t>
            </a:r>
          </a:p>
          <a:p>
            <a:pPr marL="0" indent="0">
              <a:buNone/>
            </a:pPr>
            <a:r>
              <a:rPr lang="en-US" b="1" dirty="0"/>
              <a:t>(c) IO 		</a:t>
            </a:r>
          </a:p>
          <a:p>
            <a:pPr marL="0" indent="0">
              <a:buNone/>
            </a:pPr>
            <a:r>
              <a:rPr lang="en-US" b="1" dirty="0"/>
              <a:t>(d) EI 		</a:t>
            </a:r>
          </a:p>
          <a:p>
            <a:pPr marL="0" indent="0">
              <a:buNone/>
            </a:pPr>
            <a:r>
              <a:rPr lang="en-US" b="1" dirty="0"/>
              <a:t>(e) OU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7. </a:t>
            </a:r>
          </a:p>
          <a:p>
            <a:pPr marL="457200" indent="-457200">
              <a:buAutoNum type="alphaLcParenBoth"/>
            </a:pPr>
            <a:r>
              <a:rPr lang="en-US" b="1" dirty="0"/>
              <a:t>AE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(b) AI 	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(c) IO 		</a:t>
            </a:r>
          </a:p>
          <a:p>
            <a:pPr marL="0" indent="0">
              <a:buNone/>
            </a:pPr>
            <a:r>
              <a:rPr lang="en-US" b="1" dirty="0"/>
              <a:t>(d) EI 		</a:t>
            </a:r>
          </a:p>
          <a:p>
            <a:pPr marL="0" indent="0">
              <a:buNone/>
            </a:pPr>
            <a:r>
              <a:rPr lang="en-US" b="1" dirty="0"/>
              <a:t>(e) OU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2682341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8. </a:t>
            </a:r>
          </a:p>
          <a:p>
            <a:pPr marL="457200" indent="-457200">
              <a:buAutoNum type="alphaLcParenBoth"/>
            </a:pPr>
            <a:r>
              <a:rPr lang="en-US" b="1" dirty="0"/>
              <a:t>DW 	</a:t>
            </a:r>
          </a:p>
          <a:p>
            <a:pPr marL="0" indent="0">
              <a:buNone/>
            </a:pPr>
            <a:r>
              <a:rPr lang="en-US" b="1" dirty="0"/>
              <a:t>(b) HS 	</a:t>
            </a:r>
          </a:p>
          <a:p>
            <a:pPr marL="0" indent="0">
              <a:buNone/>
            </a:pPr>
            <a:r>
              <a:rPr lang="en-US" b="1" dirty="0"/>
              <a:t>(c) MN 	</a:t>
            </a:r>
          </a:p>
          <a:p>
            <a:pPr marL="0" indent="0">
              <a:buNone/>
            </a:pPr>
            <a:r>
              <a:rPr lang="en-US" b="1" dirty="0"/>
              <a:t>(d) GT 	</a:t>
            </a:r>
          </a:p>
          <a:p>
            <a:pPr marL="0" indent="0">
              <a:buNone/>
            </a:pPr>
            <a:r>
              <a:rPr lang="en-US" b="1" dirty="0"/>
              <a:t>(e) KO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8. </a:t>
            </a:r>
          </a:p>
          <a:p>
            <a:pPr marL="457200" indent="-457200">
              <a:buAutoNum type="alphaLcParenBoth"/>
            </a:pPr>
            <a:r>
              <a:rPr lang="en-US" b="1" dirty="0"/>
              <a:t>DW 	</a:t>
            </a:r>
          </a:p>
          <a:p>
            <a:pPr marL="0" indent="0">
              <a:buNone/>
            </a:pPr>
            <a:r>
              <a:rPr lang="en-US" b="1" dirty="0"/>
              <a:t>(b) HS 	</a:t>
            </a:r>
          </a:p>
          <a:p>
            <a:pPr marL="0" indent="0">
              <a:buNone/>
            </a:pPr>
            <a:r>
              <a:rPr lang="en-US" b="1" dirty="0"/>
              <a:t>(c) MN 	</a:t>
            </a:r>
          </a:p>
          <a:p>
            <a:pPr marL="0" indent="0">
              <a:buNone/>
            </a:pPr>
            <a:r>
              <a:rPr lang="en-US" b="1" dirty="0"/>
              <a:t>(d) GT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(e) KO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662397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2834154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9.</a:t>
            </a:r>
          </a:p>
          <a:p>
            <a:pPr marL="457200" indent="-457200">
              <a:buAutoNum type="alphaLcParenBoth"/>
            </a:pPr>
            <a:r>
              <a:rPr lang="en-US" b="1" dirty="0"/>
              <a:t>VT 		</a:t>
            </a:r>
          </a:p>
          <a:p>
            <a:pPr marL="0" indent="0">
              <a:buNone/>
            </a:pPr>
            <a:r>
              <a:rPr lang="en-US" b="1" dirty="0"/>
              <a:t>(b) MO 		</a:t>
            </a:r>
          </a:p>
          <a:p>
            <a:pPr marL="0" indent="0">
              <a:buNone/>
            </a:pPr>
            <a:r>
              <a:rPr lang="en-US" b="1" dirty="0"/>
              <a:t>(c) PR 		</a:t>
            </a:r>
          </a:p>
          <a:p>
            <a:pPr marL="0" indent="0">
              <a:buNone/>
            </a:pPr>
            <a:r>
              <a:rPr lang="en-US" b="1" dirty="0"/>
              <a:t>(d) DF 		</a:t>
            </a:r>
          </a:p>
          <a:p>
            <a:pPr marL="0" indent="0">
              <a:buNone/>
            </a:pPr>
            <a:r>
              <a:rPr lang="en-US" b="1" dirty="0"/>
              <a:t>(e) FG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	 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2834154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9.</a:t>
            </a:r>
          </a:p>
          <a:p>
            <a:pPr marL="457200" indent="-457200">
              <a:buAutoNum type="alphaLcParenBoth"/>
            </a:pPr>
            <a:r>
              <a:rPr lang="en-US" b="1" dirty="0"/>
              <a:t>VT 		</a:t>
            </a:r>
          </a:p>
          <a:p>
            <a:pPr marL="0" indent="0">
              <a:buNone/>
            </a:pPr>
            <a:r>
              <a:rPr lang="en-US" b="1" dirty="0"/>
              <a:t>(b) MO 		</a:t>
            </a:r>
          </a:p>
          <a:p>
            <a:pPr marL="0" indent="0">
              <a:buNone/>
            </a:pPr>
            <a:r>
              <a:rPr lang="en-US" b="1" dirty="0"/>
              <a:t>(c) PR 		</a:t>
            </a:r>
          </a:p>
          <a:p>
            <a:pPr marL="0" indent="0">
              <a:buNone/>
            </a:pPr>
            <a:r>
              <a:rPr lang="en-US" b="1" dirty="0"/>
              <a:t>(d) DF 	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(e) FG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	 </a:t>
            </a:r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50504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10.</a:t>
            </a:r>
          </a:p>
          <a:p>
            <a:pPr marL="457200" indent="-457200">
              <a:buAutoNum type="alphaLcParenBoth"/>
            </a:pPr>
            <a:r>
              <a:rPr lang="en-US" b="1" dirty="0"/>
              <a:t>BCD 	</a:t>
            </a:r>
          </a:p>
          <a:p>
            <a:pPr marL="0" indent="0">
              <a:buNone/>
            </a:pPr>
            <a:r>
              <a:rPr lang="en-US" b="1" dirty="0"/>
              <a:t>(b) NPR 	</a:t>
            </a:r>
          </a:p>
          <a:p>
            <a:pPr marL="0" indent="0">
              <a:buNone/>
            </a:pPr>
            <a:r>
              <a:rPr lang="en-US" b="1" dirty="0"/>
              <a:t>(c) KLM 	</a:t>
            </a:r>
          </a:p>
          <a:p>
            <a:pPr marL="0" indent="0">
              <a:buNone/>
            </a:pPr>
            <a:r>
              <a:rPr lang="en-US" b="1" dirty="0"/>
              <a:t>(d) RQP 	</a:t>
            </a:r>
          </a:p>
          <a:p>
            <a:pPr marL="0" indent="0">
              <a:buNone/>
            </a:pPr>
            <a:r>
              <a:rPr lang="en-US" b="1" dirty="0"/>
              <a:t>(e) HGF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/>
              <a:t> 	 </a:t>
            </a:r>
          </a:p>
          <a:p>
            <a:pPr>
              <a:buNone/>
            </a:pPr>
            <a:r>
              <a:rPr lang="en-US" b="1" dirty="0"/>
              <a:t> 	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10.</a:t>
            </a:r>
          </a:p>
          <a:p>
            <a:pPr marL="457200" indent="-457200">
              <a:buAutoNum type="alphaLcParenBoth"/>
            </a:pPr>
            <a:r>
              <a:rPr lang="en-US" b="1" dirty="0"/>
              <a:t>BCD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(b) NPR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(c) KLM 	</a:t>
            </a:r>
          </a:p>
          <a:p>
            <a:pPr marL="0" indent="0">
              <a:buNone/>
            </a:pPr>
            <a:r>
              <a:rPr lang="en-US" b="1" dirty="0"/>
              <a:t>(d) RQP 	</a:t>
            </a:r>
          </a:p>
          <a:p>
            <a:pPr marL="0" indent="0">
              <a:buNone/>
            </a:pPr>
            <a:r>
              <a:rPr lang="en-US" b="1" dirty="0"/>
              <a:t>(e) HGF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/>
              <a:t> 	 </a:t>
            </a:r>
          </a:p>
          <a:p>
            <a:pPr>
              <a:buNone/>
            </a:pPr>
            <a:r>
              <a:rPr lang="en-US" b="1" dirty="0"/>
              <a:t> 	 </a:t>
            </a:r>
          </a:p>
        </p:txBody>
      </p:sp>
    </p:spTree>
    <p:extLst>
      <p:ext uri="{BB962C8B-B14F-4D97-AF65-F5344CB8AC3E}">
        <p14:creationId xmlns:p14="http://schemas.microsoft.com/office/powerpoint/2010/main" val="10328047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11. </a:t>
            </a:r>
          </a:p>
          <a:p>
            <a:pPr marL="457200" indent="-457200">
              <a:buAutoNum type="alphaLcParenBoth"/>
            </a:pPr>
            <a:r>
              <a:rPr lang="en-US" b="1" dirty="0"/>
              <a:t>ABD 	</a:t>
            </a:r>
          </a:p>
          <a:p>
            <a:pPr marL="0" indent="0">
              <a:buNone/>
            </a:pPr>
            <a:r>
              <a:rPr lang="en-US" b="1" dirty="0"/>
              <a:t>(b) FGI 	</a:t>
            </a:r>
          </a:p>
          <a:p>
            <a:pPr marL="0" indent="0">
              <a:buNone/>
            </a:pPr>
            <a:r>
              <a:rPr lang="en-US" b="1" dirty="0"/>
              <a:t>(c) LMO 	</a:t>
            </a:r>
          </a:p>
          <a:p>
            <a:pPr marL="0" indent="0">
              <a:buNone/>
            </a:pPr>
            <a:r>
              <a:rPr lang="en-US" b="1" dirty="0"/>
              <a:t>(d) STU 	</a:t>
            </a:r>
          </a:p>
          <a:p>
            <a:pPr marL="0" indent="0">
              <a:buNone/>
            </a:pPr>
            <a:r>
              <a:rPr lang="en-US" b="1" dirty="0"/>
              <a:t>(e) WXZ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11. </a:t>
            </a:r>
          </a:p>
          <a:p>
            <a:pPr marL="457200" indent="-457200">
              <a:buAutoNum type="alphaLcParenBoth"/>
            </a:pPr>
            <a:r>
              <a:rPr lang="en-US" b="1" dirty="0"/>
              <a:t>ABD 	</a:t>
            </a:r>
          </a:p>
          <a:p>
            <a:pPr marL="0" indent="0">
              <a:buNone/>
            </a:pPr>
            <a:r>
              <a:rPr lang="en-US" b="1" dirty="0"/>
              <a:t>(b) FGI 	</a:t>
            </a:r>
          </a:p>
          <a:p>
            <a:pPr marL="0" indent="0">
              <a:buNone/>
            </a:pPr>
            <a:r>
              <a:rPr lang="en-US" b="1" dirty="0"/>
              <a:t>(c) LMO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STU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(e) WXZ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0514283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12. </a:t>
            </a:r>
          </a:p>
          <a:p>
            <a:pPr marL="457200" indent="-457200">
              <a:buAutoNum type="alphaLcParenBoth"/>
            </a:pPr>
            <a:r>
              <a:rPr lang="en-US" b="1" dirty="0"/>
              <a:t>HGF 	</a:t>
            </a:r>
          </a:p>
          <a:p>
            <a:pPr marL="0" indent="0">
              <a:buNone/>
            </a:pPr>
            <a:r>
              <a:rPr lang="en-US" b="1" dirty="0"/>
              <a:t>(b) XWV 	</a:t>
            </a:r>
          </a:p>
          <a:p>
            <a:pPr marL="0" indent="0">
              <a:buNone/>
            </a:pPr>
            <a:r>
              <a:rPr lang="en-US" b="1" dirty="0"/>
              <a:t>(c) NML	</a:t>
            </a:r>
          </a:p>
          <a:p>
            <a:pPr marL="0" indent="0">
              <a:buNone/>
            </a:pPr>
            <a:r>
              <a:rPr lang="en-US" b="1" dirty="0"/>
              <a:t>(d) OPQ 	</a:t>
            </a:r>
          </a:p>
          <a:p>
            <a:pPr marL="0" indent="0">
              <a:buNone/>
            </a:pPr>
            <a:r>
              <a:rPr lang="en-US" b="1" dirty="0"/>
              <a:t>(e) UTS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12. </a:t>
            </a:r>
          </a:p>
          <a:p>
            <a:pPr marL="457200" indent="-457200">
              <a:buAutoNum type="alphaLcParenBoth"/>
            </a:pPr>
            <a:r>
              <a:rPr lang="en-US" b="1" dirty="0"/>
              <a:t>HGF 	</a:t>
            </a:r>
          </a:p>
          <a:p>
            <a:pPr marL="0" indent="0">
              <a:buNone/>
            </a:pPr>
            <a:r>
              <a:rPr lang="en-US" b="1" dirty="0"/>
              <a:t>(b) XWV 	</a:t>
            </a:r>
          </a:p>
          <a:p>
            <a:pPr marL="0" indent="0">
              <a:buNone/>
            </a:pPr>
            <a:r>
              <a:rPr lang="en-US" b="1" dirty="0"/>
              <a:t>(c) NML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OPQ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(e) UTS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940587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944" y="1083930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13. </a:t>
            </a:r>
          </a:p>
          <a:p>
            <a:pPr marL="457200" indent="-457200">
              <a:buAutoNum type="alphaLcParenBoth"/>
            </a:pPr>
            <a:r>
              <a:rPr lang="en-US" b="1" dirty="0"/>
              <a:t>ACE	</a:t>
            </a:r>
          </a:p>
          <a:p>
            <a:pPr marL="0" indent="0">
              <a:buNone/>
            </a:pPr>
            <a:r>
              <a:rPr lang="en-US" b="1" dirty="0"/>
              <a:t>(b) PRT	</a:t>
            </a:r>
          </a:p>
          <a:p>
            <a:pPr marL="0" indent="0">
              <a:buNone/>
            </a:pPr>
            <a:r>
              <a:rPr lang="en-US" b="1" dirty="0"/>
              <a:t>(c) UWY 	</a:t>
            </a:r>
          </a:p>
          <a:p>
            <a:pPr marL="0" indent="0">
              <a:buNone/>
            </a:pPr>
            <a:r>
              <a:rPr lang="en-US" b="1" dirty="0"/>
              <a:t>(d) MNO 	</a:t>
            </a:r>
          </a:p>
          <a:p>
            <a:pPr marL="0" indent="0">
              <a:buNone/>
            </a:pPr>
            <a:r>
              <a:rPr lang="en-US" b="1" dirty="0"/>
              <a:t>(e) GIK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944" y="1083930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13. </a:t>
            </a:r>
          </a:p>
          <a:p>
            <a:pPr marL="457200" indent="-457200">
              <a:buAutoNum type="alphaLcParenBoth"/>
            </a:pPr>
            <a:r>
              <a:rPr lang="en-US" b="1" dirty="0"/>
              <a:t>ACE	</a:t>
            </a:r>
          </a:p>
          <a:p>
            <a:pPr marL="0" indent="0">
              <a:buNone/>
            </a:pPr>
            <a:r>
              <a:rPr lang="en-US" b="1" dirty="0"/>
              <a:t>(b) PRT	</a:t>
            </a:r>
          </a:p>
          <a:p>
            <a:pPr marL="0" indent="0">
              <a:buNone/>
            </a:pPr>
            <a:r>
              <a:rPr lang="en-US" b="1" dirty="0"/>
              <a:t>(c) UWY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MNO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(e) GIK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872043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14. </a:t>
            </a:r>
          </a:p>
          <a:p>
            <a:pPr marL="457200" indent="-457200">
              <a:buAutoNum type="alphaLcParenBoth"/>
            </a:pPr>
            <a:r>
              <a:rPr lang="en-US" b="1" dirty="0"/>
              <a:t>RTW 	</a:t>
            </a:r>
          </a:p>
          <a:p>
            <a:pPr marL="0" indent="0">
              <a:buNone/>
            </a:pPr>
            <a:r>
              <a:rPr lang="en-US" b="1" dirty="0"/>
              <a:t>(b) QOM	</a:t>
            </a:r>
          </a:p>
          <a:p>
            <a:pPr marL="0" indent="0">
              <a:buNone/>
            </a:pPr>
            <a:r>
              <a:rPr lang="en-US" b="1" dirty="0"/>
              <a:t>(c) IKG 	</a:t>
            </a:r>
          </a:p>
          <a:p>
            <a:pPr marL="0" indent="0">
              <a:buNone/>
            </a:pPr>
            <a:r>
              <a:rPr lang="en-US" b="1" dirty="0"/>
              <a:t>(d) IKM	</a:t>
            </a:r>
          </a:p>
          <a:p>
            <a:pPr marL="0" indent="0">
              <a:buNone/>
            </a:pPr>
            <a:r>
              <a:rPr lang="en-US" b="1" dirty="0"/>
              <a:t>(e) BDE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14. </a:t>
            </a:r>
          </a:p>
          <a:p>
            <a:pPr marL="457200" indent="-457200">
              <a:buAutoNum type="alphaLcParenBoth"/>
            </a:pPr>
            <a:r>
              <a:rPr lang="en-US" b="1" dirty="0">
                <a:solidFill>
                  <a:srgbClr val="FF0000"/>
                </a:solidFill>
              </a:rPr>
              <a:t>RTW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(b) QOM	</a:t>
            </a:r>
          </a:p>
          <a:p>
            <a:pPr marL="0" indent="0">
              <a:buNone/>
            </a:pPr>
            <a:r>
              <a:rPr lang="en-US" b="1" dirty="0"/>
              <a:t>(c) IKG 	</a:t>
            </a:r>
          </a:p>
          <a:p>
            <a:pPr marL="0" indent="0">
              <a:buNone/>
            </a:pPr>
            <a:r>
              <a:rPr lang="en-US" b="1" dirty="0"/>
              <a:t>(d) IKM	</a:t>
            </a:r>
          </a:p>
          <a:p>
            <a:pPr marL="0" indent="0">
              <a:buNone/>
            </a:pPr>
            <a:r>
              <a:rPr lang="en-US" b="1" dirty="0"/>
              <a:t>(e) BDE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1791271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327" y="103642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15. </a:t>
            </a:r>
          </a:p>
          <a:p>
            <a:pPr marL="457200" indent="-457200">
              <a:buAutoNum type="alphaLcParenBoth"/>
            </a:pPr>
            <a:r>
              <a:rPr lang="en-US" b="1" dirty="0"/>
              <a:t>PRT 	</a:t>
            </a:r>
          </a:p>
          <a:p>
            <a:pPr marL="0" indent="0">
              <a:buNone/>
            </a:pPr>
            <a:r>
              <a:rPr lang="en-US" b="1" dirty="0"/>
              <a:t>(b) MOQ 	</a:t>
            </a:r>
          </a:p>
          <a:p>
            <a:pPr marL="0" indent="0">
              <a:buNone/>
            </a:pPr>
            <a:r>
              <a:rPr lang="en-US" b="1" dirty="0"/>
              <a:t>(c) GEC	</a:t>
            </a:r>
          </a:p>
          <a:p>
            <a:pPr marL="0" indent="0">
              <a:buNone/>
            </a:pPr>
            <a:r>
              <a:rPr lang="en-US" b="1" dirty="0"/>
              <a:t>(d) TVX 	</a:t>
            </a:r>
          </a:p>
          <a:p>
            <a:pPr marL="0" indent="0">
              <a:buNone/>
            </a:pPr>
            <a:r>
              <a:rPr lang="en-US" b="1" dirty="0"/>
              <a:t>(e) SUW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327" y="1036429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15. </a:t>
            </a:r>
          </a:p>
          <a:p>
            <a:pPr marL="457200" indent="-457200">
              <a:buAutoNum type="alphaLcParenBoth"/>
            </a:pPr>
            <a:r>
              <a:rPr lang="en-US" b="1" dirty="0"/>
              <a:t>PRT 	</a:t>
            </a:r>
          </a:p>
          <a:p>
            <a:pPr marL="0" indent="0">
              <a:buNone/>
            </a:pPr>
            <a:r>
              <a:rPr lang="en-US" b="1" dirty="0"/>
              <a:t>(b) MOQ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(c) GEC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(d) TVX 	</a:t>
            </a:r>
          </a:p>
          <a:p>
            <a:pPr marL="0" indent="0">
              <a:buNone/>
            </a:pPr>
            <a:r>
              <a:rPr lang="en-US" b="1" dirty="0"/>
              <a:t>(e) SUW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2004635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16.</a:t>
            </a:r>
          </a:p>
          <a:p>
            <a:pPr marL="457200" indent="-457200">
              <a:buAutoNum type="alphaLcParenBoth"/>
            </a:pPr>
            <a:r>
              <a:rPr lang="en-US" b="1" dirty="0"/>
              <a:t>BEH 	</a:t>
            </a:r>
          </a:p>
          <a:p>
            <a:pPr marL="0" indent="0">
              <a:buNone/>
            </a:pPr>
            <a:r>
              <a:rPr lang="en-US" b="1" dirty="0"/>
              <a:t>(b) CFI 	</a:t>
            </a:r>
          </a:p>
          <a:p>
            <a:pPr marL="0" indent="0">
              <a:buNone/>
            </a:pPr>
            <a:r>
              <a:rPr lang="en-US" b="1" dirty="0"/>
              <a:t>(c) DGJ 	</a:t>
            </a:r>
          </a:p>
          <a:p>
            <a:pPr marL="0" indent="0">
              <a:buNone/>
            </a:pPr>
            <a:r>
              <a:rPr lang="en-US" b="1" dirty="0"/>
              <a:t>(d) EHL 	</a:t>
            </a:r>
          </a:p>
          <a:p>
            <a:pPr marL="0" indent="0">
              <a:buNone/>
            </a:pPr>
            <a:r>
              <a:rPr lang="en-US" b="1" dirty="0"/>
              <a:t>(e) FIL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16.</a:t>
            </a:r>
          </a:p>
          <a:p>
            <a:pPr marL="457200" indent="-457200">
              <a:buAutoNum type="alphaLcParenBoth"/>
            </a:pPr>
            <a:r>
              <a:rPr lang="en-US" b="1" dirty="0"/>
              <a:t>BEH 	</a:t>
            </a:r>
          </a:p>
          <a:p>
            <a:pPr marL="0" indent="0">
              <a:buNone/>
            </a:pPr>
            <a:r>
              <a:rPr lang="en-US" b="1" dirty="0"/>
              <a:t>(b) CFI 	</a:t>
            </a:r>
          </a:p>
          <a:p>
            <a:pPr marL="0" indent="0">
              <a:buNone/>
            </a:pPr>
            <a:r>
              <a:rPr lang="en-US" b="1" dirty="0"/>
              <a:t>(c) LOR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EHL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(e) FIL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4334719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17.</a:t>
            </a:r>
          </a:p>
          <a:p>
            <a:pPr marL="457200" indent="-457200">
              <a:buAutoNum type="alphaLcParenBoth"/>
            </a:pPr>
            <a:r>
              <a:rPr lang="en-US" b="1" dirty="0"/>
              <a:t>AOT 	</a:t>
            </a:r>
          </a:p>
          <a:p>
            <a:pPr marL="0" indent="0">
              <a:buNone/>
            </a:pPr>
            <a:r>
              <a:rPr lang="en-US" b="1" dirty="0"/>
              <a:t>(b) CPA 	</a:t>
            </a:r>
          </a:p>
          <a:p>
            <a:pPr marL="0" indent="0">
              <a:buNone/>
            </a:pPr>
            <a:r>
              <a:rPr lang="en-US" b="1" dirty="0"/>
              <a:t>(c) REB 	</a:t>
            </a:r>
          </a:p>
          <a:p>
            <a:pPr marL="0" indent="0">
              <a:buNone/>
            </a:pPr>
            <a:r>
              <a:rPr lang="en-US" b="1" dirty="0"/>
              <a:t>(d) TIW 	</a:t>
            </a:r>
          </a:p>
          <a:p>
            <a:pPr marL="0" indent="0">
              <a:buNone/>
            </a:pPr>
            <a:r>
              <a:rPr lang="en-US" b="1" dirty="0"/>
              <a:t>(e) QUD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17.</a:t>
            </a:r>
          </a:p>
          <a:p>
            <a:pPr marL="457200" indent="-457200">
              <a:buAutoNum type="alphaLcParenBoth"/>
            </a:pPr>
            <a:r>
              <a:rPr lang="en-US" b="1" dirty="0"/>
              <a:t>AOT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(b) FGH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(c) REB 	</a:t>
            </a:r>
          </a:p>
          <a:p>
            <a:pPr marL="0" indent="0">
              <a:buNone/>
            </a:pPr>
            <a:r>
              <a:rPr lang="en-US" b="1" dirty="0"/>
              <a:t>(d) TIW 	</a:t>
            </a:r>
          </a:p>
          <a:p>
            <a:pPr marL="0" indent="0">
              <a:buNone/>
            </a:pPr>
            <a:r>
              <a:rPr lang="en-US" b="1" dirty="0"/>
              <a:t>(e) QUD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176290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18.</a:t>
            </a:r>
          </a:p>
          <a:p>
            <a:pPr marL="457200" indent="-457200">
              <a:buAutoNum type="alphaLcParenBoth"/>
            </a:pPr>
            <a:r>
              <a:rPr lang="en-US" b="1" dirty="0"/>
              <a:t>BDW	</a:t>
            </a:r>
          </a:p>
          <a:p>
            <a:pPr marL="0" indent="0">
              <a:buNone/>
            </a:pPr>
            <a:r>
              <a:rPr lang="en-US" b="1" dirty="0"/>
              <a:t>(b) DFU 	</a:t>
            </a:r>
          </a:p>
          <a:p>
            <a:pPr marL="0" indent="0">
              <a:buNone/>
            </a:pPr>
            <a:r>
              <a:rPr lang="en-US" b="1" dirty="0"/>
              <a:t>(c) FHS 	</a:t>
            </a:r>
          </a:p>
          <a:p>
            <a:pPr marL="0" indent="0">
              <a:buNone/>
            </a:pPr>
            <a:r>
              <a:rPr lang="en-US" b="1" dirty="0"/>
              <a:t>(d) GIQ 	</a:t>
            </a:r>
          </a:p>
          <a:p>
            <a:pPr marL="0" indent="0">
              <a:buNone/>
            </a:pPr>
            <a:r>
              <a:rPr lang="en-US" b="1" dirty="0"/>
              <a:t>(e) IKP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18.</a:t>
            </a:r>
          </a:p>
          <a:p>
            <a:pPr marL="457200" indent="-457200">
              <a:buAutoNum type="alphaLcParenBoth"/>
            </a:pPr>
            <a:r>
              <a:rPr lang="en-US" b="1" dirty="0"/>
              <a:t>BDW	</a:t>
            </a:r>
          </a:p>
          <a:p>
            <a:pPr marL="0" indent="0">
              <a:buNone/>
            </a:pPr>
            <a:r>
              <a:rPr lang="en-US" b="1" dirty="0"/>
              <a:t>(b) DFU 	</a:t>
            </a:r>
          </a:p>
          <a:p>
            <a:pPr marL="0" indent="0">
              <a:buNone/>
            </a:pPr>
            <a:r>
              <a:rPr lang="en-US" b="1" dirty="0"/>
              <a:t>(c) FHS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GIQ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(e) IKP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120619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19.</a:t>
            </a:r>
          </a:p>
          <a:p>
            <a:pPr marL="457200" indent="-457200">
              <a:buAutoNum type="alphaLcParenBoth"/>
            </a:pPr>
            <a:r>
              <a:rPr lang="en-US" b="1" dirty="0"/>
              <a:t>VRT 	</a:t>
            </a:r>
          </a:p>
          <a:p>
            <a:pPr marL="0" indent="0">
              <a:buNone/>
            </a:pPr>
            <a:r>
              <a:rPr lang="en-US" b="1" dirty="0"/>
              <a:t>(b) RMP 	</a:t>
            </a:r>
          </a:p>
          <a:p>
            <a:pPr marL="0" indent="0">
              <a:buNone/>
            </a:pPr>
            <a:r>
              <a:rPr lang="en-US" b="1" dirty="0"/>
              <a:t>(c) YUW 	</a:t>
            </a:r>
          </a:p>
          <a:p>
            <a:pPr marL="0" indent="0">
              <a:buNone/>
            </a:pPr>
            <a:r>
              <a:rPr lang="en-US" b="1" dirty="0"/>
              <a:t>(d) FBD 	</a:t>
            </a:r>
          </a:p>
          <a:p>
            <a:pPr marL="0" indent="0">
              <a:buNone/>
            </a:pPr>
            <a:r>
              <a:rPr lang="en-US" b="1" dirty="0"/>
              <a:t>(e) MIK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	 </a:t>
            </a:r>
          </a:p>
          <a:p>
            <a:pPr>
              <a:buNone/>
            </a:pPr>
            <a:r>
              <a:rPr lang="en-US" b="1" dirty="0"/>
              <a:t>	 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19.</a:t>
            </a:r>
          </a:p>
          <a:p>
            <a:pPr marL="457200" indent="-457200">
              <a:buAutoNum type="alphaLcParenBoth"/>
            </a:pPr>
            <a:r>
              <a:rPr lang="en-US" b="1" dirty="0"/>
              <a:t> LHJ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(b) RMP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(c) YUW 	</a:t>
            </a:r>
          </a:p>
          <a:p>
            <a:pPr marL="0" indent="0">
              <a:buNone/>
            </a:pPr>
            <a:r>
              <a:rPr lang="en-US" b="1" dirty="0"/>
              <a:t>(d) FBD 	</a:t>
            </a:r>
          </a:p>
          <a:p>
            <a:pPr marL="0" indent="0">
              <a:buNone/>
            </a:pPr>
            <a:r>
              <a:rPr lang="en-US" b="1" dirty="0"/>
              <a:t>(e) MIK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	 </a:t>
            </a:r>
          </a:p>
          <a:p>
            <a:pPr>
              <a:buNone/>
            </a:pPr>
            <a:r>
              <a:rPr lang="en-US" b="1" dirty="0"/>
              <a:t>	 </a:t>
            </a:r>
          </a:p>
        </p:txBody>
      </p:sp>
    </p:spTree>
    <p:extLst>
      <p:ext uri="{BB962C8B-B14F-4D97-AF65-F5344CB8AC3E}">
        <p14:creationId xmlns:p14="http://schemas.microsoft.com/office/powerpoint/2010/main" val="15288375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20.</a:t>
            </a:r>
          </a:p>
          <a:p>
            <a:pPr marL="457200" indent="-457200">
              <a:buAutoNum type="alphaLcParenBoth"/>
            </a:pPr>
            <a:r>
              <a:rPr lang="en-US" b="1" dirty="0"/>
              <a:t>DEB 	</a:t>
            </a:r>
          </a:p>
          <a:p>
            <a:pPr marL="0" indent="0">
              <a:buNone/>
            </a:pPr>
            <a:r>
              <a:rPr lang="en-US" b="1" dirty="0"/>
              <a:t>(b) HIF 	</a:t>
            </a:r>
          </a:p>
          <a:p>
            <a:pPr marL="0" indent="0">
              <a:buNone/>
            </a:pPr>
            <a:r>
              <a:rPr lang="en-US" b="1" dirty="0"/>
              <a:t>(c) NOL 	</a:t>
            </a:r>
          </a:p>
          <a:p>
            <a:pPr marL="0" indent="0">
              <a:buNone/>
            </a:pPr>
            <a:r>
              <a:rPr lang="en-US" b="1" dirty="0"/>
              <a:t>(d) RTP 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 	 	 </a:t>
            </a:r>
          </a:p>
          <a:p>
            <a:pPr>
              <a:buNone/>
            </a:pPr>
            <a:r>
              <a:rPr lang="en-US" b="1" dirty="0"/>
              <a:t> 	 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20.</a:t>
            </a:r>
          </a:p>
          <a:p>
            <a:pPr marL="457200" indent="-457200">
              <a:buAutoNum type="alphaLcParenBoth"/>
            </a:pPr>
            <a:r>
              <a:rPr lang="en-US" b="1" dirty="0"/>
              <a:t>DEB 	</a:t>
            </a:r>
          </a:p>
          <a:p>
            <a:pPr marL="0" indent="0">
              <a:buNone/>
            </a:pPr>
            <a:r>
              <a:rPr lang="en-US" b="1" dirty="0"/>
              <a:t>(b) HIF 	</a:t>
            </a:r>
          </a:p>
          <a:p>
            <a:pPr marL="0" indent="0">
              <a:buNone/>
            </a:pPr>
            <a:r>
              <a:rPr lang="en-US" b="1" dirty="0"/>
              <a:t>(c) NOL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RTP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 	 	 </a:t>
            </a:r>
          </a:p>
          <a:p>
            <a:pPr>
              <a:buNone/>
            </a:pPr>
            <a:r>
              <a:rPr lang="en-US" b="1" dirty="0"/>
              <a:t> 	 </a:t>
            </a:r>
          </a:p>
        </p:txBody>
      </p:sp>
    </p:spTree>
    <p:extLst>
      <p:ext uri="{BB962C8B-B14F-4D97-AF65-F5344CB8AC3E}">
        <p14:creationId xmlns:p14="http://schemas.microsoft.com/office/powerpoint/2010/main" val="4215193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21.</a:t>
            </a:r>
          </a:p>
          <a:p>
            <a:pPr marL="457200" indent="-457200">
              <a:buAutoNum type="alphaLcParenBoth"/>
            </a:pPr>
            <a:r>
              <a:rPr lang="en-US" b="1" dirty="0"/>
              <a:t>HJN 	</a:t>
            </a:r>
          </a:p>
          <a:p>
            <a:pPr marL="0" indent="0">
              <a:buNone/>
            </a:pPr>
            <a:r>
              <a:rPr lang="en-US" b="1" dirty="0"/>
              <a:t>(b) JLP 	</a:t>
            </a:r>
          </a:p>
          <a:p>
            <a:pPr marL="0" indent="0">
              <a:buNone/>
            </a:pPr>
            <a:r>
              <a:rPr lang="en-US" b="1" dirty="0"/>
              <a:t>(c) PRU 	</a:t>
            </a:r>
          </a:p>
          <a:p>
            <a:pPr marL="0" indent="0">
              <a:buNone/>
            </a:pPr>
            <a:r>
              <a:rPr lang="en-US" b="1" dirty="0"/>
              <a:t>(d) QSW 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21.</a:t>
            </a:r>
          </a:p>
          <a:p>
            <a:pPr marL="457200" indent="-457200">
              <a:buAutoNum type="alphaLcParenBoth"/>
            </a:pPr>
            <a:r>
              <a:rPr lang="en-US" b="1" dirty="0"/>
              <a:t>HJN 	</a:t>
            </a:r>
          </a:p>
          <a:p>
            <a:pPr marL="0" indent="0">
              <a:buNone/>
            </a:pPr>
            <a:r>
              <a:rPr lang="en-US" b="1" dirty="0"/>
              <a:t>(b) JLP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(c) PRU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(d) QSW 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694096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22.</a:t>
            </a:r>
          </a:p>
          <a:p>
            <a:pPr marL="457200" indent="-457200">
              <a:buAutoNum type="alphaLcParenBoth"/>
            </a:pPr>
            <a:r>
              <a:rPr lang="en-US" b="1" dirty="0"/>
              <a:t>CHG 	</a:t>
            </a:r>
          </a:p>
          <a:p>
            <a:pPr marL="0" indent="0">
              <a:buNone/>
            </a:pPr>
            <a:r>
              <a:rPr lang="en-US" b="1" dirty="0"/>
              <a:t>(b) LMM 	</a:t>
            </a:r>
          </a:p>
          <a:p>
            <a:pPr marL="0" indent="0">
              <a:buNone/>
            </a:pPr>
            <a:r>
              <a:rPr lang="en-US" b="1" dirty="0"/>
              <a:t>(c) BBC 	</a:t>
            </a:r>
          </a:p>
          <a:p>
            <a:pPr marL="0" indent="0">
              <a:buNone/>
            </a:pPr>
            <a:r>
              <a:rPr lang="en-US" b="1" dirty="0"/>
              <a:t>(d) HEG 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22.</a:t>
            </a:r>
          </a:p>
          <a:p>
            <a:pPr marL="457200" indent="-457200">
              <a:buAutoNum type="alphaLcParenBoth"/>
            </a:pPr>
            <a:r>
              <a:rPr lang="en-US" b="1" dirty="0"/>
              <a:t>CHG 	</a:t>
            </a:r>
          </a:p>
          <a:p>
            <a:pPr marL="0" indent="0">
              <a:buNone/>
            </a:pPr>
            <a:r>
              <a:rPr lang="en-US" b="1" dirty="0"/>
              <a:t>(b) LMM 	</a:t>
            </a:r>
          </a:p>
          <a:p>
            <a:pPr marL="0" indent="0">
              <a:buNone/>
            </a:pPr>
            <a:r>
              <a:rPr lang="en-US" b="1" dirty="0"/>
              <a:t>(c) BBC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HEG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(e) None of these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9650342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23.</a:t>
            </a:r>
          </a:p>
          <a:p>
            <a:pPr marL="457200" indent="-457200">
              <a:buAutoNum type="alphaLcParenBoth"/>
            </a:pPr>
            <a:r>
              <a:rPr lang="en-US" b="1" dirty="0"/>
              <a:t>PQO 	</a:t>
            </a:r>
          </a:p>
          <a:p>
            <a:pPr marL="0" indent="0">
              <a:buNone/>
            </a:pPr>
            <a:r>
              <a:rPr lang="en-US" b="1" dirty="0"/>
              <a:t>(b) IFM 	</a:t>
            </a:r>
          </a:p>
          <a:p>
            <a:pPr marL="0" indent="0">
              <a:buNone/>
            </a:pPr>
            <a:r>
              <a:rPr lang="en-US" b="1" dirty="0"/>
              <a:t>(c) ROV 	</a:t>
            </a:r>
          </a:p>
          <a:p>
            <a:pPr marL="0" indent="0">
              <a:buNone/>
            </a:pPr>
            <a:r>
              <a:rPr lang="en-US" b="1" dirty="0"/>
              <a:t>(d) QNT 	</a:t>
            </a:r>
          </a:p>
          <a:p>
            <a:pPr marL="0" indent="0">
              <a:buNone/>
            </a:pPr>
            <a:r>
              <a:rPr lang="en-US" b="1" dirty="0"/>
              <a:t>(e) SPW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23.</a:t>
            </a:r>
          </a:p>
          <a:p>
            <a:pPr marL="457200" indent="-457200">
              <a:buAutoNum type="alphaLcParenBoth"/>
            </a:pPr>
            <a:r>
              <a:rPr lang="en-US" b="1" dirty="0">
                <a:solidFill>
                  <a:srgbClr val="FF0000"/>
                </a:solidFill>
              </a:rPr>
              <a:t>PQO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(b) IFM 	</a:t>
            </a:r>
          </a:p>
          <a:p>
            <a:pPr marL="0" indent="0">
              <a:buNone/>
            </a:pPr>
            <a:r>
              <a:rPr lang="en-US" b="1" dirty="0"/>
              <a:t>(c) ROV 	</a:t>
            </a:r>
          </a:p>
          <a:p>
            <a:pPr marL="0" indent="0">
              <a:buNone/>
            </a:pPr>
            <a:r>
              <a:rPr lang="en-US" b="1" dirty="0"/>
              <a:t>(d) QNU	</a:t>
            </a:r>
          </a:p>
          <a:p>
            <a:pPr marL="0" indent="0"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1803923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24.</a:t>
            </a:r>
          </a:p>
          <a:p>
            <a:pPr marL="457200" indent="-457200">
              <a:buAutoNum type="alphaLcParenBoth"/>
            </a:pPr>
            <a:r>
              <a:rPr lang="en-US" b="1" dirty="0"/>
              <a:t>GDA 	</a:t>
            </a:r>
          </a:p>
          <a:p>
            <a:pPr marL="0" indent="0">
              <a:buNone/>
            </a:pPr>
            <a:r>
              <a:rPr lang="en-US" b="1" dirty="0"/>
              <a:t>(b) OLI 	</a:t>
            </a:r>
          </a:p>
          <a:p>
            <a:pPr marL="0" indent="0">
              <a:buNone/>
            </a:pPr>
            <a:r>
              <a:rPr lang="en-US" b="1" dirty="0"/>
              <a:t>(c) VSP 	</a:t>
            </a:r>
          </a:p>
          <a:p>
            <a:pPr marL="0" indent="0">
              <a:buNone/>
            </a:pPr>
            <a:r>
              <a:rPr lang="en-US" b="1" dirty="0"/>
              <a:t>(d) KHE 	</a:t>
            </a:r>
          </a:p>
          <a:p>
            <a:pPr marL="0" indent="0">
              <a:buNone/>
            </a:pPr>
            <a:r>
              <a:rPr lang="en-US" b="1" dirty="0"/>
              <a:t>(e) WYZ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24.</a:t>
            </a:r>
          </a:p>
          <a:p>
            <a:pPr marL="457200" indent="-457200">
              <a:buAutoNum type="alphaLcParenBoth"/>
            </a:pPr>
            <a:r>
              <a:rPr lang="en-US" b="1" dirty="0"/>
              <a:t>GDA 	</a:t>
            </a:r>
          </a:p>
          <a:p>
            <a:pPr marL="0" indent="0">
              <a:buNone/>
            </a:pPr>
            <a:r>
              <a:rPr lang="en-US" b="1" dirty="0"/>
              <a:t>(b) OLI 	</a:t>
            </a:r>
          </a:p>
          <a:p>
            <a:pPr marL="0" indent="0">
              <a:buNone/>
            </a:pPr>
            <a:r>
              <a:rPr lang="en-US" b="1" dirty="0"/>
              <a:t>(c) VSP 	</a:t>
            </a:r>
          </a:p>
          <a:p>
            <a:pPr marL="0" indent="0">
              <a:buNone/>
            </a:pPr>
            <a:r>
              <a:rPr lang="en-US" b="1" dirty="0"/>
              <a:t>(d) KHE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(e) WYZ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37761468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25.</a:t>
            </a:r>
          </a:p>
          <a:p>
            <a:pPr marL="457200" indent="-457200">
              <a:buAutoNum type="alphaLcParenBoth"/>
            </a:pPr>
            <a:r>
              <a:rPr lang="en-US" b="1" dirty="0"/>
              <a:t>NPM 	</a:t>
            </a:r>
          </a:p>
          <a:p>
            <a:pPr marL="0" indent="0">
              <a:buNone/>
            </a:pPr>
            <a:r>
              <a:rPr lang="en-US" b="1" dirty="0"/>
              <a:t>(b) IJL 	</a:t>
            </a:r>
          </a:p>
          <a:p>
            <a:pPr marL="0" indent="0">
              <a:buNone/>
            </a:pPr>
            <a:r>
              <a:rPr lang="en-US" b="1" dirty="0"/>
              <a:t>(c) QSZ 	</a:t>
            </a:r>
          </a:p>
          <a:p>
            <a:pPr marL="0" indent="0">
              <a:buNone/>
            </a:pPr>
            <a:r>
              <a:rPr lang="en-US" b="1" dirty="0"/>
              <a:t>(d) BHK 	</a:t>
            </a:r>
          </a:p>
          <a:p>
            <a:pPr marL="0" indent="0">
              <a:buNone/>
            </a:pPr>
            <a:r>
              <a:rPr lang="en-US" b="1" dirty="0"/>
              <a:t>(e) XGT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25.</a:t>
            </a:r>
          </a:p>
          <a:p>
            <a:pPr marL="457200" indent="-457200">
              <a:buAutoNum type="alphaLcParenBoth"/>
            </a:pPr>
            <a:r>
              <a:rPr lang="en-US" b="1" dirty="0"/>
              <a:t>NPM 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(b) IJL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(c) QSZ 	</a:t>
            </a:r>
          </a:p>
          <a:p>
            <a:pPr marL="0" indent="0">
              <a:buNone/>
            </a:pPr>
            <a:r>
              <a:rPr lang="en-US" b="1" dirty="0"/>
              <a:t>(d) BHK 	</a:t>
            </a:r>
          </a:p>
          <a:p>
            <a:pPr marL="0" indent="0">
              <a:buNone/>
            </a:pPr>
            <a:r>
              <a:rPr lang="en-US" b="1" dirty="0"/>
              <a:t>(e) XGT</a:t>
            </a:r>
          </a:p>
          <a:p>
            <a:pPr>
              <a:buNone/>
            </a:pPr>
            <a:r>
              <a:rPr lang="en-US" b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583778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26.</a:t>
            </a:r>
          </a:p>
          <a:p>
            <a:pPr marL="457200" indent="-457200">
              <a:buAutoNum type="alphaLcParenBoth"/>
            </a:pPr>
            <a:r>
              <a:rPr lang="en-US" b="1" dirty="0"/>
              <a:t>EBA	</a:t>
            </a:r>
          </a:p>
          <a:p>
            <a:pPr marL="0" indent="0">
              <a:buNone/>
            </a:pPr>
            <a:r>
              <a:rPr lang="en-US" b="1" dirty="0"/>
              <a:t>(b) XUT	</a:t>
            </a:r>
          </a:p>
          <a:p>
            <a:pPr marL="0" indent="0">
              <a:buNone/>
            </a:pPr>
            <a:r>
              <a:rPr lang="en-US" b="1" dirty="0"/>
              <a:t>(c) TQP	</a:t>
            </a:r>
          </a:p>
          <a:p>
            <a:pPr marL="0" indent="0">
              <a:buNone/>
            </a:pPr>
            <a:r>
              <a:rPr lang="en-US" b="1" dirty="0"/>
              <a:t>(d) JFE 	</a:t>
            </a:r>
          </a:p>
          <a:p>
            <a:pPr marL="0" indent="0">
              <a:buNone/>
            </a:pPr>
            <a:r>
              <a:rPr lang="en-US" b="1" dirty="0"/>
              <a:t>(e) YVU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	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26.</a:t>
            </a:r>
          </a:p>
          <a:p>
            <a:pPr marL="457200" indent="-457200">
              <a:buAutoNum type="alphaLcParenBoth"/>
            </a:pPr>
            <a:r>
              <a:rPr lang="en-US" b="1" dirty="0"/>
              <a:t>EBA	</a:t>
            </a:r>
          </a:p>
          <a:p>
            <a:pPr marL="0" indent="0">
              <a:buNone/>
            </a:pPr>
            <a:r>
              <a:rPr lang="en-US" b="1" dirty="0"/>
              <a:t>(b) XUT	</a:t>
            </a:r>
          </a:p>
          <a:p>
            <a:pPr marL="0" indent="0">
              <a:buNone/>
            </a:pPr>
            <a:r>
              <a:rPr lang="en-US" b="1" dirty="0"/>
              <a:t>(c) TQP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(d) JFE </a:t>
            </a:r>
            <a:r>
              <a:rPr lang="en-US" b="1" dirty="0"/>
              <a:t>	</a:t>
            </a:r>
          </a:p>
          <a:p>
            <a:pPr marL="0" indent="0">
              <a:buNone/>
            </a:pPr>
            <a:r>
              <a:rPr lang="en-US" b="1" dirty="0"/>
              <a:t>(e) YVU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	 </a:t>
            </a:r>
          </a:p>
        </p:txBody>
      </p:sp>
    </p:spTree>
    <p:extLst>
      <p:ext uri="{BB962C8B-B14F-4D97-AF65-F5344CB8AC3E}">
        <p14:creationId xmlns:p14="http://schemas.microsoft.com/office/powerpoint/2010/main" val="249300862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27.</a:t>
            </a:r>
          </a:p>
          <a:p>
            <a:pPr marL="457200" indent="-457200">
              <a:buAutoNum type="alphaLcParenBoth"/>
            </a:pPr>
            <a:r>
              <a:rPr lang="en-US" b="1" dirty="0"/>
              <a:t>BHE 	</a:t>
            </a:r>
          </a:p>
          <a:p>
            <a:pPr marL="0" indent="0">
              <a:buNone/>
            </a:pPr>
            <a:r>
              <a:rPr lang="en-US" b="1" dirty="0"/>
              <a:t>(b) DJG 	</a:t>
            </a:r>
          </a:p>
          <a:p>
            <a:pPr marL="0" indent="0">
              <a:buNone/>
            </a:pPr>
            <a:r>
              <a:rPr lang="en-US" b="1" dirty="0"/>
              <a:t>(c) SYV 	</a:t>
            </a:r>
          </a:p>
          <a:p>
            <a:pPr marL="0" indent="0">
              <a:buNone/>
            </a:pPr>
            <a:r>
              <a:rPr lang="en-US" b="1" dirty="0"/>
              <a:t>(d) JPM	</a:t>
            </a:r>
          </a:p>
          <a:p>
            <a:pPr marL="0" indent="0">
              <a:buNone/>
            </a:pPr>
            <a:r>
              <a:rPr lang="en-US" b="1" dirty="0"/>
              <a:t>(e) PUS</a:t>
            </a:r>
          </a:p>
          <a:p>
            <a:pPr>
              <a:buNone/>
            </a:pPr>
            <a:r>
              <a:rPr lang="en-US" b="1" dirty="0"/>
              <a:t> 	 	 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ODD ONE OUT</a:t>
            </a:r>
          </a:p>
          <a:p>
            <a:pPr>
              <a:buNone/>
            </a:pPr>
            <a:r>
              <a:rPr lang="en-US" b="1" dirty="0"/>
              <a:t>DIRECTION: Choose the odd one out.</a:t>
            </a:r>
            <a:endParaRPr lang="en-US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Q </a:t>
            </a:r>
            <a:r>
              <a:rPr lang="en-US" b="1" dirty="0"/>
              <a:t>27.</a:t>
            </a:r>
          </a:p>
          <a:p>
            <a:pPr marL="457200" indent="-457200">
              <a:buAutoNum type="alphaLcParenBoth"/>
            </a:pPr>
            <a:r>
              <a:rPr lang="en-US" b="1" dirty="0"/>
              <a:t>BHE 	</a:t>
            </a:r>
          </a:p>
          <a:p>
            <a:pPr marL="0" indent="0">
              <a:buNone/>
            </a:pPr>
            <a:r>
              <a:rPr lang="en-US" b="1" dirty="0"/>
              <a:t>(b) DJG 	</a:t>
            </a:r>
          </a:p>
          <a:p>
            <a:pPr marL="0" indent="0">
              <a:buNone/>
            </a:pPr>
            <a:r>
              <a:rPr lang="en-US" b="1" dirty="0"/>
              <a:t>(c) SYV 	</a:t>
            </a:r>
          </a:p>
          <a:p>
            <a:pPr marL="0" indent="0">
              <a:buNone/>
            </a:pPr>
            <a:r>
              <a:rPr lang="en-US" b="1" dirty="0"/>
              <a:t>(d) JPM	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(e) PUS</a:t>
            </a:r>
          </a:p>
          <a:p>
            <a:pPr>
              <a:buNone/>
            </a:pPr>
            <a:r>
              <a:rPr lang="en-US" b="1" dirty="0"/>
              <a:t> 	 	 </a:t>
            </a:r>
          </a:p>
        </p:txBody>
      </p:sp>
    </p:spTree>
    <p:extLst>
      <p:ext uri="{BB962C8B-B14F-4D97-AF65-F5344CB8AC3E}">
        <p14:creationId xmlns:p14="http://schemas.microsoft.com/office/powerpoint/2010/main" val="21302400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31876" y="689548"/>
            <a:ext cx="7828293" cy="404622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5400" b="1" dirty="0">
                <a:solidFill>
                  <a:srgbClr val="FF0000"/>
                </a:solidFill>
                <a:latin typeface="Arial Black" pitchFamily="34" charset="0"/>
              </a:rPr>
              <a:t>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2876816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sturPrep-Template.potx" id="{C3B8A6E5-A804-4E60-8D1B-A5B40FD32CD2}" vid="{258A70D1-D6EF-4570-8CD5-A0E127F22F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TesturPrep-Template</Template>
  <TotalTime>1124</TotalTime>
  <Words>2689</Words>
  <Application>Microsoft Office PowerPoint</Application>
  <PresentationFormat>Widescreen</PresentationFormat>
  <Paragraphs>604</Paragraphs>
  <Slides>60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5" baseType="lpstr">
      <vt:lpstr>Arial</vt:lpstr>
      <vt:lpstr>Arial Black</vt:lpstr>
      <vt:lpstr>Calibri</vt:lpstr>
      <vt:lpstr>Calibri Light</vt:lpstr>
      <vt:lpstr>Office Theme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-10 (CBSE)</dc:title>
  <dc:creator>anuj gupta</dc:creator>
  <cp:lastModifiedBy>Parveen  Kumar</cp:lastModifiedBy>
  <cp:revision>168</cp:revision>
  <dcterms:created xsi:type="dcterms:W3CDTF">2020-02-23T06:37:57Z</dcterms:created>
  <dcterms:modified xsi:type="dcterms:W3CDTF">2025-06-05T05:32:42Z</dcterms:modified>
</cp:coreProperties>
</file>