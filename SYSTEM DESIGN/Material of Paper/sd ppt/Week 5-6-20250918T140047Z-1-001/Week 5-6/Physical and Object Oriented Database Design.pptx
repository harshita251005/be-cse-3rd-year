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Lst>
  <p:notesMasterIdLst>
    <p:notesMasterId r:id="rId12"/>
  </p:notesMasterIdLst>
  <p:sldIdLst>
    <p:sldId id="256" r:id="rId2"/>
    <p:sldId id="265" r:id="rId3"/>
    <p:sldId id="266" r:id="rId4"/>
    <p:sldId id="267" r:id="rId5"/>
    <p:sldId id="268" r:id="rId6"/>
    <p:sldId id="269" r:id="rId7"/>
    <p:sldId id="272" r:id="rId8"/>
    <p:sldId id="273" r:id="rId9"/>
    <p:sldId id="270" r:id="rId10"/>
    <p:sldId id="274" r:id="rId11"/>
  </p:sldIdLst>
  <p:sldSz cx="14330363" cy="823118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D46BE6-26A1-489B-BBA5-9719B2B7F0EF}" v="3" dt="2025-08-21T07:17:24.2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805" autoAdjust="0"/>
  </p:normalViewPr>
  <p:slideViewPr>
    <p:cSldViewPr snapToGrid="0">
      <p:cViewPr varScale="1">
        <p:scale>
          <a:sx n="49" d="100"/>
          <a:sy n="49" d="100"/>
        </p:scale>
        <p:origin x="984" y="52"/>
      </p:cViewPr>
      <p:guideLst>
        <p:guide orient="horz" pos="2160"/>
        <p:guide pos="3840"/>
        <p:guide orient="horz" pos="2593"/>
        <p:guide pos="4579"/>
        <p:guide orient="horz" pos="2079"/>
        <p:guide orient="horz" pos="2496"/>
        <p:guide orient="horz" pos="2245"/>
        <p:guide orient="horz" pos="2694"/>
        <p:guide orient="horz" pos="2162"/>
        <p:guide orient="horz" pos="2594"/>
        <p:guide pos="3785"/>
        <p:guide pos="4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sh B" userId="9e94bcd8970e3b70" providerId="LiveId" clId="{FED46BE6-26A1-489B-BBA5-9719B2B7F0EF}"/>
    <pc:docChg chg="undo custSel addSld delSld modSld">
      <pc:chgData name="Yogesh B" userId="9e94bcd8970e3b70" providerId="LiveId" clId="{FED46BE6-26A1-489B-BBA5-9719B2B7F0EF}" dt="2025-08-21T07:35:29.454" v="292" actId="113"/>
      <pc:docMkLst>
        <pc:docMk/>
      </pc:docMkLst>
      <pc:sldChg chg="addSp modSp mod">
        <pc:chgData name="Yogesh B" userId="9e94bcd8970e3b70" providerId="LiveId" clId="{FED46BE6-26A1-489B-BBA5-9719B2B7F0EF}" dt="2025-08-21T07:35:29.454" v="292" actId="113"/>
        <pc:sldMkLst>
          <pc:docMk/>
          <pc:sldMk cId="0" sldId="256"/>
        </pc:sldMkLst>
        <pc:spChg chg="mod">
          <ac:chgData name="Yogesh B" userId="9e94bcd8970e3b70" providerId="LiveId" clId="{FED46BE6-26A1-489B-BBA5-9719B2B7F0EF}" dt="2025-08-21T07:35:29.454" v="292" actId="113"/>
          <ac:spMkLst>
            <pc:docMk/>
            <pc:sldMk cId="0" sldId="256"/>
            <ac:spMk id="55" creationId="{00000000-0000-0000-0000-000000000000}"/>
          </ac:spMkLst>
        </pc:spChg>
      </pc:sldChg>
      <pc:sldChg chg="del">
        <pc:chgData name="Yogesh B" userId="9e94bcd8970e3b70" providerId="LiveId" clId="{FED46BE6-26A1-489B-BBA5-9719B2B7F0EF}" dt="2025-08-06T10:00:49.732" v="4" actId="2696"/>
        <pc:sldMkLst>
          <pc:docMk/>
          <pc:sldMk cId="0" sldId="257"/>
        </pc:sldMkLst>
      </pc:sldChg>
      <pc:sldChg chg="del">
        <pc:chgData name="Yogesh B" userId="9e94bcd8970e3b70" providerId="LiveId" clId="{FED46BE6-26A1-489B-BBA5-9719B2B7F0EF}" dt="2025-08-06T10:00:49.732" v="4" actId="2696"/>
        <pc:sldMkLst>
          <pc:docMk/>
          <pc:sldMk cId="0" sldId="258"/>
        </pc:sldMkLst>
      </pc:sldChg>
      <pc:sldChg chg="del">
        <pc:chgData name="Yogesh B" userId="9e94bcd8970e3b70" providerId="LiveId" clId="{FED46BE6-26A1-489B-BBA5-9719B2B7F0EF}" dt="2025-08-06T10:00:49.732" v="4" actId="2696"/>
        <pc:sldMkLst>
          <pc:docMk/>
          <pc:sldMk cId="0" sldId="259"/>
        </pc:sldMkLst>
      </pc:sldChg>
      <pc:sldChg chg="del">
        <pc:chgData name="Yogesh B" userId="9e94bcd8970e3b70" providerId="LiveId" clId="{FED46BE6-26A1-489B-BBA5-9719B2B7F0EF}" dt="2025-08-06T10:00:49.732" v="4" actId="2696"/>
        <pc:sldMkLst>
          <pc:docMk/>
          <pc:sldMk cId="0" sldId="260"/>
        </pc:sldMkLst>
      </pc:sldChg>
      <pc:sldChg chg="del">
        <pc:chgData name="Yogesh B" userId="9e94bcd8970e3b70" providerId="LiveId" clId="{FED46BE6-26A1-489B-BBA5-9719B2B7F0EF}" dt="2025-08-06T10:00:49.732" v="4" actId="2696"/>
        <pc:sldMkLst>
          <pc:docMk/>
          <pc:sldMk cId="0" sldId="261"/>
        </pc:sldMkLst>
      </pc:sldChg>
      <pc:sldChg chg="del">
        <pc:chgData name="Yogesh B" userId="9e94bcd8970e3b70" providerId="LiveId" clId="{FED46BE6-26A1-489B-BBA5-9719B2B7F0EF}" dt="2025-08-06T10:00:49.732" v="4" actId="2696"/>
        <pc:sldMkLst>
          <pc:docMk/>
          <pc:sldMk cId="2926344218" sldId="262"/>
        </pc:sldMkLst>
      </pc:sldChg>
      <pc:sldChg chg="del">
        <pc:chgData name="Yogesh B" userId="9e94bcd8970e3b70" providerId="LiveId" clId="{FED46BE6-26A1-489B-BBA5-9719B2B7F0EF}" dt="2025-08-06T10:00:49.732" v="4" actId="2696"/>
        <pc:sldMkLst>
          <pc:docMk/>
          <pc:sldMk cId="3315301902" sldId="263"/>
        </pc:sldMkLst>
      </pc:sldChg>
      <pc:sldChg chg="del">
        <pc:chgData name="Yogesh B" userId="9e94bcd8970e3b70" providerId="LiveId" clId="{FED46BE6-26A1-489B-BBA5-9719B2B7F0EF}" dt="2025-08-06T10:00:49.732" v="4" actId="2696"/>
        <pc:sldMkLst>
          <pc:docMk/>
          <pc:sldMk cId="1493702870" sldId="264"/>
        </pc:sldMkLst>
      </pc:sldChg>
      <pc:sldChg chg="addSp delSp modSp mod modNotesTx">
        <pc:chgData name="Yogesh B" userId="9e94bcd8970e3b70" providerId="LiveId" clId="{FED46BE6-26A1-489B-BBA5-9719B2B7F0EF}" dt="2025-08-21T07:19:18.275" v="236" actId="1076"/>
        <pc:sldMkLst>
          <pc:docMk/>
          <pc:sldMk cId="141182112" sldId="265"/>
        </pc:sldMkLst>
        <pc:spChg chg="add mod">
          <ac:chgData name="Yogesh B" userId="9e94bcd8970e3b70" providerId="LiveId" clId="{FED46BE6-26A1-489B-BBA5-9719B2B7F0EF}" dt="2025-08-21T07:19:18.275" v="236" actId="1076"/>
          <ac:spMkLst>
            <pc:docMk/>
            <pc:sldMk cId="141182112" sldId="265"/>
            <ac:spMk id="4" creationId="{B04ECF17-E8B1-DAAB-CC27-F82E836A0F48}"/>
          </ac:spMkLst>
        </pc:spChg>
        <pc:spChg chg="mod">
          <ac:chgData name="Yogesh B" userId="9e94bcd8970e3b70" providerId="LiveId" clId="{FED46BE6-26A1-489B-BBA5-9719B2B7F0EF}" dt="2025-08-06T10:42:15.490" v="90" actId="113"/>
          <ac:spMkLst>
            <pc:docMk/>
            <pc:sldMk cId="141182112" sldId="265"/>
            <ac:spMk id="5" creationId="{4C40C2C6-038F-84A2-7BA6-830CB0BFD35F}"/>
          </ac:spMkLst>
        </pc:spChg>
      </pc:sldChg>
      <pc:sldChg chg="addSp modSp new mod">
        <pc:chgData name="Yogesh B" userId="9e94bcd8970e3b70" providerId="LiveId" clId="{FED46BE6-26A1-489B-BBA5-9719B2B7F0EF}" dt="2025-08-19T10:40:31.689" v="122" actId="20577"/>
        <pc:sldMkLst>
          <pc:docMk/>
          <pc:sldMk cId="154092018" sldId="266"/>
        </pc:sldMkLst>
        <pc:spChg chg="add mod">
          <ac:chgData name="Yogesh B" userId="9e94bcd8970e3b70" providerId="LiveId" clId="{FED46BE6-26A1-489B-BBA5-9719B2B7F0EF}" dt="2025-08-06T10:40:42.310" v="77" actId="20577"/>
          <ac:spMkLst>
            <pc:docMk/>
            <pc:sldMk cId="154092018" sldId="266"/>
            <ac:spMk id="4" creationId="{9490F3EB-C1C3-96DC-D601-D57241F94374}"/>
          </ac:spMkLst>
        </pc:spChg>
        <pc:spChg chg="add mod">
          <ac:chgData name="Yogesh B" userId="9e94bcd8970e3b70" providerId="LiveId" clId="{FED46BE6-26A1-489B-BBA5-9719B2B7F0EF}" dt="2025-08-19T10:40:31.689" v="122" actId="20577"/>
          <ac:spMkLst>
            <pc:docMk/>
            <pc:sldMk cId="154092018" sldId="266"/>
            <ac:spMk id="6" creationId="{84AEEC36-6FBF-3D37-53B1-7964DF1C3E1F}"/>
          </ac:spMkLst>
        </pc:spChg>
      </pc:sldChg>
      <pc:sldChg chg="del">
        <pc:chgData name="Yogesh B" userId="9e94bcd8970e3b70" providerId="LiveId" clId="{FED46BE6-26A1-489B-BBA5-9719B2B7F0EF}" dt="2025-08-06T10:00:49.732" v="4" actId="2696"/>
        <pc:sldMkLst>
          <pc:docMk/>
          <pc:sldMk cId="1547604676" sldId="266"/>
        </pc:sldMkLst>
      </pc:sldChg>
      <pc:sldChg chg="addSp modSp new mod">
        <pc:chgData name="Yogesh B" userId="9e94bcd8970e3b70" providerId="LiveId" clId="{FED46BE6-26A1-489B-BBA5-9719B2B7F0EF}" dt="2025-08-19T10:44:36.364" v="130" actId="123"/>
        <pc:sldMkLst>
          <pc:docMk/>
          <pc:sldMk cId="2789022161" sldId="267"/>
        </pc:sldMkLst>
        <pc:spChg chg="add mod">
          <ac:chgData name="Yogesh B" userId="9e94bcd8970e3b70" providerId="LiveId" clId="{FED46BE6-26A1-489B-BBA5-9719B2B7F0EF}" dt="2025-08-19T10:43:44.239" v="128" actId="20577"/>
          <ac:spMkLst>
            <pc:docMk/>
            <pc:sldMk cId="2789022161" sldId="267"/>
            <ac:spMk id="4" creationId="{3DCA63F2-D475-6BDD-2E3C-1756A308623F}"/>
          </ac:spMkLst>
        </pc:spChg>
        <pc:spChg chg="add mod">
          <ac:chgData name="Yogesh B" userId="9e94bcd8970e3b70" providerId="LiveId" clId="{FED46BE6-26A1-489B-BBA5-9719B2B7F0EF}" dt="2025-08-19T10:44:36.364" v="130" actId="123"/>
          <ac:spMkLst>
            <pc:docMk/>
            <pc:sldMk cId="2789022161" sldId="267"/>
            <ac:spMk id="6" creationId="{274907BF-13D0-0FF1-8AC0-5FF35ACF3A07}"/>
          </ac:spMkLst>
        </pc:spChg>
      </pc:sldChg>
      <pc:sldChg chg="del">
        <pc:chgData name="Yogesh B" userId="9e94bcd8970e3b70" providerId="LiveId" clId="{FED46BE6-26A1-489B-BBA5-9719B2B7F0EF}" dt="2025-08-06T10:00:49.732" v="4" actId="2696"/>
        <pc:sldMkLst>
          <pc:docMk/>
          <pc:sldMk cId="3713823275" sldId="267"/>
        </pc:sldMkLst>
      </pc:sldChg>
      <pc:sldChg chg="addSp modSp new mod">
        <pc:chgData name="Yogesh B" userId="9e94bcd8970e3b70" providerId="LiveId" clId="{FED46BE6-26A1-489B-BBA5-9719B2B7F0EF}" dt="2025-08-21T07:32:54.121" v="269" actId="255"/>
        <pc:sldMkLst>
          <pc:docMk/>
          <pc:sldMk cId="503401814" sldId="268"/>
        </pc:sldMkLst>
        <pc:spChg chg="mod">
          <ac:chgData name="Yogesh B" userId="9e94bcd8970e3b70" providerId="LiveId" clId="{FED46BE6-26A1-489B-BBA5-9719B2B7F0EF}" dt="2025-08-21T07:20:02.903" v="239" actId="1076"/>
          <ac:spMkLst>
            <pc:docMk/>
            <pc:sldMk cId="503401814" sldId="268"/>
            <ac:spMk id="2" creationId="{430C6276-F4EF-C63D-65EF-4B78C35B8BFC}"/>
          </ac:spMkLst>
        </pc:spChg>
        <pc:spChg chg="add mod">
          <ac:chgData name="Yogesh B" userId="9e94bcd8970e3b70" providerId="LiveId" clId="{FED46BE6-26A1-489B-BBA5-9719B2B7F0EF}" dt="2025-08-21T07:20:02.903" v="239" actId="1076"/>
          <ac:spMkLst>
            <pc:docMk/>
            <pc:sldMk cId="503401814" sldId="268"/>
            <ac:spMk id="4" creationId="{95FB5328-F2C1-E986-3230-244BABAE35CC}"/>
          </ac:spMkLst>
        </pc:spChg>
        <pc:spChg chg="add mod">
          <ac:chgData name="Yogesh B" userId="9e94bcd8970e3b70" providerId="LiveId" clId="{FED46BE6-26A1-489B-BBA5-9719B2B7F0EF}" dt="2025-08-21T07:32:54.121" v="269" actId="255"/>
          <ac:spMkLst>
            <pc:docMk/>
            <pc:sldMk cId="503401814" sldId="268"/>
            <ac:spMk id="6" creationId="{3B91D8FB-7FA6-7E14-301A-D6DC64105E4A}"/>
          </ac:spMkLst>
        </pc:spChg>
      </pc:sldChg>
      <pc:sldChg chg="del">
        <pc:chgData name="Yogesh B" userId="9e94bcd8970e3b70" providerId="LiveId" clId="{FED46BE6-26A1-489B-BBA5-9719B2B7F0EF}" dt="2025-08-06T10:00:49.732" v="4" actId="2696"/>
        <pc:sldMkLst>
          <pc:docMk/>
          <pc:sldMk cId="552265185" sldId="268"/>
        </pc:sldMkLst>
      </pc:sldChg>
      <pc:sldChg chg="del">
        <pc:chgData name="Yogesh B" userId="9e94bcd8970e3b70" providerId="LiveId" clId="{FED46BE6-26A1-489B-BBA5-9719B2B7F0EF}" dt="2025-08-06T10:00:49.732" v="4" actId="2696"/>
        <pc:sldMkLst>
          <pc:docMk/>
          <pc:sldMk cId="1431701536" sldId="269"/>
        </pc:sldMkLst>
      </pc:sldChg>
      <pc:sldChg chg="addSp modSp new mod">
        <pc:chgData name="Yogesh B" userId="9e94bcd8970e3b70" providerId="LiveId" clId="{FED46BE6-26A1-489B-BBA5-9719B2B7F0EF}" dt="2025-08-21T07:23:07.826" v="260" actId="20577"/>
        <pc:sldMkLst>
          <pc:docMk/>
          <pc:sldMk cId="2689849443" sldId="269"/>
        </pc:sldMkLst>
        <pc:spChg chg="add mod">
          <ac:chgData name="Yogesh B" userId="9e94bcd8970e3b70" providerId="LiveId" clId="{FED46BE6-26A1-489B-BBA5-9719B2B7F0EF}" dt="2025-08-21T07:21:47.544" v="249" actId="14100"/>
          <ac:spMkLst>
            <pc:docMk/>
            <pc:sldMk cId="2689849443" sldId="269"/>
            <ac:spMk id="4" creationId="{E6B4D12B-36C2-29B3-2E6D-D7E7A6E5CD36}"/>
          </ac:spMkLst>
        </pc:spChg>
        <pc:spChg chg="add mod">
          <ac:chgData name="Yogesh B" userId="9e94bcd8970e3b70" providerId="LiveId" clId="{FED46BE6-26A1-489B-BBA5-9719B2B7F0EF}" dt="2025-08-21T07:23:07.826" v="260" actId="20577"/>
          <ac:spMkLst>
            <pc:docMk/>
            <pc:sldMk cId="2689849443" sldId="269"/>
            <ac:spMk id="6" creationId="{CF773418-2F79-BCC4-70A8-62463C5D62DD}"/>
          </ac:spMkLst>
        </pc:spChg>
      </pc:sldChg>
      <pc:sldChg chg="del">
        <pc:chgData name="Yogesh B" userId="9e94bcd8970e3b70" providerId="LiveId" clId="{FED46BE6-26A1-489B-BBA5-9719B2B7F0EF}" dt="2025-08-06T10:00:49.732" v="4" actId="2696"/>
        <pc:sldMkLst>
          <pc:docMk/>
          <pc:sldMk cId="1774625695" sldId="270"/>
        </pc:sldMkLst>
      </pc:sldChg>
      <pc:sldChg chg="addSp delSp modSp new mod">
        <pc:chgData name="Yogesh B" userId="9e94bcd8970e3b70" providerId="LiveId" clId="{FED46BE6-26A1-489B-BBA5-9719B2B7F0EF}" dt="2025-08-21T07:24:34.884" v="267" actId="1076"/>
        <pc:sldMkLst>
          <pc:docMk/>
          <pc:sldMk cId="2648999695" sldId="270"/>
        </pc:sldMkLst>
        <pc:spChg chg="add mod">
          <ac:chgData name="Yogesh B" userId="9e94bcd8970e3b70" providerId="LiveId" clId="{FED46BE6-26A1-489B-BBA5-9719B2B7F0EF}" dt="2025-08-21T07:18:18.420" v="235" actId="1076"/>
          <ac:spMkLst>
            <pc:docMk/>
            <pc:sldMk cId="2648999695" sldId="270"/>
            <ac:spMk id="4" creationId="{8387D929-C299-C1A8-7D45-F38856E7914D}"/>
          </ac:spMkLst>
        </pc:spChg>
        <pc:spChg chg="add mod">
          <ac:chgData name="Yogesh B" userId="9e94bcd8970e3b70" providerId="LiveId" clId="{FED46BE6-26A1-489B-BBA5-9719B2B7F0EF}" dt="2025-08-21T07:24:34.884" v="267" actId="1076"/>
          <ac:spMkLst>
            <pc:docMk/>
            <pc:sldMk cId="2648999695" sldId="270"/>
            <ac:spMk id="6" creationId="{D164EE22-7365-EC57-B1B8-E599D679A7E4}"/>
          </ac:spMkLst>
        </pc:spChg>
        <pc:spChg chg="add del">
          <ac:chgData name="Yogesh B" userId="9e94bcd8970e3b70" providerId="LiveId" clId="{FED46BE6-26A1-489B-BBA5-9719B2B7F0EF}" dt="2025-08-21T06:48:08.203" v="148" actId="22"/>
          <ac:spMkLst>
            <pc:docMk/>
            <pc:sldMk cId="2648999695" sldId="270"/>
            <ac:spMk id="8" creationId="{A76762CD-70C1-43D7-D8CA-D6FD688C2727}"/>
          </ac:spMkLst>
        </pc:spChg>
      </pc:sldChg>
      <pc:sldChg chg="addSp modSp new del mod">
        <pc:chgData name="Yogesh B" userId="9e94bcd8970e3b70" providerId="LiveId" clId="{FED46BE6-26A1-489B-BBA5-9719B2B7F0EF}" dt="2025-08-21T07:24:41.967" v="268" actId="2696"/>
        <pc:sldMkLst>
          <pc:docMk/>
          <pc:sldMk cId="1312253387" sldId="271"/>
        </pc:sldMkLst>
        <pc:spChg chg="add mod">
          <ac:chgData name="Yogesh B" userId="9e94bcd8970e3b70" providerId="LiveId" clId="{FED46BE6-26A1-489B-BBA5-9719B2B7F0EF}" dt="2025-08-21T06:48:49.063" v="156" actId="6549"/>
          <ac:spMkLst>
            <pc:docMk/>
            <pc:sldMk cId="1312253387" sldId="271"/>
            <ac:spMk id="4" creationId="{ABC8F796-DEBC-94C4-914B-87E5F027ECAA}"/>
          </ac:spMkLst>
        </pc:spChg>
        <pc:spChg chg="add">
          <ac:chgData name="Yogesh B" userId="9e94bcd8970e3b70" providerId="LiveId" clId="{FED46BE6-26A1-489B-BBA5-9719B2B7F0EF}" dt="2025-08-21T06:49:28.726" v="157" actId="22"/>
          <ac:spMkLst>
            <pc:docMk/>
            <pc:sldMk cId="1312253387" sldId="271"/>
            <ac:spMk id="6" creationId="{8D300272-26F6-3C83-B3B1-9DD2C16AA026}"/>
          </ac:spMkLst>
        </pc:spChg>
      </pc:sldChg>
      <pc:sldChg chg="addSp modSp new mod">
        <pc:chgData name="Yogesh B" userId="9e94bcd8970e3b70" providerId="LiveId" clId="{FED46BE6-26A1-489B-BBA5-9719B2B7F0EF}" dt="2025-08-21T07:33:12.263" v="270" actId="113"/>
        <pc:sldMkLst>
          <pc:docMk/>
          <pc:sldMk cId="2513655666" sldId="272"/>
        </pc:sldMkLst>
        <pc:spChg chg="add mod">
          <ac:chgData name="Yogesh B" userId="9e94bcd8970e3b70" providerId="LiveId" clId="{FED46BE6-26A1-489B-BBA5-9719B2B7F0EF}" dt="2025-08-21T07:33:12.263" v="270" actId="113"/>
          <ac:spMkLst>
            <pc:docMk/>
            <pc:sldMk cId="2513655666" sldId="272"/>
            <ac:spMk id="4" creationId="{9D6F946C-ED58-3CB7-3706-B7DA9F208265}"/>
          </ac:spMkLst>
        </pc:spChg>
        <pc:spChg chg="add mod">
          <ac:chgData name="Yogesh B" userId="9e94bcd8970e3b70" providerId="LiveId" clId="{FED46BE6-26A1-489B-BBA5-9719B2B7F0EF}" dt="2025-08-21T07:16:00.273" v="198" actId="207"/>
          <ac:spMkLst>
            <pc:docMk/>
            <pc:sldMk cId="2513655666" sldId="272"/>
            <ac:spMk id="6" creationId="{C2CA8FFF-F369-0BF0-E960-2F9BD6B10152}"/>
          </ac:spMkLst>
        </pc:spChg>
      </pc:sldChg>
      <pc:sldChg chg="modSp add mod">
        <pc:chgData name="Yogesh B" userId="9e94bcd8970e3b70" providerId="LiveId" clId="{FED46BE6-26A1-489B-BBA5-9719B2B7F0EF}" dt="2025-08-21T07:33:20.805" v="271" actId="113"/>
        <pc:sldMkLst>
          <pc:docMk/>
          <pc:sldMk cId="3836142250" sldId="273"/>
        </pc:sldMkLst>
        <pc:spChg chg="mod">
          <ac:chgData name="Yogesh B" userId="9e94bcd8970e3b70" providerId="LiveId" clId="{FED46BE6-26A1-489B-BBA5-9719B2B7F0EF}" dt="2025-08-21T07:33:20.805" v="271" actId="113"/>
          <ac:spMkLst>
            <pc:docMk/>
            <pc:sldMk cId="3836142250" sldId="273"/>
            <ac:spMk id="4" creationId="{AA1B86ED-0B00-4877-F635-8AF6167CB980}"/>
          </ac:spMkLst>
        </pc:spChg>
        <pc:spChg chg="mod">
          <ac:chgData name="Yogesh B" userId="9e94bcd8970e3b70" providerId="LiveId" clId="{FED46BE6-26A1-489B-BBA5-9719B2B7F0EF}" dt="2025-08-21T07:24:09.690" v="266" actId="20577"/>
          <ac:spMkLst>
            <pc:docMk/>
            <pc:sldMk cId="3836142250" sldId="273"/>
            <ac:spMk id="6" creationId="{34228CBF-A134-0FAF-5523-35464562CC48}"/>
          </ac:spMkLst>
        </pc:spChg>
      </pc:sldChg>
      <pc:sldChg chg="new del">
        <pc:chgData name="Yogesh B" userId="9e94bcd8970e3b70" providerId="LiveId" clId="{FED46BE6-26A1-489B-BBA5-9719B2B7F0EF}" dt="2025-08-21T07:33:52.163" v="273" actId="2696"/>
        <pc:sldMkLst>
          <pc:docMk/>
          <pc:sldMk cId="205250237" sldId="274"/>
        </pc:sldMkLst>
      </pc:sldChg>
      <pc:sldChg chg="delSp modSp new mod">
        <pc:chgData name="Yogesh B" userId="9e94bcd8970e3b70" providerId="LiveId" clId="{FED46BE6-26A1-489B-BBA5-9719B2B7F0EF}" dt="2025-08-21T07:35:17.202" v="291" actId="1076"/>
        <pc:sldMkLst>
          <pc:docMk/>
          <pc:sldMk cId="2097907800" sldId="274"/>
        </pc:sldMkLst>
        <pc:spChg chg="del">
          <ac:chgData name="Yogesh B" userId="9e94bcd8970e3b70" providerId="LiveId" clId="{FED46BE6-26A1-489B-BBA5-9719B2B7F0EF}" dt="2025-08-21T07:34:12.534" v="275" actId="21"/>
          <ac:spMkLst>
            <pc:docMk/>
            <pc:sldMk cId="2097907800" sldId="274"/>
            <ac:spMk id="2" creationId="{D9511F17-14E7-C53D-CA03-A0C8A50FD4C6}"/>
          </ac:spMkLst>
        </pc:spChg>
        <pc:spChg chg="mod">
          <ac:chgData name="Yogesh B" userId="9e94bcd8970e3b70" providerId="LiveId" clId="{FED46BE6-26A1-489B-BBA5-9719B2B7F0EF}" dt="2025-08-21T07:35:17.202" v="291" actId="1076"/>
          <ac:spMkLst>
            <pc:docMk/>
            <pc:sldMk cId="2097907800" sldId="274"/>
            <ac:spMk id="3" creationId="{14B201D9-B017-D301-171E-4BA128D8D00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50" name="Google Shape;50;p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82160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30358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999587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2" descr="LOGO.gif"/>
          <p:cNvPicPr preferRelativeResize="0"/>
          <p:nvPr/>
        </p:nvPicPr>
        <p:blipFill rotWithShape="1">
          <a:blip r:embed="rId2">
            <a:alphaModFix/>
          </a:blip>
          <a:srcRect b="10713"/>
          <a:stretch/>
        </p:blipFill>
        <p:spPr>
          <a:xfrm>
            <a:off x="10270103" y="274375"/>
            <a:ext cx="3224332" cy="762147"/>
          </a:xfrm>
          <a:prstGeom prst="rect">
            <a:avLst/>
          </a:prstGeom>
          <a:noFill/>
          <a:ln>
            <a:noFill/>
          </a:ln>
        </p:spPr>
      </p:pic>
      <p:grpSp>
        <p:nvGrpSpPr>
          <p:cNvPr id="26" name="Google Shape;26;p2"/>
          <p:cNvGrpSpPr/>
          <p:nvPr/>
        </p:nvGrpSpPr>
        <p:grpSpPr>
          <a:xfrm>
            <a:off x="9633189" y="2"/>
            <a:ext cx="4697174" cy="1051763"/>
            <a:chOff x="6096000" y="3924300"/>
            <a:chExt cx="2997200" cy="876300"/>
          </a:xfrm>
        </p:grpSpPr>
        <p:sp>
          <p:nvSpPr>
            <p:cNvPr id="27" name="Google Shape;27;p2"/>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 name="Google Shape;28;p2"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2"/>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0" name="Google Shape;30;p2" descr="logo.jpg"/>
          <p:cNvPicPr preferRelativeResize="0"/>
          <p:nvPr/>
        </p:nvPicPr>
        <p:blipFill rotWithShape="1">
          <a:blip r:embed="rId3">
            <a:alphaModFix/>
          </a:blip>
          <a:srcRect/>
          <a:stretch/>
        </p:blipFill>
        <p:spPr>
          <a:xfrm>
            <a:off x="10270101" y="274378"/>
            <a:ext cx="3010371" cy="731662"/>
          </a:xfrm>
          <a:prstGeom prst="rect">
            <a:avLst/>
          </a:prstGeom>
          <a:noFill/>
          <a:ln>
            <a:noFill/>
          </a:ln>
        </p:spPr>
      </p:pic>
      <p:sp>
        <p:nvSpPr>
          <p:cNvPr id="31" name="Google Shape;31;p2"/>
          <p:cNvSpPr txBox="1">
            <a:spLocks noGrp="1"/>
          </p:cNvSpPr>
          <p:nvPr>
            <p:ph type="title"/>
          </p:nvPr>
        </p:nvSpPr>
        <p:spPr>
          <a:xfrm>
            <a:off x="1" y="2"/>
            <a:ext cx="10150674" cy="1006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2"/>
          <p:cNvSpPr txBox="1">
            <a:spLocks noGrp="1"/>
          </p:cNvSpPr>
          <p:nvPr>
            <p:ph type="body" idx="1"/>
          </p:nvPr>
        </p:nvSpPr>
        <p:spPr>
          <a:xfrm>
            <a:off x="716522" y="1646250"/>
            <a:ext cx="12897326" cy="543220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2"/>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
        <p:cNvGrpSpPr/>
        <p:nvPr/>
      </p:nvGrpSpPr>
      <p:grpSpPr>
        <a:xfrm>
          <a:off x="0" y="0"/>
          <a:ext cx="0" cy="0"/>
          <a:chOff x="0" y="0"/>
          <a:chExt cx="0" cy="0"/>
        </a:xfrm>
      </p:grpSpPr>
      <p:sp>
        <p:nvSpPr>
          <p:cNvPr id="37" name="Google Shape;37;p3"/>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0"/>
        <p:cNvGrpSpPr/>
        <p:nvPr/>
      </p:nvGrpSpPr>
      <p:grpSpPr>
        <a:xfrm>
          <a:off x="0" y="0"/>
          <a:ext cx="0" cy="0"/>
          <a:chOff x="0" y="0"/>
          <a:chExt cx="0" cy="0"/>
        </a:xfrm>
      </p:grpSpPr>
      <p:sp>
        <p:nvSpPr>
          <p:cNvPr id="41" name="Google Shape;41;p4"/>
          <p:cNvSpPr txBox="1">
            <a:spLocks noGrp="1"/>
          </p:cNvSpPr>
          <p:nvPr>
            <p:ph type="ctrTitle"/>
          </p:nvPr>
        </p:nvSpPr>
        <p:spPr>
          <a:xfrm>
            <a:off x="10" y="3"/>
            <a:ext cx="8598218" cy="109749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4"/>
          <p:cNvSpPr txBox="1">
            <a:spLocks noGrp="1"/>
          </p:cNvSpPr>
          <p:nvPr>
            <p:ph type="subTitle" idx="1"/>
          </p:nvPr>
        </p:nvSpPr>
        <p:spPr>
          <a:xfrm>
            <a:off x="835942" y="1646241"/>
            <a:ext cx="12777907" cy="5670373"/>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43" name="Google Shape;43;p4"/>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 y="2"/>
            <a:ext cx="10150674" cy="10060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716522" y="1646250"/>
            <a:ext cx="12897326" cy="543220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
          <p:cNvSpPr/>
          <p:nvPr/>
        </p:nvSpPr>
        <p:spPr>
          <a:xfrm>
            <a:off x="6" y="2"/>
            <a:ext cx="14330363" cy="1006034"/>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
          <p:cNvSpPr/>
          <p:nvPr/>
        </p:nvSpPr>
        <p:spPr>
          <a:xfrm rot="10800000" flipH="1">
            <a:off x="6" y="8048276"/>
            <a:ext cx="14330363" cy="23778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1" descr="LOGO.gif"/>
          <p:cNvPicPr preferRelativeResize="0"/>
          <p:nvPr/>
        </p:nvPicPr>
        <p:blipFill rotWithShape="1">
          <a:blip r:embed="rId5">
            <a:alphaModFix/>
          </a:blip>
          <a:srcRect b="10713"/>
          <a:stretch/>
        </p:blipFill>
        <p:spPr>
          <a:xfrm>
            <a:off x="10270103" y="274375"/>
            <a:ext cx="3224332" cy="762147"/>
          </a:xfrm>
          <a:prstGeom prst="rect">
            <a:avLst/>
          </a:prstGeom>
          <a:noFill/>
          <a:ln>
            <a:noFill/>
          </a:ln>
        </p:spPr>
      </p:pic>
      <p:pic>
        <p:nvPicPr>
          <p:cNvPr id="18" name="Google Shape;18;p1" descr="LOGO.gif"/>
          <p:cNvPicPr preferRelativeResize="0"/>
          <p:nvPr/>
        </p:nvPicPr>
        <p:blipFill rotWithShape="1">
          <a:blip r:embed="rId5">
            <a:alphaModFix/>
          </a:blip>
          <a:srcRect b="10713"/>
          <a:stretch/>
        </p:blipFill>
        <p:spPr>
          <a:xfrm>
            <a:off x="10270103" y="274375"/>
            <a:ext cx="3224332" cy="762147"/>
          </a:xfrm>
          <a:prstGeom prst="rect">
            <a:avLst/>
          </a:prstGeom>
          <a:noFill/>
          <a:ln>
            <a:noFill/>
          </a:ln>
        </p:spPr>
      </p:pic>
      <p:grpSp>
        <p:nvGrpSpPr>
          <p:cNvPr id="19" name="Google Shape;19;p1"/>
          <p:cNvGrpSpPr/>
          <p:nvPr/>
        </p:nvGrpSpPr>
        <p:grpSpPr>
          <a:xfrm>
            <a:off x="9633189" y="2"/>
            <a:ext cx="4697174" cy="1051763"/>
            <a:chOff x="6096000" y="3924300"/>
            <a:chExt cx="2997200" cy="876300"/>
          </a:xfrm>
        </p:grpSpPr>
        <p:sp>
          <p:nvSpPr>
            <p:cNvPr id="20" name="Google Shape;20;p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 name="Google Shape;21;p1"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22" name="Google Shape;22;p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3" name="Google Shape;23;p1" descr="logo.jpg"/>
          <p:cNvPicPr preferRelativeResize="0"/>
          <p:nvPr/>
        </p:nvPicPr>
        <p:blipFill rotWithShape="1">
          <a:blip r:embed="rId6">
            <a:alphaModFix/>
          </a:blip>
          <a:srcRect/>
          <a:stretch/>
        </p:blipFill>
        <p:spPr>
          <a:xfrm>
            <a:off x="10270101" y="274378"/>
            <a:ext cx="3010371" cy="7316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5"/>
          <p:cNvSpPr txBox="1"/>
          <p:nvPr/>
        </p:nvSpPr>
        <p:spPr>
          <a:xfrm>
            <a:off x="3134773" y="7036631"/>
            <a:ext cx="8150394"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Chitkara University Institute of Engineering and Technology,</a:t>
            </a:r>
            <a:br>
              <a:rPr lang="en-US" sz="1800">
                <a:solidFill>
                  <a:schemeClr val="dk1"/>
                </a:solidFill>
                <a:latin typeface="Times New Roman"/>
                <a:ea typeface="Times New Roman"/>
                <a:cs typeface="Times New Roman"/>
                <a:sym typeface="Times New Roman"/>
              </a:rPr>
            </a:br>
            <a:r>
              <a:rPr lang="en-US" sz="1800" b="1">
                <a:solidFill>
                  <a:schemeClr val="dk1"/>
                </a:solidFill>
                <a:latin typeface="Times New Roman"/>
                <a:ea typeface="Times New Roman"/>
                <a:cs typeface="Times New Roman"/>
                <a:sym typeface="Times New Roman"/>
              </a:rPr>
              <a:t>Chitkara University, Punjab, India</a:t>
            </a:r>
            <a:endParaRPr sz="1800">
              <a:solidFill>
                <a:schemeClr val="dk1"/>
              </a:solidFill>
              <a:latin typeface="Times New Roman"/>
              <a:ea typeface="Times New Roman"/>
              <a:cs typeface="Times New Roman"/>
              <a:sym typeface="Times New Roman"/>
            </a:endParaRPr>
          </a:p>
        </p:txBody>
      </p:sp>
      <p:sp>
        <p:nvSpPr>
          <p:cNvPr id="53" name="Google Shape;53;p5"/>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a:t>
            </a:fld>
            <a:endParaRPr>
              <a:latin typeface="Times New Roman"/>
              <a:ea typeface="Times New Roman"/>
              <a:cs typeface="Times New Roman"/>
              <a:sym typeface="Times New Roman"/>
            </a:endParaRPr>
          </a:p>
        </p:txBody>
      </p:sp>
      <p:sp>
        <p:nvSpPr>
          <p:cNvPr id="54" name="Google Shape;54;p5"/>
          <p:cNvSpPr/>
          <p:nvPr/>
        </p:nvSpPr>
        <p:spPr>
          <a:xfrm>
            <a:off x="3205359" y="6477391"/>
            <a:ext cx="7830086" cy="55923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Department of Computer Science &amp; Engineering</a:t>
            </a:r>
            <a:endParaRPr/>
          </a:p>
        </p:txBody>
      </p:sp>
      <p:sp>
        <p:nvSpPr>
          <p:cNvPr id="55" name="Google Shape;55;p5"/>
          <p:cNvSpPr/>
          <p:nvPr/>
        </p:nvSpPr>
        <p:spPr>
          <a:xfrm>
            <a:off x="1247574" y="2518121"/>
            <a:ext cx="11293348" cy="923330"/>
          </a:xfrm>
          <a:prstGeom prst="rect">
            <a:avLst/>
          </a:prstGeom>
          <a:noFill/>
          <a:ln>
            <a:noFill/>
          </a:ln>
        </p:spPr>
        <p:txBody>
          <a:bodyPr spcFirstLastPara="1" wrap="square" lIns="91425" tIns="45700" rIns="91425" bIns="45700" anchor="t" anchorCtr="0">
            <a:noAutofit/>
          </a:bodyPr>
          <a:lstStyle/>
          <a:p>
            <a:pPr lvl="0" algn="ctr"/>
            <a:r>
              <a:rPr lang="en-US" sz="4000" b="1" dirty="0">
                <a:solidFill>
                  <a:schemeClr val="dk1"/>
                </a:solidFill>
                <a:latin typeface="Times New Roman"/>
                <a:ea typeface="Times New Roman"/>
                <a:cs typeface="Times New Roman"/>
                <a:sym typeface="Times New Roman"/>
              </a:rPr>
              <a:t>Physical Design, Object Oriented Design Principles</a:t>
            </a:r>
            <a:endParaRPr sz="4000" b="1" dirty="0">
              <a:solidFill>
                <a:schemeClr val="dk1"/>
              </a:solidFill>
              <a:latin typeface="Times New Roman"/>
              <a:ea typeface="Times New Roman"/>
              <a:cs typeface="Times New Roman"/>
              <a:sym typeface="Times New Roman"/>
            </a:endParaRPr>
          </a:p>
        </p:txBody>
      </p:sp>
      <p:sp>
        <p:nvSpPr>
          <p:cNvPr id="56" name="Google Shape;56;p5"/>
          <p:cNvSpPr/>
          <p:nvPr/>
        </p:nvSpPr>
        <p:spPr>
          <a:xfrm>
            <a:off x="3687925" y="5862182"/>
            <a:ext cx="8534400"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Bachelor of Engineering- Computer Science &amp; Engineering </a:t>
            </a:r>
            <a:endParaRPr sz="2400">
              <a:solidFill>
                <a:schemeClr val="dk1"/>
              </a:solidFill>
              <a:latin typeface="Times New Roman"/>
              <a:ea typeface="Times New Roman"/>
              <a:cs typeface="Times New Roman"/>
              <a:sym typeface="Times New Roman"/>
            </a:endParaRPr>
          </a:p>
        </p:txBody>
      </p:sp>
      <p:sp>
        <p:nvSpPr>
          <p:cNvPr id="57" name="Google Shape;57;p5"/>
          <p:cNvSpPr/>
          <p:nvPr/>
        </p:nvSpPr>
        <p:spPr>
          <a:xfrm>
            <a:off x="5997414" y="5477806"/>
            <a:ext cx="35316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latin typeface="Times New Roman"/>
                <a:ea typeface="Times New Roman"/>
                <a:cs typeface="Times New Roman"/>
                <a:sym typeface="Times New Roman"/>
              </a:rPr>
              <a:t>System Design</a:t>
            </a:r>
            <a:r>
              <a:rPr lang="en-US" sz="1800" b="1" dirty="0">
                <a:solidFill>
                  <a:srgbClr val="000000"/>
                </a:solidFill>
                <a:latin typeface="Times New Roman"/>
                <a:ea typeface="Times New Roman"/>
                <a:cs typeface="Times New Roman"/>
                <a:sym typeface="Times New Roman"/>
              </a:rPr>
              <a:t>(</a:t>
            </a:r>
            <a:r>
              <a:rPr lang="en-US" sz="1800" b="1" dirty="0">
                <a:latin typeface="Times New Roman"/>
                <a:ea typeface="Times New Roman"/>
                <a:cs typeface="Times New Roman"/>
                <a:sym typeface="Times New Roman"/>
              </a:rPr>
              <a:t>SD</a:t>
            </a:r>
            <a:r>
              <a:rPr lang="en-US" sz="1800" b="1" dirty="0">
                <a:solidFill>
                  <a:srgbClr val="000000"/>
                </a:solidFill>
                <a:latin typeface="Times New Roman"/>
                <a:ea typeface="Times New Roman"/>
                <a:cs typeface="Times New Roman"/>
                <a:sym typeface="Times New Roman"/>
              </a:rPr>
              <a:t>)(22CS0</a:t>
            </a:r>
            <a:r>
              <a:rPr lang="en-US" sz="1800" b="1" dirty="0">
                <a:latin typeface="Times New Roman"/>
                <a:ea typeface="Times New Roman"/>
                <a:cs typeface="Times New Roman"/>
                <a:sym typeface="Times New Roman"/>
              </a:rPr>
              <a:t>24</a:t>
            </a:r>
            <a:r>
              <a:rPr lang="en-US" sz="1800" b="1" dirty="0">
                <a:solidFill>
                  <a:srgbClr val="000000"/>
                </a:solidFill>
                <a:latin typeface="Times New Roman"/>
                <a:ea typeface="Times New Roman"/>
                <a:cs typeface="Times New Roman"/>
                <a:sym typeface="Times New Roman"/>
              </a:rPr>
              <a:t>)</a:t>
            </a:r>
            <a:endParaRPr sz="2400" b="1" dirty="0">
              <a:solidFill>
                <a:schemeClr val="dk1"/>
              </a:solidFill>
              <a:latin typeface="Times New Roman"/>
              <a:ea typeface="Times New Roman"/>
              <a:cs typeface="Times New Roman"/>
              <a:sym typeface="Times New Roman"/>
            </a:endParaRPr>
          </a:p>
        </p:txBody>
      </p:sp>
      <p:sp>
        <p:nvSpPr>
          <p:cNvPr id="58" name="Google Shape;58;p5"/>
          <p:cNvSpPr/>
          <p:nvPr/>
        </p:nvSpPr>
        <p:spPr>
          <a:xfrm>
            <a:off x="5031581" y="5631350"/>
            <a:ext cx="4795414"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51541E-E753-676E-1E16-6ACF87CCC7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5" name="Google Shape;67;p7">
            <a:extLst>
              <a:ext uri="{FF2B5EF4-FFF2-40B4-BE49-F238E27FC236}">
                <a16:creationId xmlns:a16="http://schemas.microsoft.com/office/drawing/2014/main" id="{4C40C2C6-038F-84A2-7BA6-830CB0BFD35F}"/>
              </a:ext>
            </a:extLst>
          </p:cNvPr>
          <p:cNvSpPr txBox="1">
            <a:spLocks/>
          </p:cNvSpPr>
          <p:nvPr/>
        </p:nvSpPr>
        <p:spPr>
          <a:xfrm>
            <a:off x="418011" y="163850"/>
            <a:ext cx="10150674" cy="100603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000" b="1" dirty="0">
                <a:latin typeface="Times New Roman" panose="02020603050405020304" pitchFamily="18" charset="0"/>
                <a:cs typeface="Times New Roman" panose="02020603050405020304" pitchFamily="18" charset="0"/>
              </a:rPr>
              <a:t>Physical Database Design</a:t>
            </a:r>
            <a:br>
              <a:rPr lang="en-IN" sz="3000" b="1" dirty="0">
                <a:latin typeface="Times New Roman" panose="02020603050405020304" pitchFamily="18" charset="0"/>
                <a:cs typeface="Times New Roman" panose="02020603050405020304" pitchFamily="18" charset="0"/>
              </a:rPr>
            </a:br>
            <a:endParaRPr lang="en-IN" sz="3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04ECF17-E8B1-DAAB-CC27-F82E836A0F48}"/>
              </a:ext>
            </a:extLst>
          </p:cNvPr>
          <p:cNvSpPr txBox="1"/>
          <p:nvPr/>
        </p:nvSpPr>
        <p:spPr>
          <a:xfrm>
            <a:off x="539046" y="1914991"/>
            <a:ext cx="12275615" cy="4401205"/>
          </a:xfrm>
          <a:prstGeom prst="rect">
            <a:avLst/>
          </a:prstGeom>
          <a:noFill/>
        </p:spPr>
        <p:txBody>
          <a:bodyPr wrap="square">
            <a:spAutoFit/>
          </a:bodyPr>
          <a:lstStyle/>
          <a:p>
            <a:pPr marL="457200" indent="-457200"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The physical design of your database optimizes performance while ensuring data integrity by avoiding</a:t>
            </a:r>
            <a:r>
              <a:rPr lang="en-US" sz="2800" b="0" i="0" dirty="0">
                <a:solidFill>
                  <a:schemeClr val="tx1"/>
                </a:solidFill>
                <a:effectLst/>
                <a:latin typeface="Times New Roman" panose="02020603050405020304" pitchFamily="18" charset="0"/>
                <a:cs typeface="Times New Roman" panose="02020603050405020304" pitchFamily="18" charset="0"/>
              </a:rPr>
              <a:t> </a:t>
            </a:r>
            <a:r>
              <a:rPr lang="en-US" sz="2800" b="0" i="0" u="none" strike="noStrike" dirty="0">
                <a:solidFill>
                  <a:schemeClr val="tx1"/>
                </a:solidFill>
                <a:effectLst/>
                <a:latin typeface="Times New Roman" panose="02020603050405020304" pitchFamily="18" charset="0"/>
                <a:cs typeface="Times New Roman" panose="02020603050405020304" pitchFamily="18" charset="0"/>
              </a:rPr>
              <a:t>unnecessary data redundancies</a:t>
            </a:r>
            <a:r>
              <a:rPr lang="en-US" sz="2800" b="0" i="0" dirty="0">
                <a:solidFill>
                  <a:srgbClr val="000000"/>
                </a:solidFill>
                <a:effectLst/>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Physical database design is the process of transforming a data model into the physical data structure of a particular database management system (DBMS).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Normally, Physical Design is accomplished in multiple steps, which include expanding a business model into a fully attributed model (FAM) and then transforming the fully attributed model into a physical design model.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As </a:t>
            </a:r>
            <a:r>
              <a:rPr lang="en-US" sz="2800" b="0" i="0" dirty="0">
                <a:solidFill>
                  <a:srgbClr val="000000"/>
                </a:solidFill>
                <a:effectLst/>
                <a:latin typeface="Times New Roman" panose="02020603050405020304" pitchFamily="18" charset="0"/>
                <a:cs typeface="Times New Roman" panose="02020603050405020304" pitchFamily="18" charset="0"/>
              </a:rPr>
              <a:t>a result, you need to continually monitor the performance and data integrity as time passes. </a:t>
            </a:r>
          </a:p>
          <a:p>
            <a:pPr marL="457200" indent="-457200"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Many factors necessitate periodic refinements to the physical design.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182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B1ED80-130D-726C-A0E9-E16CA5B1BD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4" name="TextBox 3">
            <a:extLst>
              <a:ext uri="{FF2B5EF4-FFF2-40B4-BE49-F238E27FC236}">
                <a16:creationId xmlns:a16="http://schemas.microsoft.com/office/drawing/2014/main" id="{9490F3EB-C1C3-96DC-D601-D57241F94374}"/>
              </a:ext>
            </a:extLst>
          </p:cNvPr>
          <p:cNvSpPr txBox="1"/>
          <p:nvPr/>
        </p:nvSpPr>
        <p:spPr>
          <a:xfrm>
            <a:off x="266700" y="236637"/>
            <a:ext cx="7162800" cy="553998"/>
          </a:xfrm>
          <a:prstGeom prst="rect">
            <a:avLst/>
          </a:prstGeom>
          <a:noFill/>
        </p:spPr>
        <p:txBody>
          <a:bodyPr wrap="square">
            <a:spAutoFit/>
          </a:bodyPr>
          <a:lstStyle/>
          <a:p>
            <a:r>
              <a:rPr lang="en-US" sz="3000" b="1" i="0" dirty="0">
                <a:solidFill>
                  <a:srgbClr val="0A0A0A"/>
                </a:solidFill>
                <a:effectLst/>
                <a:latin typeface="Times New Roman" panose="02020603050405020304" pitchFamily="18" charset="0"/>
                <a:cs typeface="Times New Roman" panose="02020603050405020304" pitchFamily="18" charset="0"/>
              </a:rPr>
              <a:t>Key aspects of physical design</a:t>
            </a:r>
            <a:endParaRPr lang="en-IN" sz="3000" b="1"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84AEEC36-6FBF-3D37-53B1-7964DF1C3E1F}"/>
              </a:ext>
            </a:extLst>
          </p:cNvPr>
          <p:cNvSpPr>
            <a:spLocks noChangeArrowheads="1"/>
          </p:cNvSpPr>
          <p:nvPr/>
        </p:nvSpPr>
        <p:spPr bwMode="auto">
          <a:xfrm>
            <a:off x="418011" y="1520479"/>
            <a:ext cx="13631499" cy="58226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9503"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Mapping to specific DBMS structures: </a:t>
            </a:r>
            <a:r>
              <a:rPr kumimoji="0" lang="en-US" altLang="en-US" sz="28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Transforming entities into tables, attributes into columns, and relationships into foreign keys and indexes.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Defining data types and constraints: </a:t>
            </a:r>
            <a:r>
              <a:rPr kumimoji="0" lang="en-US" altLang="en-US" sz="28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Specifying data types for columns (e.g., VARCHAR, INT, DATE) and enforcing integrity rules (e.g., primary keys, foreign keys, NOT NULL).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Selecting storage structures and access methods: </a:t>
            </a:r>
            <a:r>
              <a:rPr kumimoji="0" lang="en-US" altLang="en-US" sz="28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Choosing file organization, indexing techniques (B-trees, </a:t>
            </a:r>
            <a:r>
              <a:rPr kumimoji="0" lang="en-US" altLang="en-US" sz="2800" b="0" i="0" u="none" strike="noStrike" cap="none" normalizeH="0" baseline="0" dirty="0" err="1">
                <a:ln>
                  <a:noFill/>
                </a:ln>
                <a:solidFill>
                  <a:srgbClr val="0A0A0A"/>
                </a:solidFill>
                <a:effectLst/>
                <a:latin typeface="Times New Roman" panose="02020603050405020304" pitchFamily="18" charset="0"/>
                <a:cs typeface="Times New Roman" panose="02020603050405020304" pitchFamily="18" charset="0"/>
              </a:rPr>
              <a:t>B+trees</a:t>
            </a:r>
            <a:r>
              <a:rPr kumimoji="0" lang="en-US" altLang="en-US" sz="28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bitmap indexes), and clustering options for efficient data retrieval.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Considering performance optimization techniques: </a:t>
            </a:r>
            <a:r>
              <a:rPr kumimoji="0" lang="en-US" altLang="en-US" sz="28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Including denormalization (adding redundant data to improve query performance in analytical scenarios), query optimization, and potentially partitioning large tables.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Designing security features: </a:t>
            </a:r>
            <a:r>
              <a:rPr kumimoji="0" lang="en-US" altLang="en-US" sz="28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Implementing access controls, encryption, and other security measures to protect sensitive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Planning for scalability and growth: </a:t>
            </a:r>
            <a:r>
              <a:rPr kumimoji="0" lang="en-US" altLang="en-US" sz="28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Designing the physical structure to accommodate future data volume, user load, and system resource demands. </a:t>
            </a:r>
          </a:p>
        </p:txBody>
      </p:sp>
    </p:spTree>
    <p:extLst>
      <p:ext uri="{BB962C8B-B14F-4D97-AF65-F5344CB8AC3E}">
        <p14:creationId xmlns:p14="http://schemas.microsoft.com/office/powerpoint/2010/main" val="154092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8FC46B-A1C2-7D32-08A0-74AB8313C0F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4" name="TextBox 3">
            <a:extLst>
              <a:ext uri="{FF2B5EF4-FFF2-40B4-BE49-F238E27FC236}">
                <a16:creationId xmlns:a16="http://schemas.microsoft.com/office/drawing/2014/main" id="{3DCA63F2-D475-6BDD-2E3C-1756A308623F}"/>
              </a:ext>
            </a:extLst>
          </p:cNvPr>
          <p:cNvSpPr txBox="1"/>
          <p:nvPr/>
        </p:nvSpPr>
        <p:spPr>
          <a:xfrm>
            <a:off x="133895" y="277185"/>
            <a:ext cx="7164976" cy="55399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Factors Influencing </a:t>
            </a:r>
            <a:r>
              <a:rPr lang="en-US" altLang="en-US" sz="3000" b="1" dirty="0">
                <a:solidFill>
                  <a:srgbClr val="0A0A0A"/>
                </a:solidFill>
                <a:latin typeface="Times New Roman" panose="02020603050405020304" pitchFamily="18" charset="0"/>
                <a:cs typeface="Times New Roman" panose="02020603050405020304" pitchFamily="18" charset="0"/>
              </a:rPr>
              <a:t>P</a:t>
            </a:r>
            <a:r>
              <a:rPr kumimoji="0" lang="en-US" altLang="en-US" sz="30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hysical Design</a:t>
            </a:r>
            <a:endPar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74907BF-13D0-0FF1-8AC0-5FF35ACF3A07}"/>
              </a:ext>
            </a:extLst>
          </p:cNvPr>
          <p:cNvSpPr txBox="1"/>
          <p:nvPr/>
        </p:nvSpPr>
        <p:spPr>
          <a:xfrm>
            <a:off x="764176" y="1706935"/>
            <a:ext cx="12536160" cy="4119846"/>
          </a:xfrm>
          <a:prstGeom prst="rect">
            <a:avLst/>
          </a:prstGeom>
          <a:noFill/>
        </p:spPr>
        <p:txBody>
          <a:bodyPr wrap="square">
            <a:spAutoFit/>
          </a:bodyPr>
          <a:lstStyle/>
          <a:p>
            <a:pPr algn="just">
              <a:lnSpc>
                <a:spcPts val="1800"/>
              </a:lnSpc>
              <a:spcBef>
                <a:spcPts val="1200"/>
              </a:spcBef>
              <a:spcAft>
                <a:spcPts val="1200"/>
              </a:spcAft>
              <a:buFont typeface="Arial" panose="020B0604020202020204" pitchFamily="34" charset="0"/>
              <a:buChar char="•"/>
            </a:pPr>
            <a:r>
              <a:rPr lang="en-US" sz="2800" b="0" i="0" dirty="0">
                <a:solidFill>
                  <a:srgbClr val="0A0A0A"/>
                </a:solidFill>
                <a:effectLst/>
                <a:latin typeface="Times New Roman" panose="02020603050405020304" pitchFamily="18" charset="0"/>
                <a:cs typeface="Times New Roman" panose="02020603050405020304" pitchFamily="18" charset="0"/>
              </a:rPr>
              <a:t> </a:t>
            </a:r>
            <a:r>
              <a:rPr lang="en-US" sz="2800" b="1" i="0" dirty="0">
                <a:solidFill>
                  <a:srgbClr val="0A0A0A"/>
                </a:solidFill>
                <a:effectLst/>
                <a:latin typeface="Times New Roman" panose="02020603050405020304" pitchFamily="18" charset="0"/>
                <a:cs typeface="Times New Roman" panose="02020603050405020304" pitchFamily="18" charset="0"/>
              </a:rPr>
              <a:t>Data volume: </a:t>
            </a:r>
            <a:r>
              <a:rPr lang="en-US" sz="2800" b="0" i="0" dirty="0">
                <a:solidFill>
                  <a:srgbClr val="0A0A0A"/>
                </a:solidFill>
                <a:effectLst/>
                <a:latin typeface="Times New Roman" panose="02020603050405020304" pitchFamily="18" charset="0"/>
                <a:cs typeface="Times New Roman" panose="02020603050405020304" pitchFamily="18" charset="0"/>
              </a:rPr>
              <a:t>The size of the data influences choices like partitioning and storage</a:t>
            </a:r>
          </a:p>
          <a:p>
            <a:pPr algn="just">
              <a:lnSpc>
                <a:spcPts val="1800"/>
              </a:lnSpc>
              <a:spcBef>
                <a:spcPts val="1200"/>
              </a:spcBef>
              <a:spcAft>
                <a:spcPts val="1200"/>
              </a:spcAft>
            </a:pPr>
            <a:r>
              <a:rPr lang="en-US" sz="2800" b="0" i="0" dirty="0">
                <a:solidFill>
                  <a:srgbClr val="0A0A0A"/>
                </a:solidFill>
                <a:effectLst/>
                <a:latin typeface="Times New Roman" panose="02020603050405020304" pitchFamily="18" charset="0"/>
                <a:cs typeface="Times New Roman" panose="02020603050405020304" pitchFamily="18" charset="0"/>
              </a:rPr>
              <a:t> systems.</a:t>
            </a:r>
          </a:p>
          <a:p>
            <a:pPr algn="just">
              <a:lnSpc>
                <a:spcPts val="1800"/>
              </a:lnSpc>
              <a:spcBef>
                <a:spcPts val="1200"/>
              </a:spcBef>
              <a:spcAft>
                <a:spcPts val="1200"/>
              </a:spcAft>
              <a:buFont typeface="Arial" panose="020B0604020202020204" pitchFamily="34" charset="0"/>
              <a:buChar char="•"/>
            </a:pPr>
            <a:r>
              <a:rPr lang="en-US" sz="2800" b="1" i="0" dirty="0">
                <a:solidFill>
                  <a:srgbClr val="0A0A0A"/>
                </a:solidFill>
                <a:effectLst/>
                <a:latin typeface="Times New Roman" panose="02020603050405020304" pitchFamily="18" charset="0"/>
                <a:cs typeface="Times New Roman" panose="02020603050405020304" pitchFamily="18" charset="0"/>
              </a:rPr>
              <a:t> Usage patterns: </a:t>
            </a:r>
            <a:r>
              <a:rPr lang="en-US" sz="2800" b="0" i="0" dirty="0">
                <a:solidFill>
                  <a:srgbClr val="0A0A0A"/>
                </a:solidFill>
                <a:effectLst/>
                <a:latin typeface="Times New Roman" panose="02020603050405020304" pitchFamily="18" charset="0"/>
                <a:cs typeface="Times New Roman" panose="02020603050405020304" pitchFamily="18" charset="0"/>
              </a:rPr>
              <a:t>Frequent data access and update patterns impact indexing and </a:t>
            </a:r>
          </a:p>
          <a:p>
            <a:pPr algn="just">
              <a:lnSpc>
                <a:spcPts val="1800"/>
              </a:lnSpc>
              <a:spcBef>
                <a:spcPts val="1200"/>
              </a:spcBef>
              <a:spcAft>
                <a:spcPts val="1200"/>
              </a:spcAft>
            </a:pPr>
            <a:r>
              <a:rPr lang="en-US" sz="2800" b="0" i="0" dirty="0">
                <a:solidFill>
                  <a:srgbClr val="0A0A0A"/>
                </a:solidFill>
                <a:effectLst/>
                <a:latin typeface="Times New Roman" panose="02020603050405020304" pitchFamily="18" charset="0"/>
                <a:cs typeface="Times New Roman" panose="02020603050405020304" pitchFamily="18" charset="0"/>
              </a:rPr>
              <a:t>caching strategies.</a:t>
            </a:r>
          </a:p>
          <a:p>
            <a:pPr algn="just">
              <a:lnSpc>
                <a:spcPts val="1800"/>
              </a:lnSpc>
              <a:spcBef>
                <a:spcPts val="1200"/>
              </a:spcBef>
              <a:spcAft>
                <a:spcPts val="1200"/>
              </a:spcAft>
              <a:buFont typeface="Arial" panose="020B0604020202020204" pitchFamily="34" charset="0"/>
              <a:buChar char="•"/>
            </a:pPr>
            <a:r>
              <a:rPr lang="en-US" sz="2800" b="1" i="0" dirty="0">
                <a:solidFill>
                  <a:srgbClr val="0A0A0A"/>
                </a:solidFill>
                <a:effectLst/>
                <a:latin typeface="Times New Roman" panose="02020603050405020304" pitchFamily="18" charset="0"/>
                <a:cs typeface="Times New Roman" panose="02020603050405020304" pitchFamily="18" charset="0"/>
              </a:rPr>
              <a:t> Nature of tasks: </a:t>
            </a:r>
            <a:r>
              <a:rPr lang="en-US" sz="2800" b="0" i="0" dirty="0">
                <a:solidFill>
                  <a:srgbClr val="0A0A0A"/>
                </a:solidFill>
                <a:effectLst/>
                <a:latin typeface="Times New Roman" panose="02020603050405020304" pitchFamily="18" charset="0"/>
                <a:cs typeface="Times New Roman" panose="02020603050405020304" pitchFamily="18" charset="0"/>
              </a:rPr>
              <a:t>Databases used for complex analytics might be designed </a:t>
            </a:r>
          </a:p>
          <a:p>
            <a:pPr algn="just">
              <a:lnSpc>
                <a:spcPts val="1800"/>
              </a:lnSpc>
              <a:spcBef>
                <a:spcPts val="1200"/>
              </a:spcBef>
              <a:spcAft>
                <a:spcPts val="1200"/>
              </a:spcAft>
            </a:pPr>
            <a:r>
              <a:rPr lang="en-US" sz="2800" b="0" i="0" dirty="0">
                <a:solidFill>
                  <a:srgbClr val="0A0A0A"/>
                </a:solidFill>
                <a:effectLst/>
                <a:latin typeface="Times New Roman" panose="02020603050405020304" pitchFamily="18" charset="0"/>
                <a:cs typeface="Times New Roman" panose="02020603050405020304" pitchFamily="18" charset="0"/>
              </a:rPr>
              <a:t>differently from those for simple transactions.</a:t>
            </a:r>
          </a:p>
          <a:p>
            <a:pPr algn="just">
              <a:lnSpc>
                <a:spcPts val="1800"/>
              </a:lnSpc>
              <a:spcBef>
                <a:spcPts val="1200"/>
              </a:spcBef>
              <a:spcAft>
                <a:spcPts val="1200"/>
              </a:spcAft>
              <a:buFont typeface="Arial" panose="020B0604020202020204" pitchFamily="34" charset="0"/>
              <a:buChar char="•"/>
            </a:pPr>
            <a:r>
              <a:rPr lang="en-US" sz="2800" b="0" i="0" dirty="0">
                <a:solidFill>
                  <a:srgbClr val="0A0A0A"/>
                </a:solidFill>
                <a:effectLst/>
                <a:latin typeface="Times New Roman" panose="02020603050405020304" pitchFamily="18" charset="0"/>
                <a:cs typeface="Times New Roman" panose="02020603050405020304" pitchFamily="18" charset="0"/>
              </a:rPr>
              <a:t> </a:t>
            </a:r>
            <a:r>
              <a:rPr lang="en-US" sz="2800" b="1" i="0" dirty="0">
                <a:solidFill>
                  <a:srgbClr val="0A0A0A"/>
                </a:solidFill>
                <a:effectLst/>
                <a:latin typeface="Times New Roman" panose="02020603050405020304" pitchFamily="18" charset="0"/>
                <a:cs typeface="Times New Roman" panose="02020603050405020304" pitchFamily="18" charset="0"/>
              </a:rPr>
              <a:t>Hardware and environment: </a:t>
            </a:r>
            <a:r>
              <a:rPr lang="en-US" sz="2800" b="0" i="0" dirty="0">
                <a:solidFill>
                  <a:srgbClr val="0A0A0A"/>
                </a:solidFill>
                <a:effectLst/>
                <a:latin typeface="Times New Roman" panose="02020603050405020304" pitchFamily="18" charset="0"/>
                <a:cs typeface="Times New Roman" panose="02020603050405020304" pitchFamily="18" charset="0"/>
              </a:rPr>
              <a:t>Hardware considerations and the chosen DBMS </a:t>
            </a:r>
          </a:p>
          <a:p>
            <a:pPr algn="just">
              <a:lnSpc>
                <a:spcPts val="1800"/>
              </a:lnSpc>
              <a:spcBef>
                <a:spcPts val="1200"/>
              </a:spcBef>
              <a:spcAft>
                <a:spcPts val="1200"/>
              </a:spcAft>
            </a:pPr>
            <a:r>
              <a:rPr lang="en-US" sz="2800" b="0" i="0" dirty="0">
                <a:solidFill>
                  <a:srgbClr val="0A0A0A"/>
                </a:solidFill>
                <a:effectLst/>
                <a:latin typeface="Times New Roman" panose="02020603050405020304" pitchFamily="18" charset="0"/>
                <a:cs typeface="Times New Roman" panose="02020603050405020304" pitchFamily="18" charset="0"/>
              </a:rPr>
              <a:t>influence physical design decisions. </a:t>
            </a:r>
          </a:p>
        </p:txBody>
      </p:sp>
    </p:spTree>
    <p:extLst>
      <p:ext uri="{BB962C8B-B14F-4D97-AF65-F5344CB8AC3E}">
        <p14:creationId xmlns:p14="http://schemas.microsoft.com/office/powerpoint/2010/main" val="2789022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0C6276-F4EF-C63D-65EF-4B78C35B8BFC}"/>
              </a:ext>
            </a:extLst>
          </p:cNvPr>
          <p:cNvSpPr>
            <a:spLocks noGrp="1"/>
          </p:cNvSpPr>
          <p:nvPr>
            <p:ph type="sldNum" idx="12"/>
          </p:nvPr>
        </p:nvSpPr>
        <p:spPr>
          <a:xfrm>
            <a:off x="10178653" y="7629104"/>
            <a:ext cx="3343752" cy="438234"/>
          </a:xfrm>
        </p:spPr>
        <p:txBody>
          <a:bodyPr/>
          <a:lstStyle/>
          <a:p>
            <a:pPr marL="0" lvl="0" indent="0" algn="r" rtl="0">
              <a:spcBef>
                <a:spcPts val="0"/>
              </a:spcBef>
              <a:spcAft>
                <a:spcPts val="0"/>
              </a:spcAft>
              <a:buNone/>
            </a:pPr>
            <a:fld id="{00000000-1234-1234-1234-123412341234}" type="slidenum">
              <a:rPr lang="en-US" sz="3000" smtClean="0">
                <a:latin typeface="Times New Roman" panose="02020603050405020304" pitchFamily="18" charset="0"/>
                <a:cs typeface="Times New Roman" panose="02020603050405020304" pitchFamily="18" charset="0"/>
              </a:rPr>
              <a:t>5</a:t>
            </a:fld>
            <a:endParaRPr lang="en-US" sz="300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5FB5328-F2C1-E986-3230-244BABAE35CC}"/>
              </a:ext>
            </a:extLst>
          </p:cNvPr>
          <p:cNvSpPr txBox="1"/>
          <p:nvPr/>
        </p:nvSpPr>
        <p:spPr>
          <a:xfrm>
            <a:off x="199209" y="302859"/>
            <a:ext cx="7164976" cy="403700"/>
          </a:xfrm>
          <a:prstGeom prst="rect">
            <a:avLst/>
          </a:prstGeom>
          <a:noFill/>
        </p:spPr>
        <p:txBody>
          <a:bodyPr wrap="square">
            <a:spAutoFit/>
          </a:bodyPr>
          <a:lstStyle/>
          <a:p>
            <a:pPr algn="l">
              <a:lnSpc>
                <a:spcPts val="2250"/>
              </a:lnSpc>
              <a:buNone/>
            </a:pPr>
            <a:r>
              <a:rPr lang="en-IN" sz="3000" b="1" i="0" dirty="0">
                <a:solidFill>
                  <a:srgbClr val="242424"/>
                </a:solidFill>
                <a:effectLst/>
                <a:latin typeface="Times New Roman" panose="02020603050405020304" pitchFamily="18" charset="0"/>
                <a:cs typeface="Times New Roman" panose="02020603050405020304" pitchFamily="18" charset="0"/>
              </a:rPr>
              <a:t>Object-Oriented Design</a:t>
            </a:r>
          </a:p>
        </p:txBody>
      </p:sp>
      <p:sp>
        <p:nvSpPr>
          <p:cNvPr id="6" name="TextBox 5">
            <a:extLst>
              <a:ext uri="{FF2B5EF4-FFF2-40B4-BE49-F238E27FC236}">
                <a16:creationId xmlns:a16="http://schemas.microsoft.com/office/drawing/2014/main" id="{3B91D8FB-7FA6-7E14-301A-D6DC64105E4A}"/>
              </a:ext>
            </a:extLst>
          </p:cNvPr>
          <p:cNvSpPr txBox="1"/>
          <p:nvPr/>
        </p:nvSpPr>
        <p:spPr>
          <a:xfrm>
            <a:off x="525779" y="1221061"/>
            <a:ext cx="12565552" cy="5831853"/>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800" b="0" i="0" dirty="0">
                <a:solidFill>
                  <a:srgbClr val="242424"/>
                </a:solidFill>
                <a:effectLst/>
                <a:latin typeface="Times New Roman" panose="02020603050405020304" pitchFamily="18" charset="0"/>
                <a:cs typeface="Times New Roman" panose="02020603050405020304" pitchFamily="18" charset="0"/>
              </a:rPr>
              <a:t>Object-Oriented Design (OOD) is a method of designing software by conceptualizing it as a group of interacting objects, each representing an instance of a class. </a:t>
            </a:r>
          </a:p>
          <a:p>
            <a:pPr marL="457200" indent="-457200" algn="just">
              <a:lnSpc>
                <a:spcPct val="150000"/>
              </a:lnSpc>
              <a:buFont typeface="Arial" panose="020B0604020202020204" pitchFamily="34" charset="0"/>
              <a:buChar char="•"/>
            </a:pPr>
            <a:r>
              <a:rPr lang="en-US" sz="2800" b="0" i="0" dirty="0">
                <a:solidFill>
                  <a:srgbClr val="242424"/>
                </a:solidFill>
                <a:effectLst/>
                <a:latin typeface="Times New Roman" panose="02020603050405020304" pitchFamily="18" charset="0"/>
                <a:cs typeface="Times New Roman" panose="02020603050405020304" pitchFamily="18" charset="0"/>
              </a:rPr>
              <a:t>These objects encapsulate both data (attributes) and behavior (methods). </a:t>
            </a:r>
          </a:p>
          <a:p>
            <a:pPr marL="457200" indent="-457200" algn="just">
              <a:lnSpc>
                <a:spcPct val="150000"/>
              </a:lnSpc>
              <a:buFont typeface="Arial" panose="020B0604020202020204" pitchFamily="34" charset="0"/>
              <a:buChar char="•"/>
            </a:pPr>
            <a:r>
              <a:rPr lang="en-US" sz="2800" b="0" i="0" dirty="0">
                <a:solidFill>
                  <a:srgbClr val="242424"/>
                </a:solidFill>
                <a:effectLst/>
                <a:latin typeface="Times New Roman" panose="02020603050405020304" pitchFamily="18" charset="0"/>
                <a:cs typeface="Times New Roman" panose="02020603050405020304" pitchFamily="18" charset="0"/>
              </a:rPr>
              <a:t>OOD aims to create a system that is modular, reusable, and easy to maintain.</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Object-Oriented Design (OOD) principles, when viewed from a database perspective, primarily influence how data is structured, accessed, and maintained within a database system, often in the context of Object-Relational Mapping (ORM) or Object Databases.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3401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B814FC-15CF-3580-6AB8-398307723B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4" name="TextBox 3">
            <a:extLst>
              <a:ext uri="{FF2B5EF4-FFF2-40B4-BE49-F238E27FC236}">
                <a16:creationId xmlns:a16="http://schemas.microsoft.com/office/drawing/2014/main" id="{E6B4D12B-36C2-29B3-2E6D-D7E7A6E5CD36}"/>
              </a:ext>
            </a:extLst>
          </p:cNvPr>
          <p:cNvSpPr txBox="1"/>
          <p:nvPr/>
        </p:nvSpPr>
        <p:spPr>
          <a:xfrm>
            <a:off x="604157" y="302859"/>
            <a:ext cx="9219111" cy="403700"/>
          </a:xfrm>
          <a:prstGeom prst="rect">
            <a:avLst/>
          </a:prstGeom>
          <a:noFill/>
        </p:spPr>
        <p:txBody>
          <a:bodyPr wrap="square">
            <a:spAutoFit/>
          </a:bodyPr>
          <a:lstStyle/>
          <a:p>
            <a:pPr algn="l">
              <a:lnSpc>
                <a:spcPts val="2250"/>
              </a:lnSpc>
              <a:buNone/>
            </a:pPr>
            <a:r>
              <a:rPr lang="en-US" sz="3000" b="1" i="0" dirty="0">
                <a:solidFill>
                  <a:srgbClr val="242424"/>
                </a:solidFill>
                <a:effectLst/>
                <a:latin typeface="Times New Roman" panose="02020603050405020304" pitchFamily="18" charset="0"/>
                <a:cs typeface="Times New Roman" panose="02020603050405020304" pitchFamily="18" charset="0"/>
              </a:rPr>
              <a:t>Why is Object-Oriented Design Important?</a:t>
            </a:r>
          </a:p>
        </p:txBody>
      </p:sp>
      <p:sp>
        <p:nvSpPr>
          <p:cNvPr id="6" name="TextBox 5">
            <a:extLst>
              <a:ext uri="{FF2B5EF4-FFF2-40B4-BE49-F238E27FC236}">
                <a16:creationId xmlns:a16="http://schemas.microsoft.com/office/drawing/2014/main" id="{CF773418-2F79-BCC4-70A8-62463C5D62DD}"/>
              </a:ext>
            </a:extLst>
          </p:cNvPr>
          <p:cNvSpPr txBox="1"/>
          <p:nvPr/>
        </p:nvSpPr>
        <p:spPr>
          <a:xfrm>
            <a:off x="604157" y="1939506"/>
            <a:ext cx="11243854" cy="2600199"/>
          </a:xfrm>
          <a:prstGeom prst="rect">
            <a:avLst/>
          </a:prstGeom>
          <a:noFill/>
        </p:spPr>
        <p:txBody>
          <a:bodyPr wrap="square">
            <a:spAutoFit/>
          </a:bodyPr>
          <a:lstStyle/>
          <a:p>
            <a:pPr algn="l">
              <a:lnSpc>
                <a:spcPct val="150000"/>
              </a:lnSpc>
              <a:buFont typeface="+mj-lt"/>
              <a:buAutoNum type="arabicPeriod"/>
            </a:pPr>
            <a:r>
              <a:rPr lang="en-US" sz="2800" b="1" i="0" dirty="0">
                <a:solidFill>
                  <a:srgbClr val="242424"/>
                </a:solidFill>
                <a:effectLst/>
                <a:latin typeface="Times New Roman" panose="02020603050405020304" pitchFamily="18" charset="0"/>
                <a:cs typeface="Times New Roman" panose="02020603050405020304" pitchFamily="18" charset="0"/>
              </a:rPr>
              <a:t> Modularity</a:t>
            </a:r>
            <a:r>
              <a:rPr lang="en-US" sz="2800" b="0" i="0" dirty="0">
                <a:solidFill>
                  <a:srgbClr val="242424"/>
                </a:solidFill>
                <a:effectLst/>
                <a:latin typeface="Times New Roman" panose="02020603050405020304" pitchFamily="18" charset="0"/>
                <a:cs typeface="Times New Roman" panose="02020603050405020304" pitchFamily="18" charset="0"/>
              </a:rPr>
              <a:t>: Breaks down complex problems into manageable pieces.</a:t>
            </a:r>
          </a:p>
          <a:p>
            <a:pPr algn="l">
              <a:lnSpc>
                <a:spcPct val="150000"/>
              </a:lnSpc>
              <a:buFont typeface="+mj-lt"/>
              <a:buAutoNum type="arabicPeriod"/>
            </a:pPr>
            <a:r>
              <a:rPr lang="en-US" sz="2800" b="1" i="0" dirty="0">
                <a:solidFill>
                  <a:srgbClr val="242424"/>
                </a:solidFill>
                <a:effectLst/>
                <a:latin typeface="Times New Roman" panose="02020603050405020304" pitchFamily="18" charset="0"/>
                <a:cs typeface="Times New Roman" panose="02020603050405020304" pitchFamily="18" charset="0"/>
              </a:rPr>
              <a:t> Reusability</a:t>
            </a:r>
            <a:r>
              <a:rPr lang="en-US" sz="2800" b="0" i="0" dirty="0">
                <a:solidFill>
                  <a:srgbClr val="242424"/>
                </a:solidFill>
                <a:effectLst/>
                <a:latin typeface="Times New Roman" panose="02020603050405020304" pitchFamily="18" charset="0"/>
                <a:cs typeface="Times New Roman" panose="02020603050405020304" pitchFamily="18" charset="0"/>
              </a:rPr>
              <a:t>: Promotes reuse of existing components.</a:t>
            </a:r>
          </a:p>
          <a:p>
            <a:pPr algn="l">
              <a:lnSpc>
                <a:spcPct val="150000"/>
              </a:lnSpc>
              <a:buFont typeface="+mj-lt"/>
              <a:buAutoNum type="arabicPeriod"/>
            </a:pPr>
            <a:r>
              <a:rPr lang="en-US" sz="2800" b="1" i="0" dirty="0">
                <a:solidFill>
                  <a:srgbClr val="242424"/>
                </a:solidFill>
                <a:effectLst/>
                <a:latin typeface="Times New Roman" panose="02020603050405020304" pitchFamily="18" charset="0"/>
                <a:cs typeface="Times New Roman" panose="02020603050405020304" pitchFamily="18" charset="0"/>
              </a:rPr>
              <a:t> Scalability</a:t>
            </a:r>
            <a:r>
              <a:rPr lang="en-US" sz="2800" b="0" i="0" dirty="0">
                <a:solidFill>
                  <a:srgbClr val="242424"/>
                </a:solidFill>
                <a:effectLst/>
                <a:latin typeface="Times New Roman" panose="02020603050405020304" pitchFamily="18" charset="0"/>
                <a:cs typeface="Times New Roman" panose="02020603050405020304" pitchFamily="18" charset="0"/>
              </a:rPr>
              <a:t>: Makes it easier to extend and scale software.</a:t>
            </a:r>
          </a:p>
          <a:p>
            <a:pPr algn="l">
              <a:lnSpc>
                <a:spcPct val="150000"/>
              </a:lnSpc>
              <a:buFont typeface="+mj-lt"/>
              <a:buAutoNum type="arabicPeriod"/>
            </a:pPr>
            <a:r>
              <a:rPr lang="en-US" sz="2800" b="1" i="0" dirty="0">
                <a:solidFill>
                  <a:srgbClr val="242424"/>
                </a:solidFill>
                <a:effectLst/>
                <a:latin typeface="Times New Roman" panose="02020603050405020304" pitchFamily="18" charset="0"/>
                <a:cs typeface="Times New Roman" panose="02020603050405020304" pitchFamily="18" charset="0"/>
              </a:rPr>
              <a:t> Maintainability</a:t>
            </a:r>
            <a:r>
              <a:rPr lang="en-US" sz="2800" b="0" i="0" dirty="0">
                <a:solidFill>
                  <a:srgbClr val="242424"/>
                </a:solidFill>
                <a:effectLst/>
                <a:latin typeface="Times New Roman" panose="02020603050405020304" pitchFamily="18" charset="0"/>
                <a:cs typeface="Times New Roman" panose="02020603050405020304" pitchFamily="18" charset="0"/>
              </a:rPr>
              <a:t>: Enhances code readability and maintainability.</a:t>
            </a:r>
          </a:p>
        </p:txBody>
      </p:sp>
    </p:spTree>
    <p:extLst>
      <p:ext uri="{BB962C8B-B14F-4D97-AF65-F5344CB8AC3E}">
        <p14:creationId xmlns:p14="http://schemas.microsoft.com/office/powerpoint/2010/main" val="2689849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806116-0BCF-8EBD-1430-E590D90709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4" name="TextBox 3">
            <a:extLst>
              <a:ext uri="{FF2B5EF4-FFF2-40B4-BE49-F238E27FC236}">
                <a16:creationId xmlns:a16="http://schemas.microsoft.com/office/drawing/2014/main" id="{9D6F946C-ED58-3CB7-3706-B7DA9F208265}"/>
              </a:ext>
            </a:extLst>
          </p:cNvPr>
          <p:cNvSpPr txBox="1"/>
          <p:nvPr/>
        </p:nvSpPr>
        <p:spPr>
          <a:xfrm>
            <a:off x="238398" y="329437"/>
            <a:ext cx="7164976" cy="553998"/>
          </a:xfrm>
          <a:prstGeom prst="rect">
            <a:avLst/>
          </a:prstGeom>
          <a:noFill/>
        </p:spPr>
        <p:txBody>
          <a:bodyPr wrap="square">
            <a:spAutoFit/>
          </a:bodyPr>
          <a:lstStyle/>
          <a:p>
            <a:r>
              <a:rPr lang="en-US" sz="3000" b="1" i="0" dirty="0">
                <a:solidFill>
                  <a:srgbClr val="001D35"/>
                </a:solidFill>
                <a:effectLst/>
                <a:latin typeface="Times New Roman" panose="02020603050405020304" pitchFamily="18" charset="0"/>
                <a:cs typeface="Times New Roman" panose="02020603050405020304" pitchFamily="18" charset="0"/>
              </a:rPr>
              <a:t>OOD principles </a:t>
            </a:r>
            <a:r>
              <a:rPr lang="en-US" sz="3000" b="1" dirty="0">
                <a:solidFill>
                  <a:srgbClr val="001D35"/>
                </a:solidFill>
                <a:latin typeface="Times New Roman" panose="02020603050405020304" pitchFamily="18" charset="0"/>
                <a:cs typeface="Times New Roman" panose="02020603050405020304" pitchFamily="18" charset="0"/>
              </a:rPr>
              <a:t>in</a:t>
            </a:r>
            <a:r>
              <a:rPr lang="en-US" sz="3000" b="1" i="0" dirty="0">
                <a:solidFill>
                  <a:srgbClr val="001D35"/>
                </a:solidFill>
                <a:effectLst/>
                <a:latin typeface="Times New Roman" panose="02020603050405020304" pitchFamily="18" charset="0"/>
                <a:cs typeface="Times New Roman" panose="02020603050405020304" pitchFamily="18" charset="0"/>
              </a:rPr>
              <a:t> databases:</a:t>
            </a:r>
            <a:endParaRPr lang="en-IN" sz="3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2CA8FFF-F369-0BF0-E960-2F9BD6B10152}"/>
              </a:ext>
            </a:extLst>
          </p:cNvPr>
          <p:cNvSpPr txBox="1"/>
          <p:nvPr/>
        </p:nvSpPr>
        <p:spPr>
          <a:xfrm>
            <a:off x="405357" y="1563082"/>
            <a:ext cx="13208488" cy="4580741"/>
          </a:xfrm>
          <a:prstGeom prst="rect">
            <a:avLst/>
          </a:prstGeom>
          <a:noFill/>
        </p:spPr>
        <p:txBody>
          <a:bodyPr wrap="square">
            <a:spAutoFit/>
          </a:bodyPr>
          <a:lstStyle/>
          <a:p>
            <a:pPr algn="just">
              <a:spcBef>
                <a:spcPts val="750"/>
              </a:spcBef>
              <a:spcAft>
                <a:spcPts val="600"/>
              </a:spcAft>
              <a:buFont typeface="Arial" panose="020B0604020202020204" pitchFamily="34" charset="0"/>
              <a:buChar char="•"/>
            </a:pPr>
            <a:r>
              <a:rPr lang="en-US" sz="2800" b="1" i="0" dirty="0">
                <a:solidFill>
                  <a:schemeClr val="tx1"/>
                </a:solidFill>
                <a:effectLst/>
                <a:latin typeface="Times New Roman" panose="02020603050405020304" pitchFamily="18" charset="0"/>
                <a:cs typeface="Times New Roman" panose="02020603050405020304" pitchFamily="18" charset="0"/>
              </a:rPr>
              <a:t>Encapsulation: </a:t>
            </a:r>
            <a:r>
              <a:rPr lang="en-US" sz="2800" b="0" i="0" dirty="0">
                <a:solidFill>
                  <a:schemeClr val="tx1"/>
                </a:solidFill>
                <a:effectLst/>
                <a:latin typeface="Times New Roman" panose="02020603050405020304" pitchFamily="18" charset="0"/>
                <a:cs typeface="Times New Roman" panose="02020603050405020304" pitchFamily="18" charset="0"/>
              </a:rPr>
              <a:t>In a database context, encapsulation means bundling data (attributes) and the operations that manipulate that data (methods) together. This translates to defining tables with specific columns and potentially stored procedures or functions that operate on those tables, restricting direct access to the underlying data and ensuring data integrity through controlled interfaces.</a:t>
            </a:r>
          </a:p>
          <a:p>
            <a:pPr algn="just">
              <a:spcBef>
                <a:spcPts val="750"/>
              </a:spcBef>
              <a:spcAft>
                <a:spcPts val="600"/>
              </a:spcAft>
              <a:buFont typeface="Arial" panose="020B0604020202020204" pitchFamily="34" charset="0"/>
              <a:buChar char="•"/>
            </a:pPr>
            <a:r>
              <a:rPr lang="en-US" sz="2800" b="1" i="0" dirty="0">
                <a:solidFill>
                  <a:schemeClr val="tx1"/>
                </a:solidFill>
                <a:effectLst/>
                <a:latin typeface="Times New Roman" panose="02020603050405020304" pitchFamily="18" charset="0"/>
                <a:cs typeface="Times New Roman" panose="02020603050405020304" pitchFamily="18" charset="0"/>
              </a:rPr>
              <a:t>Abstraction: </a:t>
            </a:r>
            <a:r>
              <a:rPr lang="en-US" sz="2800" b="0" i="0" dirty="0">
                <a:solidFill>
                  <a:schemeClr val="tx1"/>
                </a:solidFill>
                <a:effectLst/>
                <a:latin typeface="Times New Roman" panose="02020603050405020304" pitchFamily="18" charset="0"/>
                <a:cs typeface="Times New Roman" panose="02020603050405020304" pitchFamily="18" charset="0"/>
              </a:rPr>
              <a:t>Abstraction in database design involves hiding complex implementation details and presenting a simplified view of the data. This is achieved through views, which provide a virtual table based on the result-set of a query, and also through the use of ORMs, which abstract away the complexities of SQL queries and database interactions, allowing developers to work with objects directly.</a:t>
            </a:r>
          </a:p>
        </p:txBody>
      </p:sp>
    </p:spTree>
    <p:extLst>
      <p:ext uri="{BB962C8B-B14F-4D97-AF65-F5344CB8AC3E}">
        <p14:creationId xmlns:p14="http://schemas.microsoft.com/office/powerpoint/2010/main" val="2513655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7E502-6E85-9221-EB47-F59C6BD675B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ECF177-B2E4-16D0-83B3-76F3B779AB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4" name="TextBox 3">
            <a:extLst>
              <a:ext uri="{FF2B5EF4-FFF2-40B4-BE49-F238E27FC236}">
                <a16:creationId xmlns:a16="http://schemas.microsoft.com/office/drawing/2014/main" id="{AA1B86ED-0B00-4877-F635-8AF6167CB980}"/>
              </a:ext>
            </a:extLst>
          </p:cNvPr>
          <p:cNvSpPr txBox="1"/>
          <p:nvPr/>
        </p:nvSpPr>
        <p:spPr>
          <a:xfrm>
            <a:off x="238398" y="329437"/>
            <a:ext cx="7164976" cy="553998"/>
          </a:xfrm>
          <a:prstGeom prst="rect">
            <a:avLst/>
          </a:prstGeom>
          <a:noFill/>
        </p:spPr>
        <p:txBody>
          <a:bodyPr wrap="square">
            <a:spAutoFit/>
          </a:bodyPr>
          <a:lstStyle/>
          <a:p>
            <a:r>
              <a:rPr lang="en-US" sz="3000" b="1" i="0" dirty="0">
                <a:solidFill>
                  <a:srgbClr val="001D35"/>
                </a:solidFill>
                <a:effectLst/>
                <a:latin typeface="Times New Roman" panose="02020603050405020304" pitchFamily="18" charset="0"/>
                <a:cs typeface="Times New Roman" panose="02020603050405020304" pitchFamily="18" charset="0"/>
              </a:rPr>
              <a:t>OOD principles </a:t>
            </a:r>
            <a:r>
              <a:rPr lang="en-US" sz="3000" b="1" dirty="0">
                <a:solidFill>
                  <a:srgbClr val="001D35"/>
                </a:solidFill>
                <a:latin typeface="Times New Roman" panose="02020603050405020304" pitchFamily="18" charset="0"/>
                <a:cs typeface="Times New Roman" panose="02020603050405020304" pitchFamily="18" charset="0"/>
              </a:rPr>
              <a:t>in</a:t>
            </a:r>
            <a:r>
              <a:rPr lang="en-US" sz="3000" b="1" i="0" dirty="0">
                <a:solidFill>
                  <a:srgbClr val="001D35"/>
                </a:solidFill>
                <a:effectLst/>
                <a:latin typeface="Times New Roman" panose="02020603050405020304" pitchFamily="18" charset="0"/>
                <a:cs typeface="Times New Roman" panose="02020603050405020304" pitchFamily="18" charset="0"/>
              </a:rPr>
              <a:t> databases:</a:t>
            </a:r>
            <a:endParaRPr lang="en-IN" sz="3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4228CBF-A134-0FAF-5523-35464562CC48}"/>
              </a:ext>
            </a:extLst>
          </p:cNvPr>
          <p:cNvSpPr txBox="1"/>
          <p:nvPr/>
        </p:nvSpPr>
        <p:spPr>
          <a:xfrm>
            <a:off x="716518" y="1184259"/>
            <a:ext cx="13208488" cy="5011628"/>
          </a:xfrm>
          <a:prstGeom prst="rect">
            <a:avLst/>
          </a:prstGeom>
          <a:noFill/>
        </p:spPr>
        <p:txBody>
          <a:bodyPr wrap="square">
            <a:spAutoFit/>
          </a:bodyPr>
          <a:lstStyle/>
          <a:p>
            <a:pPr algn="just">
              <a:spcBef>
                <a:spcPts val="750"/>
              </a:spcBef>
              <a:spcAft>
                <a:spcPts val="600"/>
              </a:spcAft>
              <a:buFont typeface="Arial" panose="020B0604020202020204" pitchFamily="34" charset="0"/>
              <a:buChar char="•"/>
            </a:pPr>
            <a:r>
              <a:rPr lang="en-US" sz="2800" b="1" i="0" dirty="0">
                <a:solidFill>
                  <a:schemeClr val="tx1"/>
                </a:solidFill>
                <a:effectLst/>
                <a:latin typeface="Times New Roman" panose="02020603050405020304" pitchFamily="18" charset="0"/>
                <a:cs typeface="Times New Roman" panose="02020603050405020304" pitchFamily="18" charset="0"/>
              </a:rPr>
              <a:t> Inheritance: </a:t>
            </a:r>
            <a:r>
              <a:rPr lang="en-US" sz="2800" b="0" i="0" dirty="0">
                <a:solidFill>
                  <a:schemeClr val="tx1"/>
                </a:solidFill>
                <a:effectLst/>
                <a:latin typeface="Times New Roman" panose="02020603050405020304" pitchFamily="18" charset="0"/>
                <a:cs typeface="Times New Roman" panose="02020603050405020304" pitchFamily="18" charset="0"/>
              </a:rPr>
              <a:t>While not directly supported by relational databases in the same way as in OOP languages, inheritance can be simulated. Strategies like single-table inheritance, class-table inheritance, or concrete-table inheritance are used in ORMs to map object hierarchies to relational tables, allowing subclasses to inherit properties and behaviors from parent classes.</a:t>
            </a:r>
          </a:p>
          <a:p>
            <a:pPr algn="just">
              <a:spcBef>
                <a:spcPts val="750"/>
              </a:spcBef>
              <a:spcAft>
                <a:spcPts val="600"/>
              </a:spcAft>
              <a:buFont typeface="Arial" panose="020B0604020202020204" pitchFamily="34" charset="0"/>
              <a:buChar char="•"/>
            </a:pPr>
            <a:r>
              <a:rPr lang="en-US" sz="2800" b="1" i="0" dirty="0">
                <a:solidFill>
                  <a:schemeClr val="tx1"/>
                </a:solidFill>
                <a:effectLst/>
                <a:latin typeface="Times New Roman" panose="02020603050405020304" pitchFamily="18" charset="0"/>
                <a:cs typeface="Times New Roman" panose="02020603050405020304" pitchFamily="18" charset="0"/>
              </a:rPr>
              <a:t> Polymorphism: </a:t>
            </a:r>
            <a:r>
              <a:rPr lang="en-US" sz="2800" b="0" i="0" dirty="0">
                <a:solidFill>
                  <a:schemeClr val="tx1"/>
                </a:solidFill>
                <a:effectLst/>
                <a:latin typeface="Times New Roman" panose="02020603050405020304" pitchFamily="18" charset="0"/>
                <a:cs typeface="Times New Roman" panose="02020603050405020304" pitchFamily="18" charset="0"/>
              </a:rPr>
              <a:t>Polymorphism, the ability for objects to take on many forms, can be seen in how different types of objects, even if they share a common base, are stored and retrieved from the database. For example, a "Shape" table might have different "type" columns (circle, square) that dictate how the data is interpreted and processed, or an ORM might handle the mapping of different subclasses to the same table or different tables based on their type.</a:t>
            </a:r>
          </a:p>
        </p:txBody>
      </p:sp>
    </p:spTree>
    <p:extLst>
      <p:ext uri="{BB962C8B-B14F-4D97-AF65-F5344CB8AC3E}">
        <p14:creationId xmlns:p14="http://schemas.microsoft.com/office/powerpoint/2010/main" val="3836142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FE4D6D-845E-276E-7CB8-69EA71525C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4" name="TextBox 3">
            <a:extLst>
              <a:ext uri="{FF2B5EF4-FFF2-40B4-BE49-F238E27FC236}">
                <a16:creationId xmlns:a16="http://schemas.microsoft.com/office/drawing/2014/main" id="{8387D929-C299-C1A8-7D45-F38856E7914D}"/>
              </a:ext>
            </a:extLst>
          </p:cNvPr>
          <p:cNvSpPr txBox="1"/>
          <p:nvPr/>
        </p:nvSpPr>
        <p:spPr>
          <a:xfrm>
            <a:off x="186146" y="328985"/>
            <a:ext cx="7164976" cy="403700"/>
          </a:xfrm>
          <a:prstGeom prst="rect">
            <a:avLst/>
          </a:prstGeom>
          <a:noFill/>
        </p:spPr>
        <p:txBody>
          <a:bodyPr wrap="square">
            <a:spAutoFit/>
          </a:bodyPr>
          <a:lstStyle/>
          <a:p>
            <a:pPr algn="l">
              <a:lnSpc>
                <a:spcPts val="2250"/>
              </a:lnSpc>
              <a:buNone/>
            </a:pPr>
            <a:r>
              <a:rPr lang="en-IN" sz="3000" b="1" i="0" dirty="0">
                <a:solidFill>
                  <a:srgbClr val="242424"/>
                </a:solidFill>
                <a:effectLst/>
                <a:latin typeface="Times New Roman" panose="02020603050405020304" pitchFamily="18" charset="0"/>
                <a:cs typeface="Times New Roman" panose="02020603050405020304" pitchFamily="18" charset="0"/>
              </a:rPr>
              <a:t>SOLID Principles</a:t>
            </a:r>
          </a:p>
        </p:txBody>
      </p:sp>
      <p:sp>
        <p:nvSpPr>
          <p:cNvPr id="6" name="TextBox 5">
            <a:extLst>
              <a:ext uri="{FF2B5EF4-FFF2-40B4-BE49-F238E27FC236}">
                <a16:creationId xmlns:a16="http://schemas.microsoft.com/office/drawing/2014/main" id="{D164EE22-7365-EC57-B1B8-E599D679A7E4}"/>
              </a:ext>
            </a:extLst>
          </p:cNvPr>
          <p:cNvSpPr txBox="1"/>
          <p:nvPr/>
        </p:nvSpPr>
        <p:spPr>
          <a:xfrm>
            <a:off x="18677" y="1080810"/>
            <a:ext cx="13595168" cy="6986528"/>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Single Responsibility Principle (SRP):</a:t>
            </a:r>
            <a:r>
              <a:rPr lang="en-US" sz="2800" dirty="0">
                <a:latin typeface="Times New Roman" panose="02020603050405020304" pitchFamily="18" charset="0"/>
                <a:cs typeface="Times New Roman" panose="02020603050405020304" pitchFamily="18" charset="0"/>
              </a:rPr>
              <a:t> Applied to databases, this suggests that a table or a stored procedure should have only one reason to change, meaning it should focus on a single, well-defined responsibility.</a:t>
            </a:r>
          </a:p>
          <a:p>
            <a:pPr algn="just"/>
            <a:r>
              <a:rPr lang="en-US" sz="2800" b="1" dirty="0">
                <a:latin typeface="Times New Roman" panose="02020603050405020304" pitchFamily="18" charset="0"/>
                <a:cs typeface="Times New Roman" panose="02020603050405020304" pitchFamily="18" charset="0"/>
              </a:rPr>
              <a:t>Open/Closed Principle (OCP):</a:t>
            </a:r>
            <a:r>
              <a:rPr lang="en-US" sz="2800" dirty="0">
                <a:latin typeface="Times New Roman" panose="02020603050405020304" pitchFamily="18" charset="0"/>
                <a:cs typeface="Times New Roman" panose="02020603050405020304" pitchFamily="18" charset="0"/>
              </a:rPr>
              <a:t> Designing database schemas and procedures to be open for extension but closed for modification. This could involve adding new tables or columns for new features rather than altering existing structures extensively.</a:t>
            </a:r>
          </a:p>
          <a:p>
            <a:pPr algn="just"/>
            <a:r>
              <a:rPr lang="en-US" sz="2800" b="1" dirty="0" err="1">
                <a:latin typeface="Times New Roman" panose="02020603050405020304" pitchFamily="18" charset="0"/>
                <a:cs typeface="Times New Roman" panose="02020603050405020304" pitchFamily="18" charset="0"/>
              </a:rPr>
              <a:t>Liskov</a:t>
            </a:r>
            <a:r>
              <a:rPr lang="en-US" sz="2800" b="1" dirty="0">
                <a:latin typeface="Times New Roman" panose="02020603050405020304" pitchFamily="18" charset="0"/>
                <a:cs typeface="Times New Roman" panose="02020603050405020304" pitchFamily="18" charset="0"/>
              </a:rPr>
              <a:t> Substitution Principle (LSP):</a:t>
            </a:r>
            <a:r>
              <a:rPr lang="en-US" sz="2800" dirty="0">
                <a:latin typeface="Times New Roman" panose="02020603050405020304" pitchFamily="18" charset="0"/>
                <a:cs typeface="Times New Roman" panose="02020603050405020304" pitchFamily="18" charset="0"/>
              </a:rPr>
              <a:t> Ensures that subtypes (e.g., in an inheritance simulation) can be substituted for their base types without altering the correctness of the database operations.</a:t>
            </a:r>
          </a:p>
          <a:p>
            <a:pPr algn="just"/>
            <a:r>
              <a:rPr lang="en-US" sz="2800" b="1" dirty="0">
                <a:latin typeface="Times New Roman" panose="02020603050405020304" pitchFamily="18" charset="0"/>
                <a:cs typeface="Times New Roman" panose="02020603050405020304" pitchFamily="18" charset="0"/>
              </a:rPr>
              <a:t>Interface Segregation Principle (ISP):</a:t>
            </a:r>
            <a:r>
              <a:rPr lang="en-US" sz="2800" dirty="0">
                <a:latin typeface="Times New Roman" panose="02020603050405020304" pitchFamily="18" charset="0"/>
                <a:cs typeface="Times New Roman" panose="02020603050405020304" pitchFamily="18" charset="0"/>
              </a:rPr>
              <a:t> In a database context, this means creating specific interfaces (e.g., views or stored procedures) for different client needs rather than a single, large, generic interface.</a:t>
            </a:r>
          </a:p>
          <a:p>
            <a:pPr algn="just"/>
            <a:r>
              <a:rPr lang="en-US" sz="2800" b="1" dirty="0">
                <a:latin typeface="Times New Roman" panose="02020603050405020304" pitchFamily="18" charset="0"/>
                <a:cs typeface="Times New Roman" panose="02020603050405020304" pitchFamily="18" charset="0"/>
              </a:rPr>
              <a:t>Dependency Inversion Principle (DIP):</a:t>
            </a:r>
            <a:r>
              <a:rPr lang="en-US" sz="2800" dirty="0">
                <a:latin typeface="Times New Roman" panose="02020603050405020304" pitchFamily="18" charset="0"/>
                <a:cs typeface="Times New Roman" panose="02020603050405020304" pitchFamily="18" charset="0"/>
              </a:rPr>
              <a:t> Decoupling high-level modules from low-level details. This is evident in the use of ORMs, which provide an abstraction layer between the application logic and the specific database implementation.</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999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4B201D9-B017-D301-171E-4BA128D8D001}"/>
              </a:ext>
            </a:extLst>
          </p:cNvPr>
          <p:cNvSpPr>
            <a:spLocks noGrp="1"/>
          </p:cNvSpPr>
          <p:nvPr>
            <p:ph type="subTitle" idx="1"/>
          </p:nvPr>
        </p:nvSpPr>
        <p:spPr>
          <a:xfrm>
            <a:off x="600891" y="3030903"/>
            <a:ext cx="12777907" cy="5670373"/>
          </a:xfrm>
        </p:spPr>
        <p:txBody>
          <a:bodyPr/>
          <a:lstStyle/>
          <a:p>
            <a:r>
              <a:rPr lang="en-IN" sz="9600" b="1" dirty="0">
                <a:solidFill>
                  <a:schemeClr val="tx1"/>
                </a:solidFill>
                <a:latin typeface="Times New Roman" panose="02020603050405020304" pitchFamily="18" charset="0"/>
                <a:cs typeface="Times New Roman" panose="02020603050405020304" pitchFamily="18" charset="0"/>
              </a:rPr>
              <a:t>Thank You</a:t>
            </a:r>
          </a:p>
        </p:txBody>
      </p:sp>
      <p:sp>
        <p:nvSpPr>
          <p:cNvPr id="4" name="Slide Number Placeholder 3">
            <a:extLst>
              <a:ext uri="{FF2B5EF4-FFF2-40B4-BE49-F238E27FC236}">
                <a16:creationId xmlns:a16="http://schemas.microsoft.com/office/drawing/2014/main" id="{4D06B745-90C8-F1A8-DBD6-FDB7E6581EA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209790780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TotalTime>
  <Words>1054</Words>
  <Application>Microsoft Office PowerPoint</Application>
  <PresentationFormat>Custom</PresentationFormat>
  <Paragraphs>65</Paragraphs>
  <Slides>10</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Yogesh B</cp:lastModifiedBy>
  <cp:revision>27</cp:revision>
  <dcterms:modified xsi:type="dcterms:W3CDTF">2025-08-21T07:35:31Z</dcterms:modified>
</cp:coreProperties>
</file>