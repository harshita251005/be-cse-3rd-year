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3"/>
  </p:notesMasterIdLst>
  <p:sldIdLst>
    <p:sldId id="1240" r:id="rId2"/>
    <p:sldId id="1152" r:id="rId3"/>
    <p:sldId id="1101" r:id="rId4"/>
    <p:sldId id="1103" r:id="rId5"/>
    <p:sldId id="1102" r:id="rId6"/>
    <p:sldId id="1105" r:id="rId7"/>
    <p:sldId id="1106" r:id="rId8"/>
    <p:sldId id="1109" r:id="rId9"/>
    <p:sldId id="1110" r:id="rId10"/>
    <p:sldId id="1220" r:id="rId11"/>
    <p:sldId id="1230" r:id="rId12"/>
    <p:sldId id="1231" r:id="rId13"/>
    <p:sldId id="1233" r:id="rId14"/>
    <p:sldId id="1235" r:id="rId15"/>
    <p:sldId id="1232" r:id="rId16"/>
    <p:sldId id="1234" r:id="rId17"/>
    <p:sldId id="1236" r:id="rId18"/>
    <p:sldId id="1237" r:id="rId19"/>
    <p:sldId id="1238" r:id="rId20"/>
    <p:sldId id="1239" r:id="rId21"/>
    <p:sldId id="784" r:id="rId22"/>
  </p:sldIdLst>
  <p:sldSz cx="12239625"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169"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338"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507"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675"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5844" algn="l" defTabSz="914338"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013" algn="l" defTabSz="914338"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182" algn="l" defTabSz="914338"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350" algn="l" defTabSz="914338"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5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30FA"/>
    <a:srgbClr val="FF6600"/>
    <a:srgbClr val="F139E4"/>
    <a:srgbClr val="B85250"/>
    <a:srgbClr val="FF3300"/>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73" autoAdjust="0"/>
    <p:restoredTop sz="94660"/>
  </p:normalViewPr>
  <p:slideViewPr>
    <p:cSldViewPr>
      <p:cViewPr varScale="1">
        <p:scale>
          <a:sx n="78" d="100"/>
          <a:sy n="78" d="100"/>
        </p:scale>
        <p:origin x="730" y="43"/>
      </p:cViewPr>
      <p:guideLst>
        <p:guide orient="horz" pos="2160"/>
        <p:guide pos="3855"/>
      </p:guideLst>
    </p:cSldViewPr>
  </p:slideViewPr>
  <p:notesTextViewPr>
    <p:cViewPr>
      <p:scale>
        <a:sx n="300" d="100"/>
        <a:sy n="300" d="100"/>
      </p:scale>
      <p:origin x="0" y="0"/>
    </p:cViewPr>
  </p:notesTextViewPr>
  <p:sorterViewPr>
    <p:cViewPr>
      <p:scale>
        <a:sx n="100" d="100"/>
        <a:sy n="100" d="100"/>
      </p:scale>
      <p:origin x="0" y="1031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E8303D2-09A7-B838-9CB4-06BD1B884002}"/>
              </a:ext>
            </a:extLst>
          </p:cNvPr>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128"/>
                <a:cs typeface="+mn-cs"/>
              </a:defRPr>
            </a:lvl1pPr>
          </a:lstStyle>
          <a:p>
            <a:pPr>
              <a:defRPr/>
            </a:pPr>
            <a:endParaRPr lang="en-US"/>
          </a:p>
        </p:txBody>
      </p:sp>
      <p:sp>
        <p:nvSpPr>
          <p:cNvPr id="3" name="Date Placeholder 2">
            <a:extLst>
              <a:ext uri="{FF2B5EF4-FFF2-40B4-BE49-F238E27FC236}">
                <a16:creationId xmlns:a16="http://schemas.microsoft.com/office/drawing/2014/main" id="{077FB98B-BF33-C80F-5865-033B963AAACC}"/>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itchFamily="34" charset="0"/>
                <a:cs typeface="+mn-cs"/>
              </a:defRPr>
            </a:lvl1pPr>
          </a:lstStyle>
          <a:p>
            <a:pPr>
              <a:defRPr/>
            </a:pPr>
            <a:fld id="{C69A2169-0C7E-402F-91C1-94B6F244B770}" type="datetime1">
              <a:rPr lang="en-US"/>
              <a:pPr>
                <a:defRPr/>
              </a:pPr>
              <a:t>11/3/2025</a:t>
            </a:fld>
            <a:endParaRPr lang="en-US"/>
          </a:p>
        </p:txBody>
      </p:sp>
      <p:sp>
        <p:nvSpPr>
          <p:cNvPr id="4" name="Slide Image Placeholder 3">
            <a:extLst>
              <a:ext uri="{FF2B5EF4-FFF2-40B4-BE49-F238E27FC236}">
                <a16:creationId xmlns:a16="http://schemas.microsoft.com/office/drawing/2014/main" id="{845CF7FB-2B21-C99D-439E-C4048EEDA2B0}"/>
              </a:ext>
            </a:extLst>
          </p:cNvPr>
          <p:cNvSpPr>
            <a:spLocks noGrp="1" noRot="1" noChangeAspect="1"/>
          </p:cNvSpPr>
          <p:nvPr>
            <p:ph type="sldImg" idx="2"/>
          </p:nvPr>
        </p:nvSpPr>
        <p:spPr>
          <a:xfrm>
            <a:off x="369888" y="685800"/>
            <a:ext cx="6118225" cy="3429000"/>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noProof="0"/>
          </a:p>
        </p:txBody>
      </p:sp>
      <p:sp>
        <p:nvSpPr>
          <p:cNvPr id="5" name="Notes Placeholder 4">
            <a:extLst>
              <a:ext uri="{FF2B5EF4-FFF2-40B4-BE49-F238E27FC236}">
                <a16:creationId xmlns:a16="http://schemas.microsoft.com/office/drawing/2014/main" id="{13C0C4CD-65A8-6DF2-4480-6C781D357A9E}"/>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F0C383A7-669B-0EC0-FC56-18E8586E50CF}"/>
              </a:ext>
            </a:extLst>
          </p:cNvPr>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128"/>
                <a:cs typeface="+mn-cs"/>
              </a:defRPr>
            </a:lvl1pPr>
          </a:lstStyle>
          <a:p>
            <a:pPr>
              <a:defRPr/>
            </a:pPr>
            <a:endParaRPr lang="en-US"/>
          </a:p>
        </p:txBody>
      </p:sp>
      <p:sp>
        <p:nvSpPr>
          <p:cNvPr id="7" name="Slide Number Placeholder 6">
            <a:extLst>
              <a:ext uri="{FF2B5EF4-FFF2-40B4-BE49-F238E27FC236}">
                <a16:creationId xmlns:a16="http://schemas.microsoft.com/office/drawing/2014/main" id="{A52E62EC-0E5A-EEE6-8DD3-4D6D1079711D}"/>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27E9960A-2BA3-4239-BEDB-BEE3841E43CE}"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defTabSz="457169" rtl="0" eaLnBrk="0" fontAlgn="base" hangingPunct="0">
      <a:spcBef>
        <a:spcPct val="30000"/>
      </a:spcBef>
      <a:spcAft>
        <a:spcPct val="0"/>
      </a:spcAft>
      <a:defRPr sz="1200" kern="1200">
        <a:solidFill>
          <a:schemeClr val="tx1"/>
        </a:solidFill>
        <a:latin typeface="+mn-lt"/>
        <a:ea typeface="MS PGothic"/>
        <a:cs typeface="MS PGothic"/>
      </a:defRPr>
    </a:lvl1pPr>
    <a:lvl2pPr marL="457169" algn="l" defTabSz="457169" rtl="0" eaLnBrk="0" fontAlgn="base" hangingPunct="0">
      <a:spcBef>
        <a:spcPct val="30000"/>
      </a:spcBef>
      <a:spcAft>
        <a:spcPct val="0"/>
      </a:spcAft>
      <a:defRPr sz="1200" kern="1200">
        <a:solidFill>
          <a:schemeClr val="tx1"/>
        </a:solidFill>
        <a:latin typeface="+mn-lt"/>
        <a:ea typeface="MS PGothic"/>
        <a:cs typeface="MS PGothic"/>
      </a:defRPr>
    </a:lvl2pPr>
    <a:lvl3pPr marL="914338" algn="l" defTabSz="457169" rtl="0" eaLnBrk="0" fontAlgn="base" hangingPunct="0">
      <a:spcBef>
        <a:spcPct val="30000"/>
      </a:spcBef>
      <a:spcAft>
        <a:spcPct val="0"/>
      </a:spcAft>
      <a:defRPr sz="1200" kern="1200">
        <a:solidFill>
          <a:schemeClr val="tx1"/>
        </a:solidFill>
        <a:latin typeface="+mn-lt"/>
        <a:ea typeface="MS PGothic"/>
        <a:cs typeface="MS PGothic"/>
      </a:defRPr>
    </a:lvl3pPr>
    <a:lvl4pPr marL="1371507" algn="l" defTabSz="457169" rtl="0" eaLnBrk="0" fontAlgn="base" hangingPunct="0">
      <a:spcBef>
        <a:spcPct val="30000"/>
      </a:spcBef>
      <a:spcAft>
        <a:spcPct val="0"/>
      </a:spcAft>
      <a:defRPr sz="1200" kern="1200">
        <a:solidFill>
          <a:schemeClr val="tx1"/>
        </a:solidFill>
        <a:latin typeface="+mn-lt"/>
        <a:ea typeface="MS PGothic"/>
        <a:cs typeface="MS PGothic"/>
      </a:defRPr>
    </a:lvl4pPr>
    <a:lvl5pPr marL="1828675" algn="l" defTabSz="457169" rtl="0" eaLnBrk="0" fontAlgn="base" hangingPunct="0">
      <a:spcBef>
        <a:spcPct val="30000"/>
      </a:spcBef>
      <a:spcAft>
        <a:spcPct val="0"/>
      </a:spcAft>
      <a:defRPr sz="1200" kern="1200">
        <a:solidFill>
          <a:schemeClr val="tx1"/>
        </a:solidFill>
        <a:latin typeface="+mn-lt"/>
        <a:ea typeface="MS PGothic"/>
        <a:cs typeface="MS PGothic"/>
      </a:defRPr>
    </a:lvl5pPr>
    <a:lvl6pPr marL="2285844" algn="l" defTabSz="457169" rtl="0" eaLnBrk="1" latinLnBrk="0" hangingPunct="1">
      <a:defRPr sz="1200" kern="1200">
        <a:solidFill>
          <a:schemeClr val="tx1"/>
        </a:solidFill>
        <a:latin typeface="+mn-lt"/>
        <a:ea typeface="+mn-ea"/>
        <a:cs typeface="+mn-cs"/>
      </a:defRPr>
    </a:lvl6pPr>
    <a:lvl7pPr marL="2743013" algn="l" defTabSz="457169" rtl="0" eaLnBrk="1" latinLnBrk="0" hangingPunct="1">
      <a:defRPr sz="1200" kern="1200">
        <a:solidFill>
          <a:schemeClr val="tx1"/>
        </a:solidFill>
        <a:latin typeface="+mn-lt"/>
        <a:ea typeface="+mn-ea"/>
        <a:cs typeface="+mn-cs"/>
      </a:defRPr>
    </a:lvl7pPr>
    <a:lvl8pPr marL="3200182" algn="l" defTabSz="457169" rtl="0" eaLnBrk="1" latinLnBrk="0" hangingPunct="1">
      <a:defRPr sz="1200" kern="1200">
        <a:solidFill>
          <a:schemeClr val="tx1"/>
        </a:solidFill>
        <a:latin typeface="+mn-lt"/>
        <a:ea typeface="+mn-ea"/>
        <a:cs typeface="+mn-cs"/>
      </a:defRPr>
    </a:lvl8pPr>
    <a:lvl9pPr marL="3657350" algn="l" defTabSz="457169"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B984F-1623-09B7-A6B8-84C0737DCD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10AB0E-C4C3-C15E-FBF6-1697A14389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5D9603-3C86-CD05-4B60-DD5BD51BC00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02A637F-E576-8A18-CF60-B3A3346CCDA8}"/>
              </a:ext>
            </a:extLst>
          </p:cNvPr>
          <p:cNvSpPr>
            <a:spLocks noGrp="1"/>
          </p:cNvSpPr>
          <p:nvPr>
            <p:ph type="sldNum" sz="quarter" idx="5"/>
          </p:nvPr>
        </p:nvSpPr>
        <p:spPr/>
        <p:txBody>
          <a:bodyPr/>
          <a:lstStyle/>
          <a:p>
            <a:pPr>
              <a:defRPr/>
            </a:pPr>
            <a:fld id="{27E9960A-2BA3-4239-BEDB-BEE3841E43CE}" type="slidenum">
              <a:rPr lang="en-US" altLang="en-US" smtClean="0"/>
              <a:pPr>
                <a:defRPr/>
              </a:pPr>
              <a:t>2</a:t>
            </a:fld>
            <a:endParaRPr lang="en-US" altLang="en-US"/>
          </a:p>
        </p:txBody>
      </p:sp>
    </p:spTree>
    <p:extLst>
      <p:ext uri="{BB962C8B-B14F-4D97-AF65-F5344CB8AC3E}">
        <p14:creationId xmlns:p14="http://schemas.microsoft.com/office/powerpoint/2010/main" val="1724024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E5262-084A-90F1-927A-55497DAAD5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2D48E-0DE8-AB80-6833-05E8C006B6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F3AA93-9B9E-6B46-88AF-723974740B1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282B2FB-79D0-3DF9-0F46-FCB84C957F11}"/>
              </a:ext>
            </a:extLst>
          </p:cNvPr>
          <p:cNvSpPr>
            <a:spLocks noGrp="1"/>
          </p:cNvSpPr>
          <p:nvPr>
            <p:ph type="sldNum" sz="quarter" idx="5"/>
          </p:nvPr>
        </p:nvSpPr>
        <p:spPr/>
        <p:txBody>
          <a:bodyPr/>
          <a:lstStyle/>
          <a:p>
            <a:pPr>
              <a:defRPr/>
            </a:pPr>
            <a:fld id="{27E9960A-2BA3-4239-BEDB-BEE3841E43CE}" type="slidenum">
              <a:rPr lang="en-US" altLang="en-US" smtClean="0"/>
              <a:pPr>
                <a:defRPr/>
              </a:pPr>
              <a:t>3</a:t>
            </a:fld>
            <a:endParaRPr lang="en-US" altLang="en-US"/>
          </a:p>
        </p:txBody>
      </p:sp>
    </p:spTree>
    <p:extLst>
      <p:ext uri="{BB962C8B-B14F-4D97-AF65-F5344CB8AC3E}">
        <p14:creationId xmlns:p14="http://schemas.microsoft.com/office/powerpoint/2010/main" val="817334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B09B8-296D-CF8A-F3BB-B834E9F1ED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AF42F-C34A-B5B2-D0B9-1C754FFFD0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A8FB15-43DA-AEBA-83DF-FCDD6F9497F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A59F4FE-8563-BD86-8B7F-15D5F2BEF5CF}"/>
              </a:ext>
            </a:extLst>
          </p:cNvPr>
          <p:cNvSpPr>
            <a:spLocks noGrp="1"/>
          </p:cNvSpPr>
          <p:nvPr>
            <p:ph type="sldNum" sz="quarter" idx="5"/>
          </p:nvPr>
        </p:nvSpPr>
        <p:spPr/>
        <p:txBody>
          <a:bodyPr/>
          <a:lstStyle/>
          <a:p>
            <a:pPr>
              <a:defRPr/>
            </a:pPr>
            <a:fld id="{27E9960A-2BA3-4239-BEDB-BEE3841E43CE}" type="slidenum">
              <a:rPr lang="en-US" altLang="en-US" smtClean="0"/>
              <a:pPr>
                <a:defRPr/>
              </a:pPr>
              <a:t>4</a:t>
            </a:fld>
            <a:endParaRPr lang="en-US" altLang="en-US"/>
          </a:p>
        </p:txBody>
      </p:sp>
    </p:spTree>
    <p:extLst>
      <p:ext uri="{BB962C8B-B14F-4D97-AF65-F5344CB8AC3E}">
        <p14:creationId xmlns:p14="http://schemas.microsoft.com/office/powerpoint/2010/main" val="1307645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82A42-4CA0-48AB-815C-39D5EF634B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AD62D9-F6C7-D884-A20E-29068B55D9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67616E-D952-9185-CBF4-F0CDA67D67D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E8026C9-3CBA-E17C-02E2-9900B2DD13AB}"/>
              </a:ext>
            </a:extLst>
          </p:cNvPr>
          <p:cNvSpPr>
            <a:spLocks noGrp="1"/>
          </p:cNvSpPr>
          <p:nvPr>
            <p:ph type="sldNum" sz="quarter" idx="5"/>
          </p:nvPr>
        </p:nvSpPr>
        <p:spPr/>
        <p:txBody>
          <a:bodyPr/>
          <a:lstStyle/>
          <a:p>
            <a:pPr>
              <a:defRPr/>
            </a:pPr>
            <a:fld id="{27E9960A-2BA3-4239-BEDB-BEE3841E43CE}" type="slidenum">
              <a:rPr lang="en-US" altLang="en-US" smtClean="0"/>
              <a:pPr>
                <a:defRPr/>
              </a:pPr>
              <a:t>5</a:t>
            </a:fld>
            <a:endParaRPr lang="en-US" altLang="en-US"/>
          </a:p>
        </p:txBody>
      </p:sp>
    </p:spTree>
    <p:extLst>
      <p:ext uri="{BB962C8B-B14F-4D97-AF65-F5344CB8AC3E}">
        <p14:creationId xmlns:p14="http://schemas.microsoft.com/office/powerpoint/2010/main" val="3365594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A1A86-85C2-2E38-874C-92BC3B5E88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E23909-D6A6-3526-ADFD-1B3CFF51BC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9BCBC3-770F-FBCD-ECF8-FCD3A155B28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01505EC-46E8-F214-D7AE-A68E42ADA1FF}"/>
              </a:ext>
            </a:extLst>
          </p:cNvPr>
          <p:cNvSpPr>
            <a:spLocks noGrp="1"/>
          </p:cNvSpPr>
          <p:nvPr>
            <p:ph type="sldNum" sz="quarter" idx="5"/>
          </p:nvPr>
        </p:nvSpPr>
        <p:spPr/>
        <p:txBody>
          <a:bodyPr/>
          <a:lstStyle/>
          <a:p>
            <a:pPr>
              <a:defRPr/>
            </a:pPr>
            <a:fld id="{27E9960A-2BA3-4239-BEDB-BEE3841E43CE}" type="slidenum">
              <a:rPr lang="en-US" altLang="en-US" smtClean="0"/>
              <a:pPr>
                <a:defRPr/>
              </a:pPr>
              <a:t>6</a:t>
            </a:fld>
            <a:endParaRPr lang="en-US" altLang="en-US"/>
          </a:p>
        </p:txBody>
      </p:sp>
    </p:spTree>
    <p:extLst>
      <p:ext uri="{BB962C8B-B14F-4D97-AF65-F5344CB8AC3E}">
        <p14:creationId xmlns:p14="http://schemas.microsoft.com/office/powerpoint/2010/main" val="38646446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4E35C-2FFF-D7F0-D5BB-CF4977DCA2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FD0D06-0A8E-4282-8F89-F8394EA4C5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46C40D-ABDD-655F-A39A-799082DAA5B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A043380-C873-4488-B04A-461F699D2328}"/>
              </a:ext>
            </a:extLst>
          </p:cNvPr>
          <p:cNvSpPr>
            <a:spLocks noGrp="1"/>
          </p:cNvSpPr>
          <p:nvPr>
            <p:ph type="sldNum" sz="quarter" idx="5"/>
          </p:nvPr>
        </p:nvSpPr>
        <p:spPr/>
        <p:txBody>
          <a:bodyPr/>
          <a:lstStyle/>
          <a:p>
            <a:pPr>
              <a:defRPr/>
            </a:pPr>
            <a:fld id="{27E9960A-2BA3-4239-BEDB-BEE3841E43CE}" type="slidenum">
              <a:rPr lang="en-US" altLang="en-US" smtClean="0"/>
              <a:pPr>
                <a:defRPr/>
              </a:pPr>
              <a:t>7</a:t>
            </a:fld>
            <a:endParaRPr lang="en-US" altLang="en-US"/>
          </a:p>
        </p:txBody>
      </p:sp>
    </p:spTree>
    <p:extLst>
      <p:ext uri="{BB962C8B-B14F-4D97-AF65-F5344CB8AC3E}">
        <p14:creationId xmlns:p14="http://schemas.microsoft.com/office/powerpoint/2010/main" val="1739142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2C755-5888-784B-A7ED-9BBAC48C55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913FF4-A69A-EACA-5E1E-37C10A0228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5574B7-577A-3136-3434-13392F9B305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9FFE057-156A-58F3-7862-73225B5B9176}"/>
              </a:ext>
            </a:extLst>
          </p:cNvPr>
          <p:cNvSpPr>
            <a:spLocks noGrp="1"/>
          </p:cNvSpPr>
          <p:nvPr>
            <p:ph type="sldNum" sz="quarter" idx="5"/>
          </p:nvPr>
        </p:nvSpPr>
        <p:spPr/>
        <p:txBody>
          <a:bodyPr/>
          <a:lstStyle/>
          <a:p>
            <a:pPr>
              <a:defRPr/>
            </a:pPr>
            <a:fld id="{27E9960A-2BA3-4239-BEDB-BEE3841E43CE}" type="slidenum">
              <a:rPr lang="en-US" altLang="en-US" smtClean="0"/>
              <a:pPr>
                <a:defRPr/>
              </a:pPr>
              <a:t>8</a:t>
            </a:fld>
            <a:endParaRPr lang="en-US" altLang="en-US"/>
          </a:p>
        </p:txBody>
      </p:sp>
    </p:spTree>
    <p:extLst>
      <p:ext uri="{BB962C8B-B14F-4D97-AF65-F5344CB8AC3E}">
        <p14:creationId xmlns:p14="http://schemas.microsoft.com/office/powerpoint/2010/main" val="6987874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2431F-09B5-FE93-2FEE-E61910F86F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900D2E-2DE7-42D5-780D-55A9F8D38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651478-B2EF-8436-B64E-005BA117A37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68D512B-4292-7F83-26C6-36B40862E362}"/>
              </a:ext>
            </a:extLst>
          </p:cNvPr>
          <p:cNvSpPr>
            <a:spLocks noGrp="1"/>
          </p:cNvSpPr>
          <p:nvPr>
            <p:ph type="sldNum" sz="quarter" idx="5"/>
          </p:nvPr>
        </p:nvSpPr>
        <p:spPr/>
        <p:txBody>
          <a:bodyPr/>
          <a:lstStyle/>
          <a:p>
            <a:pPr>
              <a:defRPr/>
            </a:pPr>
            <a:fld id="{27E9960A-2BA3-4239-BEDB-BEE3841E43CE}" type="slidenum">
              <a:rPr lang="en-US" altLang="en-US" smtClean="0"/>
              <a:pPr>
                <a:defRPr/>
              </a:pPr>
              <a:t>9</a:t>
            </a:fld>
            <a:endParaRPr lang="en-US" altLang="en-US"/>
          </a:p>
        </p:txBody>
      </p:sp>
    </p:spTree>
    <p:extLst>
      <p:ext uri="{BB962C8B-B14F-4D97-AF65-F5344CB8AC3E}">
        <p14:creationId xmlns:p14="http://schemas.microsoft.com/office/powerpoint/2010/main" val="434544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09BB0-CBCA-31EB-E50E-40CA63B04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808BBB-F273-628F-C1F8-20064E418C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973035-2EFC-AEDE-2027-14BB8146040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3C09BF5-3F74-122C-2098-AABD068B8F17}"/>
              </a:ext>
            </a:extLst>
          </p:cNvPr>
          <p:cNvSpPr>
            <a:spLocks noGrp="1"/>
          </p:cNvSpPr>
          <p:nvPr>
            <p:ph type="sldNum" sz="quarter" idx="5"/>
          </p:nvPr>
        </p:nvSpPr>
        <p:spPr/>
        <p:txBody>
          <a:bodyPr/>
          <a:lstStyle/>
          <a:p>
            <a:pPr>
              <a:defRPr/>
            </a:pPr>
            <a:fld id="{27E9960A-2BA3-4239-BEDB-BEE3841E43CE}" type="slidenum">
              <a:rPr lang="en-US" altLang="en-US" smtClean="0"/>
              <a:pPr>
                <a:defRPr/>
              </a:pPr>
              <a:t>10</a:t>
            </a:fld>
            <a:endParaRPr lang="en-US" altLang="en-US"/>
          </a:p>
        </p:txBody>
      </p:sp>
    </p:spTree>
    <p:extLst>
      <p:ext uri="{BB962C8B-B14F-4D97-AF65-F5344CB8AC3E}">
        <p14:creationId xmlns:p14="http://schemas.microsoft.com/office/powerpoint/2010/main" val="31395878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22267-3D09-AEB0-BD9B-FFF068D46F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01B67C-F9C4-0C95-E4B1-A4ECA20A55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897F8F-004E-3BE9-A9FB-5389741AD33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4AD10DD-2AA8-02B0-2289-91B61621E630}"/>
              </a:ext>
            </a:extLst>
          </p:cNvPr>
          <p:cNvSpPr>
            <a:spLocks noGrp="1"/>
          </p:cNvSpPr>
          <p:nvPr>
            <p:ph type="sldNum" sz="quarter" idx="5"/>
          </p:nvPr>
        </p:nvSpPr>
        <p:spPr/>
        <p:txBody>
          <a:bodyPr/>
          <a:lstStyle/>
          <a:p>
            <a:pPr>
              <a:defRPr/>
            </a:pPr>
            <a:fld id="{27E9960A-2BA3-4239-BEDB-BEE3841E43CE}" type="slidenum">
              <a:rPr lang="en-US" altLang="en-US" smtClean="0"/>
              <a:pPr>
                <a:defRPr/>
              </a:pPr>
              <a:t>11</a:t>
            </a:fld>
            <a:endParaRPr lang="en-US" altLang="en-US"/>
          </a:p>
        </p:txBody>
      </p:sp>
    </p:spTree>
    <p:extLst>
      <p:ext uri="{BB962C8B-B14F-4D97-AF65-F5344CB8AC3E}">
        <p14:creationId xmlns:p14="http://schemas.microsoft.com/office/powerpoint/2010/main" val="33159984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1833E-C814-A011-BE62-CBE06BB10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F332C9-303C-C789-1C13-4B5F470F42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25F598-F4FD-DC6A-51E8-B7C2C649BA9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60D7DE3-61CD-E1A5-357C-C3349B4BDC14}"/>
              </a:ext>
            </a:extLst>
          </p:cNvPr>
          <p:cNvSpPr>
            <a:spLocks noGrp="1"/>
          </p:cNvSpPr>
          <p:nvPr>
            <p:ph type="sldNum" sz="quarter" idx="5"/>
          </p:nvPr>
        </p:nvSpPr>
        <p:spPr/>
        <p:txBody>
          <a:bodyPr/>
          <a:lstStyle/>
          <a:p>
            <a:pPr>
              <a:defRPr/>
            </a:pPr>
            <a:fld id="{27E9960A-2BA3-4239-BEDB-BEE3841E43CE}" type="slidenum">
              <a:rPr lang="en-US" altLang="en-US" smtClean="0"/>
              <a:pPr>
                <a:defRPr/>
              </a:pPr>
              <a:t>12</a:t>
            </a:fld>
            <a:endParaRPr lang="en-US" altLang="en-US"/>
          </a:p>
        </p:txBody>
      </p:sp>
    </p:spTree>
    <p:extLst>
      <p:ext uri="{BB962C8B-B14F-4D97-AF65-F5344CB8AC3E}">
        <p14:creationId xmlns:p14="http://schemas.microsoft.com/office/powerpoint/2010/main" val="5708039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8081A-00F5-474C-100A-1A4AED725F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21B9DF-5680-F647-1923-2EEBF92538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1E1C6F-987A-3C6F-E9DE-6D2B930512E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97D202A-96EF-A120-BA27-0D3BA1845ECD}"/>
              </a:ext>
            </a:extLst>
          </p:cNvPr>
          <p:cNvSpPr>
            <a:spLocks noGrp="1"/>
          </p:cNvSpPr>
          <p:nvPr>
            <p:ph type="sldNum" sz="quarter" idx="5"/>
          </p:nvPr>
        </p:nvSpPr>
        <p:spPr/>
        <p:txBody>
          <a:bodyPr/>
          <a:lstStyle/>
          <a:p>
            <a:pPr>
              <a:defRPr/>
            </a:pPr>
            <a:fld id="{27E9960A-2BA3-4239-BEDB-BEE3841E43CE}" type="slidenum">
              <a:rPr lang="en-US" altLang="en-US" smtClean="0"/>
              <a:pPr>
                <a:defRPr/>
              </a:pPr>
              <a:t>13</a:t>
            </a:fld>
            <a:endParaRPr lang="en-US" altLang="en-US"/>
          </a:p>
        </p:txBody>
      </p:sp>
    </p:spTree>
    <p:extLst>
      <p:ext uri="{BB962C8B-B14F-4D97-AF65-F5344CB8AC3E}">
        <p14:creationId xmlns:p14="http://schemas.microsoft.com/office/powerpoint/2010/main" val="6048023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9EAF6-181D-301D-DF83-C6F5A867AD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297F99-72A4-7A75-6A38-5BE3330592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41E4B0-5E38-6FDD-7A57-A3F68018297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79F6D23-D074-6522-D299-A61E47CF98BA}"/>
              </a:ext>
            </a:extLst>
          </p:cNvPr>
          <p:cNvSpPr>
            <a:spLocks noGrp="1"/>
          </p:cNvSpPr>
          <p:nvPr>
            <p:ph type="sldNum" sz="quarter" idx="5"/>
          </p:nvPr>
        </p:nvSpPr>
        <p:spPr/>
        <p:txBody>
          <a:bodyPr/>
          <a:lstStyle/>
          <a:p>
            <a:pPr>
              <a:defRPr/>
            </a:pPr>
            <a:fld id="{27E9960A-2BA3-4239-BEDB-BEE3841E43CE}" type="slidenum">
              <a:rPr lang="en-US" altLang="en-US" smtClean="0"/>
              <a:pPr>
                <a:defRPr/>
              </a:pPr>
              <a:t>14</a:t>
            </a:fld>
            <a:endParaRPr lang="en-US" altLang="en-US"/>
          </a:p>
        </p:txBody>
      </p:sp>
    </p:spTree>
    <p:extLst>
      <p:ext uri="{BB962C8B-B14F-4D97-AF65-F5344CB8AC3E}">
        <p14:creationId xmlns:p14="http://schemas.microsoft.com/office/powerpoint/2010/main" val="28399741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C0E8D-5BDE-B362-50A2-2F8474AA3A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EABC06-0420-3D82-09F6-AE3D0AD922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B6F3DE-6744-B9B9-215E-9811E7D80D1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940A2D7-84EE-3557-444A-606CE7B7C68E}"/>
              </a:ext>
            </a:extLst>
          </p:cNvPr>
          <p:cNvSpPr>
            <a:spLocks noGrp="1"/>
          </p:cNvSpPr>
          <p:nvPr>
            <p:ph type="sldNum" sz="quarter" idx="5"/>
          </p:nvPr>
        </p:nvSpPr>
        <p:spPr/>
        <p:txBody>
          <a:bodyPr/>
          <a:lstStyle/>
          <a:p>
            <a:pPr>
              <a:defRPr/>
            </a:pPr>
            <a:fld id="{27E9960A-2BA3-4239-BEDB-BEE3841E43CE}" type="slidenum">
              <a:rPr lang="en-US" altLang="en-US" smtClean="0"/>
              <a:pPr>
                <a:defRPr/>
              </a:pPr>
              <a:t>15</a:t>
            </a:fld>
            <a:endParaRPr lang="en-US" altLang="en-US"/>
          </a:p>
        </p:txBody>
      </p:sp>
    </p:spTree>
    <p:extLst>
      <p:ext uri="{BB962C8B-B14F-4D97-AF65-F5344CB8AC3E}">
        <p14:creationId xmlns:p14="http://schemas.microsoft.com/office/powerpoint/2010/main" val="17864289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3BF7C-4611-4091-9EA9-3EE13A9B61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AC7B3E-246D-A223-C6F9-A04E29E634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86FAD6-8A20-4987-B14E-900495C417C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BEEBFB1-6F03-8F05-074D-D769238F7941}"/>
              </a:ext>
            </a:extLst>
          </p:cNvPr>
          <p:cNvSpPr>
            <a:spLocks noGrp="1"/>
          </p:cNvSpPr>
          <p:nvPr>
            <p:ph type="sldNum" sz="quarter" idx="5"/>
          </p:nvPr>
        </p:nvSpPr>
        <p:spPr/>
        <p:txBody>
          <a:bodyPr/>
          <a:lstStyle/>
          <a:p>
            <a:pPr>
              <a:defRPr/>
            </a:pPr>
            <a:fld id="{27E9960A-2BA3-4239-BEDB-BEE3841E43CE}" type="slidenum">
              <a:rPr lang="en-US" altLang="en-US" smtClean="0"/>
              <a:pPr>
                <a:defRPr/>
              </a:pPr>
              <a:t>16</a:t>
            </a:fld>
            <a:endParaRPr lang="en-US" altLang="en-US"/>
          </a:p>
        </p:txBody>
      </p:sp>
    </p:spTree>
    <p:extLst>
      <p:ext uri="{BB962C8B-B14F-4D97-AF65-F5344CB8AC3E}">
        <p14:creationId xmlns:p14="http://schemas.microsoft.com/office/powerpoint/2010/main" val="38527091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C0667-A12C-CA1B-4223-F20F631E8F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456D3D-D1BA-1BCE-0881-B42C3705E3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ABC88A-0670-E075-DBEF-4B446960D1F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AD140ED-A620-FFD6-A790-1C2FC79E26CB}"/>
              </a:ext>
            </a:extLst>
          </p:cNvPr>
          <p:cNvSpPr>
            <a:spLocks noGrp="1"/>
          </p:cNvSpPr>
          <p:nvPr>
            <p:ph type="sldNum" sz="quarter" idx="5"/>
          </p:nvPr>
        </p:nvSpPr>
        <p:spPr/>
        <p:txBody>
          <a:bodyPr/>
          <a:lstStyle/>
          <a:p>
            <a:pPr>
              <a:defRPr/>
            </a:pPr>
            <a:fld id="{27E9960A-2BA3-4239-BEDB-BEE3841E43CE}" type="slidenum">
              <a:rPr lang="en-US" altLang="en-US" smtClean="0"/>
              <a:pPr>
                <a:defRPr/>
              </a:pPr>
              <a:t>17</a:t>
            </a:fld>
            <a:endParaRPr lang="en-US" altLang="en-US"/>
          </a:p>
        </p:txBody>
      </p:sp>
    </p:spTree>
    <p:extLst>
      <p:ext uri="{BB962C8B-B14F-4D97-AF65-F5344CB8AC3E}">
        <p14:creationId xmlns:p14="http://schemas.microsoft.com/office/powerpoint/2010/main" val="39523249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5CF50-70B4-691D-3A18-E8FB405EAF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E1526A-8D51-9513-8448-B2199F7D3A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260D33-5F61-65E3-6208-C668405989A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91B6997-3764-3CD5-59EE-CDC91B2C65CD}"/>
              </a:ext>
            </a:extLst>
          </p:cNvPr>
          <p:cNvSpPr>
            <a:spLocks noGrp="1"/>
          </p:cNvSpPr>
          <p:nvPr>
            <p:ph type="sldNum" sz="quarter" idx="5"/>
          </p:nvPr>
        </p:nvSpPr>
        <p:spPr/>
        <p:txBody>
          <a:bodyPr/>
          <a:lstStyle/>
          <a:p>
            <a:pPr>
              <a:defRPr/>
            </a:pPr>
            <a:fld id="{27E9960A-2BA3-4239-BEDB-BEE3841E43CE}" type="slidenum">
              <a:rPr lang="en-US" altLang="en-US" smtClean="0"/>
              <a:pPr>
                <a:defRPr/>
              </a:pPr>
              <a:t>18</a:t>
            </a:fld>
            <a:endParaRPr lang="en-US" altLang="en-US"/>
          </a:p>
        </p:txBody>
      </p:sp>
    </p:spTree>
    <p:extLst>
      <p:ext uri="{BB962C8B-B14F-4D97-AF65-F5344CB8AC3E}">
        <p14:creationId xmlns:p14="http://schemas.microsoft.com/office/powerpoint/2010/main" val="27821829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BAD59-D28E-B811-994A-FC48D38E34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25F801-27AC-674A-4024-BE7D687B8F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995F67-F80F-3FD5-42FC-77EB9DC625A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944D86E-53ED-2882-A6D8-6844731288E9}"/>
              </a:ext>
            </a:extLst>
          </p:cNvPr>
          <p:cNvSpPr>
            <a:spLocks noGrp="1"/>
          </p:cNvSpPr>
          <p:nvPr>
            <p:ph type="sldNum" sz="quarter" idx="5"/>
          </p:nvPr>
        </p:nvSpPr>
        <p:spPr/>
        <p:txBody>
          <a:bodyPr/>
          <a:lstStyle/>
          <a:p>
            <a:pPr>
              <a:defRPr/>
            </a:pPr>
            <a:fld id="{27E9960A-2BA3-4239-BEDB-BEE3841E43CE}" type="slidenum">
              <a:rPr lang="en-US" altLang="en-US" smtClean="0"/>
              <a:pPr>
                <a:defRPr/>
              </a:pPr>
              <a:t>19</a:t>
            </a:fld>
            <a:endParaRPr lang="en-US" altLang="en-US"/>
          </a:p>
        </p:txBody>
      </p:sp>
    </p:spTree>
    <p:extLst>
      <p:ext uri="{BB962C8B-B14F-4D97-AF65-F5344CB8AC3E}">
        <p14:creationId xmlns:p14="http://schemas.microsoft.com/office/powerpoint/2010/main" val="10946850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E8600-9EEC-7C91-FE17-7676D76E5C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B3B620-C9E9-69FA-DFDF-9A80A3F162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72DE1A-1560-1436-7C24-E4E0FBFB2D7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81D9F51-FA8A-DA64-2FA0-F6A1A23911EF}"/>
              </a:ext>
            </a:extLst>
          </p:cNvPr>
          <p:cNvSpPr>
            <a:spLocks noGrp="1"/>
          </p:cNvSpPr>
          <p:nvPr>
            <p:ph type="sldNum" sz="quarter" idx="5"/>
          </p:nvPr>
        </p:nvSpPr>
        <p:spPr/>
        <p:txBody>
          <a:bodyPr/>
          <a:lstStyle/>
          <a:p>
            <a:pPr>
              <a:defRPr/>
            </a:pPr>
            <a:fld id="{27E9960A-2BA3-4239-BEDB-BEE3841E43CE}" type="slidenum">
              <a:rPr lang="en-US" altLang="en-US" smtClean="0"/>
              <a:pPr>
                <a:defRPr/>
              </a:pPr>
              <a:t>20</a:t>
            </a:fld>
            <a:endParaRPr lang="en-US" altLang="en-US"/>
          </a:p>
        </p:txBody>
      </p:sp>
    </p:spTree>
    <p:extLst>
      <p:ext uri="{BB962C8B-B14F-4D97-AF65-F5344CB8AC3E}">
        <p14:creationId xmlns:p14="http://schemas.microsoft.com/office/powerpoint/2010/main" val="2186508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7343775" cy="914400"/>
          </a:xfrm>
        </p:spPr>
        <p:txBody>
          <a:bodyPr/>
          <a:lstStyle/>
          <a:p>
            <a:r>
              <a:rPr lang="en-US" dirty="0"/>
              <a:t>Click to edit Master title style</a:t>
            </a:r>
          </a:p>
        </p:txBody>
      </p:sp>
      <p:sp>
        <p:nvSpPr>
          <p:cNvPr id="3" name="Subtitle 2"/>
          <p:cNvSpPr>
            <a:spLocks noGrp="1"/>
          </p:cNvSpPr>
          <p:nvPr>
            <p:ph type="subTitle" idx="1"/>
          </p:nvPr>
        </p:nvSpPr>
        <p:spPr>
          <a:xfrm>
            <a:off x="713978" y="1371600"/>
            <a:ext cx="10913666" cy="4724400"/>
          </a:xfrm>
        </p:spPr>
        <p:txBody>
          <a:bodyPr/>
          <a:lstStyle>
            <a:lvl1pPr marL="0" indent="0" algn="ctr">
              <a:buNone/>
              <a:defRPr>
                <a:solidFill>
                  <a:schemeClr val="tx1">
                    <a:tint val="75000"/>
                  </a:schemeClr>
                </a:solidFill>
              </a:defRPr>
            </a:lvl1pPr>
            <a:lvl2pPr marL="457194" indent="0" algn="ctr">
              <a:buNone/>
              <a:defRPr>
                <a:solidFill>
                  <a:schemeClr val="tx1">
                    <a:tint val="75000"/>
                  </a:schemeClr>
                </a:solidFill>
              </a:defRPr>
            </a:lvl2pPr>
            <a:lvl3pPr marL="914388" indent="0" algn="ctr">
              <a:buNone/>
              <a:defRPr>
                <a:solidFill>
                  <a:schemeClr val="tx1">
                    <a:tint val="75000"/>
                  </a:schemeClr>
                </a:solidFill>
              </a:defRPr>
            </a:lvl3pPr>
            <a:lvl4pPr marL="1371582" indent="0" algn="ctr">
              <a:buNone/>
              <a:defRPr>
                <a:solidFill>
                  <a:schemeClr val="tx1">
                    <a:tint val="75000"/>
                  </a:schemeClr>
                </a:solidFill>
              </a:defRPr>
            </a:lvl4pPr>
            <a:lvl5pPr marL="1828776" indent="0" algn="ctr">
              <a:buNone/>
              <a:defRPr>
                <a:solidFill>
                  <a:schemeClr val="tx1">
                    <a:tint val="75000"/>
                  </a:schemeClr>
                </a:solidFill>
              </a:defRPr>
            </a:lvl5pPr>
            <a:lvl6pPr marL="2285970" indent="0" algn="ctr">
              <a:buNone/>
              <a:defRPr>
                <a:solidFill>
                  <a:schemeClr val="tx1">
                    <a:tint val="75000"/>
                  </a:schemeClr>
                </a:solidFill>
              </a:defRPr>
            </a:lvl6pPr>
            <a:lvl7pPr marL="2743164" indent="0" algn="ctr">
              <a:buNone/>
              <a:defRPr>
                <a:solidFill>
                  <a:schemeClr val="tx1">
                    <a:tint val="75000"/>
                  </a:schemeClr>
                </a:solidFill>
              </a:defRPr>
            </a:lvl7pPr>
            <a:lvl8pPr marL="3200357" indent="0" algn="ctr">
              <a:buNone/>
              <a:defRPr>
                <a:solidFill>
                  <a:schemeClr val="tx1">
                    <a:tint val="75000"/>
                  </a:schemeClr>
                </a:solidFill>
              </a:defRPr>
            </a:lvl8pPr>
            <a:lvl9pPr marL="3657551" indent="0" algn="ctr">
              <a:buNone/>
              <a:defRPr>
                <a:solidFill>
                  <a:schemeClr val="tx1">
                    <a:tint val="75000"/>
                  </a:schemeClr>
                </a:solidFill>
              </a:defRPr>
            </a:lvl9pPr>
          </a:lstStyle>
          <a:p>
            <a:r>
              <a:rPr lang="en-US" dirty="0"/>
              <a:t>Click to edit Master subtitle style</a:t>
            </a:r>
          </a:p>
        </p:txBody>
      </p:sp>
      <p:sp>
        <p:nvSpPr>
          <p:cNvPr id="4" name="Date Placeholder 3">
            <a:extLst>
              <a:ext uri="{FF2B5EF4-FFF2-40B4-BE49-F238E27FC236}">
                <a16:creationId xmlns:a16="http://schemas.microsoft.com/office/drawing/2014/main" id="{34ABA192-5786-3AEE-3951-EB42E5A4D760}"/>
              </a:ext>
            </a:extLst>
          </p:cNvPr>
          <p:cNvSpPr>
            <a:spLocks noGrp="1"/>
          </p:cNvSpPr>
          <p:nvPr>
            <p:ph type="dt" sz="half" idx="10"/>
          </p:nvPr>
        </p:nvSpPr>
        <p:spPr/>
        <p:txBody>
          <a:bodyPr/>
          <a:lstStyle>
            <a:lvl1pPr>
              <a:defRPr/>
            </a:lvl1pPr>
          </a:lstStyle>
          <a:p>
            <a:pPr>
              <a:defRPr/>
            </a:pPr>
            <a:fld id="{BED6391A-A0F0-4754-ADE2-32FE5F71B527}" type="datetime1">
              <a:rPr lang="en-US" smtClean="0"/>
              <a:t>11/3/2025</a:t>
            </a:fld>
            <a:endParaRPr lang="en-US"/>
          </a:p>
        </p:txBody>
      </p:sp>
      <p:sp>
        <p:nvSpPr>
          <p:cNvPr id="5" name="Footer Placeholder 4">
            <a:extLst>
              <a:ext uri="{FF2B5EF4-FFF2-40B4-BE49-F238E27FC236}">
                <a16:creationId xmlns:a16="http://schemas.microsoft.com/office/drawing/2014/main" id="{022AF6E9-105B-646F-E809-D4FE5F2836A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7074622-460A-4FC0-DB4D-1E1CB346A95E}"/>
              </a:ext>
            </a:extLst>
          </p:cNvPr>
          <p:cNvSpPr>
            <a:spLocks noGrp="1"/>
          </p:cNvSpPr>
          <p:nvPr>
            <p:ph type="sldNum" sz="quarter" idx="12"/>
          </p:nvPr>
        </p:nvSpPr>
        <p:spPr/>
        <p:txBody>
          <a:bodyPr/>
          <a:lstStyle>
            <a:lvl1pPr>
              <a:defRPr/>
            </a:lvl1pPr>
          </a:lstStyle>
          <a:p>
            <a:pPr>
              <a:defRPr/>
            </a:pPr>
            <a:fld id="{F6A4FE62-619B-4979-ABB9-9FAB34375F36}" type="slidenum">
              <a:rPr lang="en-US" altLang="en-US"/>
              <a:pPr>
                <a:defRPr/>
              </a:pPr>
              <a:t>‹#›</a:t>
            </a:fld>
            <a:endParaRPr lang="en-US" altLang="en-US"/>
          </a:p>
        </p:txBody>
      </p:sp>
    </p:spTree>
    <p:extLst>
      <p:ext uri="{BB962C8B-B14F-4D97-AF65-F5344CB8AC3E}">
        <p14:creationId xmlns:p14="http://schemas.microsoft.com/office/powerpoint/2010/main" val="3096237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0" descr="LOGO.gif">
            <a:extLst>
              <a:ext uri="{FF2B5EF4-FFF2-40B4-BE49-F238E27FC236}">
                <a16:creationId xmlns:a16="http://schemas.microsoft.com/office/drawing/2014/main" id="{7462798F-AE20-9BB2-7E3C-4329A800CC4D}"/>
              </a:ext>
            </a:extLst>
          </p:cNvPr>
          <p:cNvPicPr>
            <a:picLocks noChangeAspect="1"/>
          </p:cNvPicPr>
          <p:nvPr userDrawn="1"/>
        </p:nvPicPr>
        <p:blipFill>
          <a:blip r:embed="rId2">
            <a:extLst>
              <a:ext uri="{28A0092B-C50C-407E-A947-70E740481C1C}">
                <a14:useLocalDpi xmlns:a14="http://schemas.microsoft.com/office/drawing/2010/main" val="0"/>
              </a:ext>
            </a:extLst>
          </a:blip>
          <a:srcRect b="10713"/>
          <a:stretch>
            <a:fillRect/>
          </a:stretch>
        </p:blipFill>
        <p:spPr bwMode="auto">
          <a:xfrm>
            <a:off x="8771731" y="228600"/>
            <a:ext cx="2753916"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7">
            <a:extLst>
              <a:ext uri="{FF2B5EF4-FFF2-40B4-BE49-F238E27FC236}">
                <a16:creationId xmlns:a16="http://schemas.microsoft.com/office/drawing/2014/main" id="{18F171DC-B0CC-6E63-2BD0-C9FF6D781325}"/>
              </a:ext>
            </a:extLst>
          </p:cNvPr>
          <p:cNvGrpSpPr>
            <a:grpSpLocks/>
          </p:cNvGrpSpPr>
          <p:nvPr userDrawn="1"/>
        </p:nvGrpSpPr>
        <p:grpSpPr bwMode="auto">
          <a:xfrm>
            <a:off x="8227748" y="0"/>
            <a:ext cx="4011877" cy="876300"/>
            <a:chOff x="6096000" y="3924300"/>
            <a:chExt cx="2997200" cy="876300"/>
          </a:xfrm>
        </p:grpSpPr>
        <p:sp>
          <p:nvSpPr>
            <p:cNvPr id="6" name="Rectangle 11">
              <a:extLst>
                <a:ext uri="{FF2B5EF4-FFF2-40B4-BE49-F238E27FC236}">
                  <a16:creationId xmlns:a16="http://schemas.microsoft.com/office/drawing/2014/main" id="{3ED6435D-2AAE-BF39-DF38-3C58E5BD756B}"/>
                </a:ext>
              </a:extLst>
            </p:cNvPr>
            <p:cNvSpPr>
              <a:spLocks noChangeArrowheads="1"/>
            </p:cNvSpPr>
            <p:nvPr/>
          </p:nvSpPr>
          <p:spPr bwMode="auto">
            <a:xfrm>
              <a:off x="6096000" y="3924300"/>
              <a:ext cx="2997200" cy="838200"/>
            </a:xfrm>
            <a:prstGeom prst="rect">
              <a:avLst/>
            </a:prstGeom>
            <a:solidFill>
              <a:srgbClr val="FF3300"/>
            </a:solidFill>
            <a:ln>
              <a:noFill/>
            </a:ln>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eaLnBrk="1" hangingPunct="1">
                <a:defRPr/>
              </a:pPr>
              <a:endParaRPr lang="en-US" altLang="en-US">
                <a:latin typeface="Calibri" panose="020F0502020204030204" pitchFamily="34" charset="0"/>
              </a:endParaRPr>
            </a:p>
          </p:txBody>
        </p:sp>
        <p:pic>
          <p:nvPicPr>
            <p:cNvPr id="7" name="Picture 9" descr="LOGO.gif">
              <a:extLst>
                <a:ext uri="{FF2B5EF4-FFF2-40B4-BE49-F238E27FC236}">
                  <a16:creationId xmlns:a16="http://schemas.microsoft.com/office/drawing/2014/main" id="{E9B67798-2D78-BC61-40FA-253EBFF0502A}"/>
                </a:ext>
              </a:extLst>
            </p:cNvPr>
            <p:cNvPicPr>
              <a:picLocks noChangeAspect="1"/>
            </p:cNvPicPr>
            <p:nvPr/>
          </p:nvPicPr>
          <p:blipFill>
            <a:blip r:embed="rId2">
              <a:extLst>
                <a:ext uri="{28A0092B-C50C-407E-A947-70E740481C1C}">
                  <a14:useLocalDpi xmlns:a14="http://schemas.microsoft.com/office/drawing/2010/main" val="0"/>
                </a:ext>
              </a:extLst>
            </a:blip>
            <a:srcRect b="10713"/>
            <a:stretch>
              <a:fillRect/>
            </a:stretch>
          </p:blipFill>
          <p:spPr bwMode="auto">
            <a:xfrm>
              <a:off x="6502400" y="4152900"/>
              <a:ext cx="20574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7F8489B9-2993-D0C2-A0EB-AD429E7F9D1C}"/>
                </a:ext>
              </a:extLst>
            </p:cNvPr>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pic>
        <p:nvPicPr>
          <p:cNvPr id="9" name="Picture 15" descr="logo.jpg">
            <a:extLst>
              <a:ext uri="{FF2B5EF4-FFF2-40B4-BE49-F238E27FC236}">
                <a16:creationId xmlns:a16="http://schemas.microsoft.com/office/drawing/2014/main" id="{21F0A0A8-FDA3-AB4B-8033-31D84BEF3D6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771736" y="228600"/>
            <a:ext cx="2571171"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a:extLst>
              <a:ext uri="{FF2B5EF4-FFF2-40B4-BE49-F238E27FC236}">
                <a16:creationId xmlns:a16="http://schemas.microsoft.com/office/drawing/2014/main" id="{D4FB1EF5-7796-EFF3-347C-70EA9ED3FA01}"/>
              </a:ext>
            </a:extLst>
          </p:cNvPr>
          <p:cNvSpPr>
            <a:spLocks noGrp="1"/>
          </p:cNvSpPr>
          <p:nvPr>
            <p:ph type="dt" sz="half" idx="10"/>
          </p:nvPr>
        </p:nvSpPr>
        <p:spPr/>
        <p:txBody>
          <a:bodyPr/>
          <a:lstStyle>
            <a:lvl1pPr>
              <a:defRPr/>
            </a:lvl1pPr>
          </a:lstStyle>
          <a:p>
            <a:pPr>
              <a:defRPr/>
            </a:pPr>
            <a:fld id="{C04B1D68-0838-4EE9-8593-BE1775882756}" type="datetime1">
              <a:rPr lang="en-US" smtClean="0"/>
              <a:t>11/3/2025</a:t>
            </a:fld>
            <a:endParaRPr lang="en-US"/>
          </a:p>
        </p:txBody>
      </p:sp>
      <p:sp>
        <p:nvSpPr>
          <p:cNvPr id="11" name="Footer Placeholder 4">
            <a:extLst>
              <a:ext uri="{FF2B5EF4-FFF2-40B4-BE49-F238E27FC236}">
                <a16:creationId xmlns:a16="http://schemas.microsoft.com/office/drawing/2014/main" id="{1F62C102-D9A8-5589-9759-4E7D1669C526}"/>
              </a:ext>
            </a:extLst>
          </p:cNvPr>
          <p:cNvSpPr>
            <a:spLocks noGrp="1"/>
          </p:cNvSpPr>
          <p:nvPr>
            <p:ph type="ftr" sz="quarter" idx="11"/>
          </p:nvPr>
        </p:nvSpPr>
        <p:spPr/>
        <p:txBody>
          <a:bodyPr/>
          <a:lstStyle>
            <a:lvl1pPr>
              <a:defRPr/>
            </a:lvl1pPr>
          </a:lstStyle>
          <a:p>
            <a:pPr>
              <a:defRPr/>
            </a:pPr>
            <a:endParaRPr lang="en-US"/>
          </a:p>
        </p:txBody>
      </p:sp>
      <p:sp>
        <p:nvSpPr>
          <p:cNvPr id="12" name="Slide Number Placeholder 5">
            <a:extLst>
              <a:ext uri="{FF2B5EF4-FFF2-40B4-BE49-F238E27FC236}">
                <a16:creationId xmlns:a16="http://schemas.microsoft.com/office/drawing/2014/main" id="{91B9853E-4486-7FF9-1886-96787B3B5B2F}"/>
              </a:ext>
            </a:extLst>
          </p:cNvPr>
          <p:cNvSpPr>
            <a:spLocks noGrp="1"/>
          </p:cNvSpPr>
          <p:nvPr>
            <p:ph type="sldNum" sz="quarter" idx="12"/>
          </p:nvPr>
        </p:nvSpPr>
        <p:spPr/>
        <p:txBody>
          <a:bodyPr/>
          <a:lstStyle>
            <a:lvl1pPr>
              <a:defRPr/>
            </a:lvl1pPr>
          </a:lstStyle>
          <a:p>
            <a:pPr>
              <a:defRPr/>
            </a:pPr>
            <a:fld id="{B5FE2A26-DC9F-42F1-A962-09E4BC9C80CA}" type="slidenum">
              <a:rPr lang="en-US" altLang="en-US"/>
              <a:pPr>
                <a:defRPr/>
              </a:pPr>
              <a:t>‹#›</a:t>
            </a:fld>
            <a:endParaRPr lang="en-US" altLang="en-US"/>
          </a:p>
        </p:txBody>
      </p:sp>
    </p:spTree>
    <p:extLst>
      <p:ext uri="{BB962C8B-B14F-4D97-AF65-F5344CB8AC3E}">
        <p14:creationId xmlns:p14="http://schemas.microsoft.com/office/powerpoint/2010/main" val="7003204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7586FD07-1BA8-E3D5-8AB5-34A71290D098}"/>
              </a:ext>
            </a:extLst>
          </p:cNvPr>
          <p:cNvSpPr>
            <a:spLocks noGrp="1"/>
          </p:cNvSpPr>
          <p:nvPr>
            <p:ph type="title"/>
          </p:nvPr>
        </p:nvSpPr>
        <p:spPr bwMode="auto">
          <a:xfrm>
            <a:off x="0" y="0"/>
            <a:ext cx="8669734"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4DABDC55-7FBE-01D6-CEAB-A91EABE045A6}"/>
              </a:ext>
            </a:extLst>
          </p:cNvPr>
          <p:cNvSpPr>
            <a:spLocks noGrp="1"/>
          </p:cNvSpPr>
          <p:nvPr>
            <p:ph type="body" idx="1"/>
          </p:nvPr>
        </p:nvSpPr>
        <p:spPr bwMode="auto">
          <a:xfrm>
            <a:off x="611981" y="1371605"/>
            <a:ext cx="11015663"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977BA17F-A180-4371-EE36-550404736854}"/>
              </a:ext>
            </a:extLst>
          </p:cNvPr>
          <p:cNvSpPr>
            <a:spLocks noGrp="1"/>
          </p:cNvSpPr>
          <p:nvPr>
            <p:ph type="dt" sz="half" idx="2"/>
          </p:nvPr>
        </p:nvSpPr>
        <p:spPr>
          <a:xfrm>
            <a:off x="611981" y="6356356"/>
            <a:ext cx="2855913"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itchFamily="34" charset="0"/>
                <a:cs typeface="+mn-cs"/>
              </a:defRPr>
            </a:lvl1pPr>
          </a:lstStyle>
          <a:p>
            <a:pPr>
              <a:defRPr/>
            </a:pPr>
            <a:fld id="{F392A743-4CF2-4886-A404-A4DDF8864030}" type="datetime1">
              <a:rPr lang="en-US" smtClean="0"/>
              <a:t>11/3/2025</a:t>
            </a:fld>
            <a:endParaRPr lang="en-US"/>
          </a:p>
        </p:txBody>
      </p:sp>
      <p:sp>
        <p:nvSpPr>
          <p:cNvPr id="5" name="Footer Placeholder 4">
            <a:extLst>
              <a:ext uri="{FF2B5EF4-FFF2-40B4-BE49-F238E27FC236}">
                <a16:creationId xmlns:a16="http://schemas.microsoft.com/office/drawing/2014/main" id="{0C87E69F-839B-7CE0-34EB-39E3A424C2AA}"/>
              </a:ext>
            </a:extLst>
          </p:cNvPr>
          <p:cNvSpPr>
            <a:spLocks noGrp="1"/>
          </p:cNvSpPr>
          <p:nvPr>
            <p:ph type="ftr" sz="quarter" idx="3"/>
          </p:nvPr>
        </p:nvSpPr>
        <p:spPr>
          <a:xfrm>
            <a:off x="4181872" y="6356356"/>
            <a:ext cx="3875881"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Calibri" charset="0"/>
                <a:ea typeface="ＭＳ Ｐゴシック" charset="-128"/>
                <a:cs typeface="+mn-cs"/>
              </a:defRPr>
            </a:lvl1pPr>
          </a:lstStyle>
          <a:p>
            <a:pPr>
              <a:defRPr/>
            </a:pPr>
            <a:endParaRPr lang="en-US"/>
          </a:p>
        </p:txBody>
      </p:sp>
      <p:sp>
        <p:nvSpPr>
          <p:cNvPr id="6" name="Slide Number Placeholder 5">
            <a:extLst>
              <a:ext uri="{FF2B5EF4-FFF2-40B4-BE49-F238E27FC236}">
                <a16:creationId xmlns:a16="http://schemas.microsoft.com/office/drawing/2014/main" id="{BD57EF0C-5191-6EB0-C813-FC206374868D}"/>
              </a:ext>
            </a:extLst>
          </p:cNvPr>
          <p:cNvSpPr>
            <a:spLocks noGrp="1"/>
          </p:cNvSpPr>
          <p:nvPr>
            <p:ph type="sldNum" sz="quarter" idx="4"/>
          </p:nvPr>
        </p:nvSpPr>
        <p:spPr>
          <a:xfrm>
            <a:off x="8771731" y="6356356"/>
            <a:ext cx="2855913"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B488AA54-7452-46AE-BBED-23C018B11FEA}" type="slidenum">
              <a:rPr lang="en-US" altLang="en-US"/>
              <a:pPr>
                <a:defRPr/>
              </a:pPr>
              <a:t>‹#›</a:t>
            </a:fld>
            <a:endParaRPr lang="en-US" altLang="en-US"/>
          </a:p>
        </p:txBody>
      </p:sp>
      <p:sp>
        <p:nvSpPr>
          <p:cNvPr id="1031" name="Rectangle 11">
            <a:extLst>
              <a:ext uri="{FF2B5EF4-FFF2-40B4-BE49-F238E27FC236}">
                <a16:creationId xmlns:a16="http://schemas.microsoft.com/office/drawing/2014/main" id="{70DB344B-D51C-88E1-9B2F-41E704272011}"/>
              </a:ext>
            </a:extLst>
          </p:cNvPr>
          <p:cNvSpPr>
            <a:spLocks noChangeArrowheads="1"/>
          </p:cNvSpPr>
          <p:nvPr/>
        </p:nvSpPr>
        <p:spPr bwMode="auto">
          <a:xfrm>
            <a:off x="0" y="0"/>
            <a:ext cx="12239625" cy="838200"/>
          </a:xfrm>
          <a:prstGeom prst="rect">
            <a:avLst/>
          </a:prstGeom>
          <a:solidFill>
            <a:srgbClr val="FF3300"/>
          </a:solidFill>
          <a:ln>
            <a:noFill/>
          </a:ln>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eaLnBrk="1" hangingPunct="1">
              <a:defRPr/>
            </a:pPr>
            <a:endParaRPr lang="en-US" altLang="en-US">
              <a:latin typeface="Calibri" panose="020F0502020204030204" pitchFamily="34" charset="0"/>
            </a:endParaRPr>
          </a:p>
        </p:txBody>
      </p:sp>
      <p:sp>
        <p:nvSpPr>
          <p:cNvPr id="8" name="Rectangle 11">
            <a:extLst>
              <a:ext uri="{FF2B5EF4-FFF2-40B4-BE49-F238E27FC236}">
                <a16:creationId xmlns:a16="http://schemas.microsoft.com/office/drawing/2014/main" id="{350EDB91-6FB3-865D-7714-3D578906E659}"/>
              </a:ext>
            </a:extLst>
          </p:cNvPr>
          <p:cNvSpPr>
            <a:spLocks noChangeArrowheads="1"/>
          </p:cNvSpPr>
          <p:nvPr/>
        </p:nvSpPr>
        <p:spPr bwMode="auto">
          <a:xfrm flipV="1">
            <a:off x="0" y="6705600"/>
            <a:ext cx="12239625" cy="198116"/>
          </a:xfrm>
          <a:prstGeom prst="rect">
            <a:avLst/>
          </a:prstGeom>
          <a:solidFill>
            <a:srgbClr val="FF0000"/>
          </a:solidFill>
          <a:ln w="9525">
            <a:noFill/>
            <a:miter lim="800000"/>
            <a:headEnd/>
            <a:tailEnd/>
          </a:ln>
          <a:effectLst/>
          <a:scene3d>
            <a:camera prst="orthographicFront"/>
            <a:lightRig rig="threePt" dir="t"/>
          </a:scene3d>
          <a:sp3d>
            <a:bevelB/>
          </a:sp3d>
        </p:spPr>
        <p:txBody>
          <a:bodyPr wrap="none" anchor="ctr"/>
          <a:lstStyle/>
          <a:p>
            <a:pPr eaLnBrk="1" hangingPunct="1">
              <a:defRPr/>
            </a:pPr>
            <a:endParaRPr lang="en-US">
              <a:latin typeface="Calibri" charset="0"/>
              <a:ea typeface="ＭＳ Ｐゴシック" charset="-128"/>
            </a:endParaRPr>
          </a:p>
        </p:txBody>
      </p:sp>
      <p:pic>
        <p:nvPicPr>
          <p:cNvPr id="1035" name="Picture 10" descr="LOGO.gif">
            <a:extLst>
              <a:ext uri="{FF2B5EF4-FFF2-40B4-BE49-F238E27FC236}">
                <a16:creationId xmlns:a16="http://schemas.microsoft.com/office/drawing/2014/main" id="{F6994B26-FEDE-1228-4774-9956FB1C93D3}"/>
              </a:ext>
            </a:extLst>
          </p:cNvPr>
          <p:cNvPicPr>
            <a:picLocks noChangeAspect="1"/>
          </p:cNvPicPr>
          <p:nvPr/>
        </p:nvPicPr>
        <p:blipFill>
          <a:blip r:embed="rId4">
            <a:extLst>
              <a:ext uri="{28A0092B-C50C-407E-A947-70E740481C1C}">
                <a14:useLocalDpi xmlns:a14="http://schemas.microsoft.com/office/drawing/2010/main" val="0"/>
              </a:ext>
            </a:extLst>
          </a:blip>
          <a:srcRect b="10713"/>
          <a:stretch>
            <a:fillRect/>
          </a:stretch>
        </p:blipFill>
        <p:spPr bwMode="auto">
          <a:xfrm>
            <a:off x="8771731" y="228600"/>
            <a:ext cx="2753916"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6" name="Picture 10" descr="LOGO.gif">
            <a:extLst>
              <a:ext uri="{FF2B5EF4-FFF2-40B4-BE49-F238E27FC236}">
                <a16:creationId xmlns:a16="http://schemas.microsoft.com/office/drawing/2014/main" id="{0CB9DC69-E2E5-5C88-6595-264B24DD34E8}"/>
              </a:ext>
            </a:extLst>
          </p:cNvPr>
          <p:cNvPicPr>
            <a:picLocks noChangeAspect="1"/>
          </p:cNvPicPr>
          <p:nvPr/>
        </p:nvPicPr>
        <p:blipFill>
          <a:blip r:embed="rId4">
            <a:extLst>
              <a:ext uri="{28A0092B-C50C-407E-A947-70E740481C1C}">
                <a14:useLocalDpi xmlns:a14="http://schemas.microsoft.com/office/drawing/2010/main" val="0"/>
              </a:ext>
            </a:extLst>
          </a:blip>
          <a:srcRect b="10713"/>
          <a:stretch>
            <a:fillRect/>
          </a:stretch>
        </p:blipFill>
        <p:spPr bwMode="auto">
          <a:xfrm>
            <a:off x="8771731" y="228600"/>
            <a:ext cx="2753916"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7" name="Group 7">
            <a:extLst>
              <a:ext uri="{FF2B5EF4-FFF2-40B4-BE49-F238E27FC236}">
                <a16:creationId xmlns:a16="http://schemas.microsoft.com/office/drawing/2014/main" id="{9340D606-B7D6-4D6D-9EB6-71D9E167EAB3}"/>
              </a:ext>
            </a:extLst>
          </p:cNvPr>
          <p:cNvGrpSpPr>
            <a:grpSpLocks/>
          </p:cNvGrpSpPr>
          <p:nvPr/>
        </p:nvGrpSpPr>
        <p:grpSpPr bwMode="auto">
          <a:xfrm>
            <a:off x="8227748" y="0"/>
            <a:ext cx="4011877" cy="876300"/>
            <a:chOff x="6096000" y="3924300"/>
            <a:chExt cx="2997200" cy="876300"/>
          </a:xfrm>
        </p:grpSpPr>
        <p:sp>
          <p:nvSpPr>
            <p:cNvPr id="1039" name="Rectangle 11">
              <a:extLst>
                <a:ext uri="{FF2B5EF4-FFF2-40B4-BE49-F238E27FC236}">
                  <a16:creationId xmlns:a16="http://schemas.microsoft.com/office/drawing/2014/main" id="{23910660-9BF0-1407-8FEC-2184BDAD0ADD}"/>
                </a:ext>
              </a:extLst>
            </p:cNvPr>
            <p:cNvSpPr>
              <a:spLocks noChangeArrowheads="1"/>
            </p:cNvSpPr>
            <p:nvPr/>
          </p:nvSpPr>
          <p:spPr bwMode="auto">
            <a:xfrm>
              <a:off x="6096000" y="3924300"/>
              <a:ext cx="2997200" cy="838200"/>
            </a:xfrm>
            <a:prstGeom prst="rect">
              <a:avLst/>
            </a:prstGeom>
            <a:solidFill>
              <a:srgbClr val="FF3300"/>
            </a:solidFill>
            <a:ln>
              <a:noFill/>
            </a:ln>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eaLnBrk="1" hangingPunct="1">
                <a:defRPr/>
              </a:pPr>
              <a:endParaRPr lang="en-US" altLang="en-US">
                <a:latin typeface="Calibri" panose="020F0502020204030204" pitchFamily="34" charset="0"/>
              </a:endParaRPr>
            </a:p>
          </p:txBody>
        </p:sp>
        <p:pic>
          <p:nvPicPr>
            <p:cNvPr id="1040" name="Picture 9" descr="LOGO.gif">
              <a:extLst>
                <a:ext uri="{FF2B5EF4-FFF2-40B4-BE49-F238E27FC236}">
                  <a16:creationId xmlns:a16="http://schemas.microsoft.com/office/drawing/2014/main" id="{2FFE080B-851E-93A3-CF1B-54FF0574FBF4}"/>
                </a:ext>
              </a:extLst>
            </p:cNvPr>
            <p:cNvPicPr>
              <a:picLocks noChangeAspect="1"/>
            </p:cNvPicPr>
            <p:nvPr/>
          </p:nvPicPr>
          <p:blipFill>
            <a:blip r:embed="rId4">
              <a:extLst>
                <a:ext uri="{28A0092B-C50C-407E-A947-70E740481C1C}">
                  <a14:useLocalDpi xmlns:a14="http://schemas.microsoft.com/office/drawing/2010/main" val="0"/>
                </a:ext>
              </a:extLst>
            </a:blip>
            <a:srcRect b="10713"/>
            <a:stretch>
              <a:fillRect/>
            </a:stretch>
          </p:blipFill>
          <p:spPr bwMode="auto">
            <a:xfrm>
              <a:off x="6502400" y="4152900"/>
              <a:ext cx="20574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8">
              <a:extLst>
                <a:ext uri="{FF2B5EF4-FFF2-40B4-BE49-F238E27FC236}">
                  <a16:creationId xmlns:a16="http://schemas.microsoft.com/office/drawing/2014/main" id="{7575A55A-D763-D390-6022-40E1FDD1A2F5}"/>
                </a:ext>
              </a:extLst>
            </p:cNvPr>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pic>
        <p:nvPicPr>
          <p:cNvPr id="1038" name="Picture 15" descr="logo.jpg">
            <a:extLst>
              <a:ext uri="{FF2B5EF4-FFF2-40B4-BE49-F238E27FC236}">
                <a16:creationId xmlns:a16="http://schemas.microsoft.com/office/drawing/2014/main" id="{39EE05A4-29C3-ACB9-4720-C664F17DFF0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771736" y="228600"/>
            <a:ext cx="2571171"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534" r:id="rId1"/>
    <p:sldLayoutId id="2147484535" r:id="rId2"/>
  </p:sldLayoutIdLst>
  <p:hf hdr="0" ftr="0" dt="0"/>
  <p:txStyles>
    <p:titleStyle>
      <a:lvl1pPr algn="ctr" rtl="0" eaLnBrk="0" fontAlgn="base" hangingPunct="0">
        <a:spcBef>
          <a:spcPct val="0"/>
        </a:spcBef>
        <a:spcAft>
          <a:spcPct val="0"/>
        </a:spcAft>
        <a:defRPr sz="3000" kern="1200">
          <a:solidFill>
            <a:schemeClr val="tx1"/>
          </a:solidFill>
          <a:latin typeface="+mj-lt"/>
          <a:ea typeface="MS PGothic"/>
          <a:cs typeface="MS PGothic"/>
        </a:defRPr>
      </a:lvl1pPr>
      <a:lvl2pPr algn="ctr" rtl="0" eaLnBrk="0" fontAlgn="base" hangingPunct="0">
        <a:spcBef>
          <a:spcPct val="0"/>
        </a:spcBef>
        <a:spcAft>
          <a:spcPct val="0"/>
        </a:spcAft>
        <a:defRPr sz="3000">
          <a:solidFill>
            <a:schemeClr val="tx1"/>
          </a:solidFill>
          <a:latin typeface="Calibri" charset="0"/>
          <a:ea typeface="MS PGothic"/>
          <a:cs typeface="MS PGothic"/>
        </a:defRPr>
      </a:lvl2pPr>
      <a:lvl3pPr algn="ctr" rtl="0" eaLnBrk="0" fontAlgn="base" hangingPunct="0">
        <a:spcBef>
          <a:spcPct val="0"/>
        </a:spcBef>
        <a:spcAft>
          <a:spcPct val="0"/>
        </a:spcAft>
        <a:defRPr sz="3000">
          <a:solidFill>
            <a:schemeClr val="tx1"/>
          </a:solidFill>
          <a:latin typeface="Calibri" charset="0"/>
          <a:ea typeface="MS PGothic"/>
          <a:cs typeface="MS PGothic"/>
        </a:defRPr>
      </a:lvl3pPr>
      <a:lvl4pPr algn="ctr" rtl="0" eaLnBrk="0" fontAlgn="base" hangingPunct="0">
        <a:spcBef>
          <a:spcPct val="0"/>
        </a:spcBef>
        <a:spcAft>
          <a:spcPct val="0"/>
        </a:spcAft>
        <a:defRPr sz="3000">
          <a:solidFill>
            <a:schemeClr val="tx1"/>
          </a:solidFill>
          <a:latin typeface="Calibri" charset="0"/>
          <a:ea typeface="MS PGothic"/>
          <a:cs typeface="MS PGothic"/>
        </a:defRPr>
      </a:lvl4pPr>
      <a:lvl5pPr algn="ctr" rtl="0" eaLnBrk="0" fontAlgn="base" hangingPunct="0">
        <a:spcBef>
          <a:spcPct val="0"/>
        </a:spcBef>
        <a:spcAft>
          <a:spcPct val="0"/>
        </a:spcAft>
        <a:defRPr sz="3000">
          <a:solidFill>
            <a:schemeClr val="tx1"/>
          </a:solidFill>
          <a:latin typeface="Calibri" charset="0"/>
          <a:ea typeface="MS PGothic"/>
          <a:cs typeface="MS PGothic"/>
        </a:defRPr>
      </a:lvl5pPr>
      <a:lvl6pPr marL="457194" algn="ctr" rtl="0" fontAlgn="base">
        <a:spcBef>
          <a:spcPct val="0"/>
        </a:spcBef>
        <a:spcAft>
          <a:spcPct val="0"/>
        </a:spcAft>
        <a:defRPr sz="3000">
          <a:solidFill>
            <a:schemeClr val="tx1"/>
          </a:solidFill>
          <a:latin typeface="Calibri" charset="0"/>
          <a:ea typeface="ＭＳ Ｐゴシック" charset="-128"/>
        </a:defRPr>
      </a:lvl6pPr>
      <a:lvl7pPr marL="914388" algn="ctr" rtl="0" fontAlgn="base">
        <a:spcBef>
          <a:spcPct val="0"/>
        </a:spcBef>
        <a:spcAft>
          <a:spcPct val="0"/>
        </a:spcAft>
        <a:defRPr sz="3000">
          <a:solidFill>
            <a:schemeClr val="tx1"/>
          </a:solidFill>
          <a:latin typeface="Calibri" charset="0"/>
          <a:ea typeface="ＭＳ Ｐゴシック" charset="-128"/>
        </a:defRPr>
      </a:lvl7pPr>
      <a:lvl8pPr marL="1371582" algn="ctr" rtl="0" fontAlgn="base">
        <a:spcBef>
          <a:spcPct val="0"/>
        </a:spcBef>
        <a:spcAft>
          <a:spcPct val="0"/>
        </a:spcAft>
        <a:defRPr sz="3000">
          <a:solidFill>
            <a:schemeClr val="tx1"/>
          </a:solidFill>
          <a:latin typeface="Calibri" charset="0"/>
          <a:ea typeface="ＭＳ Ｐゴシック" charset="-128"/>
        </a:defRPr>
      </a:lvl8pPr>
      <a:lvl9pPr marL="1828776" algn="ctr" rtl="0" fontAlgn="base">
        <a:spcBef>
          <a:spcPct val="0"/>
        </a:spcBef>
        <a:spcAft>
          <a:spcPct val="0"/>
        </a:spcAft>
        <a:defRPr sz="3000">
          <a:solidFill>
            <a:schemeClr val="tx1"/>
          </a:solidFill>
          <a:latin typeface="Calibri" charset="0"/>
          <a:ea typeface="ＭＳ Ｐゴシック" charset="-128"/>
        </a:defRPr>
      </a:lvl9pPr>
    </p:titleStyle>
    <p:bodyStyle>
      <a:lvl1pPr marL="342896" indent="-342896"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a:cs typeface="MS PGothic"/>
        </a:defRPr>
      </a:lvl1pPr>
      <a:lvl2pPr marL="742940" indent="-285746"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a:cs typeface="MS PGothic"/>
        </a:defRPr>
      </a:lvl2pPr>
      <a:lvl3pPr marL="1142985" indent="-228596"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a:cs typeface="MS PGothic"/>
        </a:defRPr>
      </a:lvl3pPr>
      <a:lvl4pPr marL="1600179" indent="-228596"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a:cs typeface="MS PGothic"/>
        </a:defRPr>
      </a:lvl4pPr>
      <a:lvl5pPr marL="2057372" indent="-228596"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a:cs typeface="MS PGothic"/>
        </a:defRPr>
      </a:lvl5pPr>
      <a:lvl6pPr marL="2514566" indent="-228596" algn="l" defTabSz="9143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61" indent="-228596" algn="l" defTabSz="9143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55" indent="-228596" algn="l" defTabSz="9143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48" indent="-228596" algn="l" defTabSz="91438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88" rtl="0" eaLnBrk="1" latinLnBrk="0" hangingPunct="1">
        <a:defRPr sz="1800" kern="1200">
          <a:solidFill>
            <a:schemeClr val="tx1"/>
          </a:solidFill>
          <a:latin typeface="+mn-lt"/>
          <a:ea typeface="+mn-ea"/>
          <a:cs typeface="+mn-cs"/>
        </a:defRPr>
      </a:lvl1pPr>
      <a:lvl2pPr marL="457194" algn="l" defTabSz="914388" rtl="0" eaLnBrk="1" latinLnBrk="0" hangingPunct="1">
        <a:defRPr sz="1800" kern="1200">
          <a:solidFill>
            <a:schemeClr val="tx1"/>
          </a:solidFill>
          <a:latin typeface="+mn-lt"/>
          <a:ea typeface="+mn-ea"/>
          <a:cs typeface="+mn-cs"/>
        </a:defRPr>
      </a:lvl2pPr>
      <a:lvl3pPr marL="914388" algn="l" defTabSz="914388" rtl="0" eaLnBrk="1" latinLnBrk="0" hangingPunct="1">
        <a:defRPr sz="1800" kern="1200">
          <a:solidFill>
            <a:schemeClr val="tx1"/>
          </a:solidFill>
          <a:latin typeface="+mn-lt"/>
          <a:ea typeface="+mn-ea"/>
          <a:cs typeface="+mn-cs"/>
        </a:defRPr>
      </a:lvl3pPr>
      <a:lvl4pPr marL="1371582" algn="l" defTabSz="914388" rtl="0" eaLnBrk="1" latinLnBrk="0" hangingPunct="1">
        <a:defRPr sz="1800" kern="1200">
          <a:solidFill>
            <a:schemeClr val="tx1"/>
          </a:solidFill>
          <a:latin typeface="+mn-lt"/>
          <a:ea typeface="+mn-ea"/>
          <a:cs typeface="+mn-cs"/>
        </a:defRPr>
      </a:lvl4pPr>
      <a:lvl5pPr marL="1828776" algn="l" defTabSz="914388" rtl="0" eaLnBrk="1" latinLnBrk="0" hangingPunct="1">
        <a:defRPr sz="1800" kern="1200">
          <a:solidFill>
            <a:schemeClr val="tx1"/>
          </a:solidFill>
          <a:latin typeface="+mn-lt"/>
          <a:ea typeface="+mn-ea"/>
          <a:cs typeface="+mn-cs"/>
        </a:defRPr>
      </a:lvl5pPr>
      <a:lvl6pPr marL="2285970" algn="l" defTabSz="914388" rtl="0" eaLnBrk="1" latinLnBrk="0" hangingPunct="1">
        <a:defRPr sz="1800" kern="1200">
          <a:solidFill>
            <a:schemeClr val="tx1"/>
          </a:solidFill>
          <a:latin typeface="+mn-lt"/>
          <a:ea typeface="+mn-ea"/>
          <a:cs typeface="+mn-cs"/>
        </a:defRPr>
      </a:lvl6pPr>
      <a:lvl7pPr marL="2743164" algn="l" defTabSz="914388" rtl="0" eaLnBrk="1" latinLnBrk="0" hangingPunct="1">
        <a:defRPr sz="1800" kern="1200">
          <a:solidFill>
            <a:schemeClr val="tx1"/>
          </a:solidFill>
          <a:latin typeface="+mn-lt"/>
          <a:ea typeface="+mn-ea"/>
          <a:cs typeface="+mn-cs"/>
        </a:defRPr>
      </a:lvl7pPr>
      <a:lvl8pPr marL="3200357" algn="l" defTabSz="914388" rtl="0" eaLnBrk="1" latinLnBrk="0" hangingPunct="1">
        <a:defRPr sz="1800" kern="1200">
          <a:solidFill>
            <a:schemeClr val="tx1"/>
          </a:solidFill>
          <a:latin typeface="+mn-lt"/>
          <a:ea typeface="+mn-ea"/>
          <a:cs typeface="+mn-cs"/>
        </a:defRPr>
      </a:lvl8pPr>
      <a:lvl9pPr marL="3657551" algn="l" defTabSz="91438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FB9B8-23B1-ADD7-FED7-A21C553A8453}"/>
              </a:ext>
            </a:extLst>
          </p:cNvPr>
          <p:cNvSpPr>
            <a:spLocks noGrp="1"/>
          </p:cNvSpPr>
          <p:nvPr>
            <p:ph type="title"/>
          </p:nvPr>
        </p:nvSpPr>
        <p:spPr/>
        <p:txBody>
          <a:bodyPr/>
          <a:lstStyle/>
          <a:p>
            <a:endParaRPr lang="en-IN"/>
          </a:p>
        </p:txBody>
      </p:sp>
      <p:sp>
        <p:nvSpPr>
          <p:cNvPr id="4" name="Slide Number Placeholder 3">
            <a:extLst>
              <a:ext uri="{FF2B5EF4-FFF2-40B4-BE49-F238E27FC236}">
                <a16:creationId xmlns:a16="http://schemas.microsoft.com/office/drawing/2014/main" id="{CDD19CF0-449C-E15E-F444-A1B4A5690E6E}"/>
              </a:ext>
            </a:extLst>
          </p:cNvPr>
          <p:cNvSpPr>
            <a:spLocks noGrp="1"/>
          </p:cNvSpPr>
          <p:nvPr>
            <p:ph type="sldNum" sz="quarter" idx="12"/>
          </p:nvPr>
        </p:nvSpPr>
        <p:spPr/>
        <p:txBody>
          <a:bodyPr/>
          <a:lstStyle/>
          <a:p>
            <a:pPr>
              <a:defRPr/>
            </a:pPr>
            <a:fld id="{B5FE2A26-DC9F-42F1-A962-09E4BC9C80CA}" type="slidenum">
              <a:rPr lang="en-US" altLang="en-US" smtClean="0"/>
              <a:pPr>
                <a:defRPr/>
              </a:pPr>
              <a:t>1</a:t>
            </a:fld>
            <a:endParaRPr lang="en-US" altLang="en-US"/>
          </a:p>
        </p:txBody>
      </p:sp>
      <p:sp>
        <p:nvSpPr>
          <p:cNvPr id="5" name="Content Placeholder 4">
            <a:extLst>
              <a:ext uri="{FF2B5EF4-FFF2-40B4-BE49-F238E27FC236}">
                <a16:creationId xmlns:a16="http://schemas.microsoft.com/office/drawing/2014/main" id="{E9D1EE57-2F84-671C-163F-8427C3979959}"/>
              </a:ext>
            </a:extLst>
          </p:cNvPr>
          <p:cNvSpPr>
            <a:spLocks noGrp="1"/>
          </p:cNvSpPr>
          <p:nvPr>
            <p:ph idx="1"/>
          </p:nvPr>
        </p:nvSpPr>
        <p:spPr>
          <a:xfrm>
            <a:off x="611981" y="1371605"/>
            <a:ext cx="11015663" cy="685795"/>
          </a:xfrm>
        </p:spPr>
        <p:txBody>
          <a:bodyPr/>
          <a:lstStyle/>
          <a:p>
            <a:pPr marL="0" indent="0" algn="ctr">
              <a:buNone/>
            </a:pPr>
            <a:r>
              <a:rPr lang="en-IN" b="1" dirty="0">
                <a:latin typeface="Times New Roman" panose="02020603050405020304" pitchFamily="18" charset="0"/>
                <a:cs typeface="Times New Roman" panose="02020603050405020304" pitchFamily="18" charset="0"/>
              </a:rPr>
              <a:t>Docker, Kubernetes</a:t>
            </a:r>
          </a:p>
        </p:txBody>
      </p:sp>
      <p:sp>
        <p:nvSpPr>
          <p:cNvPr id="6" name="TextBox 5">
            <a:extLst>
              <a:ext uri="{FF2B5EF4-FFF2-40B4-BE49-F238E27FC236}">
                <a16:creationId xmlns:a16="http://schemas.microsoft.com/office/drawing/2014/main" id="{36A248C2-9C35-41A4-4175-AB51D183499D}"/>
              </a:ext>
            </a:extLst>
          </p:cNvPr>
          <p:cNvSpPr txBox="1"/>
          <p:nvPr/>
        </p:nvSpPr>
        <p:spPr>
          <a:xfrm>
            <a:off x="3300412" y="2286000"/>
            <a:ext cx="6140244" cy="369332"/>
          </a:xfrm>
          <a:prstGeom prst="rect">
            <a:avLst/>
          </a:prstGeom>
          <a:noFill/>
        </p:spPr>
        <p:txBody>
          <a:bodyPr wrap="square">
            <a:spAutoFit/>
          </a:bodyPr>
          <a:lstStyle/>
          <a:p>
            <a:pPr rtl="0">
              <a:buNone/>
            </a:pPr>
            <a:r>
              <a:rPr lang="en-US" sz="1800" b="0" i="0" u="none" strike="noStrike" dirty="0">
                <a:solidFill>
                  <a:srgbClr val="000000"/>
                </a:solidFill>
                <a:effectLst/>
                <a:latin typeface="Times New Roman" panose="02020603050405020304" pitchFamily="18" charset="0"/>
              </a:rPr>
              <a:t>Bachelor of Engineering- Computer Science &amp; Engineering </a:t>
            </a:r>
            <a:endParaRPr lang="en-US" dirty="0">
              <a:effectLst/>
            </a:endParaRPr>
          </a:p>
        </p:txBody>
      </p:sp>
      <p:sp>
        <p:nvSpPr>
          <p:cNvPr id="8" name="TextBox 7">
            <a:extLst>
              <a:ext uri="{FF2B5EF4-FFF2-40B4-BE49-F238E27FC236}">
                <a16:creationId xmlns:a16="http://schemas.microsoft.com/office/drawing/2014/main" id="{1BC3145E-43D6-529C-1A67-AD2E8283B1BA}"/>
              </a:ext>
            </a:extLst>
          </p:cNvPr>
          <p:cNvSpPr txBox="1"/>
          <p:nvPr/>
        </p:nvSpPr>
        <p:spPr>
          <a:xfrm>
            <a:off x="3050458" y="3271372"/>
            <a:ext cx="6140244" cy="646331"/>
          </a:xfrm>
          <a:prstGeom prst="rect">
            <a:avLst/>
          </a:prstGeom>
          <a:noFill/>
        </p:spPr>
        <p:txBody>
          <a:bodyPr wrap="square">
            <a:spAutoFit/>
          </a:bodyPr>
          <a:lstStyle/>
          <a:p>
            <a:pPr algn="ctr" rtl="0">
              <a:buNone/>
            </a:pPr>
            <a:r>
              <a:rPr lang="en-IN" sz="1800" b="1" i="0" u="none" strike="noStrike" dirty="0">
                <a:solidFill>
                  <a:srgbClr val="000000"/>
                </a:solidFill>
                <a:effectLst/>
                <a:latin typeface="Times New Roman" panose="02020603050405020304" pitchFamily="18" charset="0"/>
              </a:rPr>
              <a:t>Cloud Computing (CC) </a:t>
            </a:r>
          </a:p>
          <a:p>
            <a:pPr algn="ctr" rtl="0">
              <a:buNone/>
            </a:pPr>
            <a:r>
              <a:rPr lang="en-IN" sz="1800" b="1" i="0" u="none" strike="noStrike" dirty="0">
                <a:solidFill>
                  <a:srgbClr val="000000"/>
                </a:solidFill>
                <a:effectLst/>
                <a:latin typeface="Times New Roman" panose="02020603050405020304" pitchFamily="18" charset="0"/>
              </a:rPr>
              <a:t>(23CS009)</a:t>
            </a:r>
            <a:endParaRPr lang="en-IN" dirty="0">
              <a:effectLst/>
            </a:endParaRPr>
          </a:p>
        </p:txBody>
      </p:sp>
      <p:sp>
        <p:nvSpPr>
          <p:cNvPr id="10" name="TextBox 9">
            <a:extLst>
              <a:ext uri="{FF2B5EF4-FFF2-40B4-BE49-F238E27FC236}">
                <a16:creationId xmlns:a16="http://schemas.microsoft.com/office/drawing/2014/main" id="{FE29F90B-F457-AB33-63FD-48BEA5815CCD}"/>
              </a:ext>
            </a:extLst>
          </p:cNvPr>
          <p:cNvSpPr txBox="1"/>
          <p:nvPr/>
        </p:nvSpPr>
        <p:spPr>
          <a:xfrm>
            <a:off x="3275063" y="4681255"/>
            <a:ext cx="6140244" cy="369332"/>
          </a:xfrm>
          <a:prstGeom prst="rect">
            <a:avLst/>
          </a:prstGeom>
          <a:noFill/>
        </p:spPr>
        <p:txBody>
          <a:bodyPr wrap="square">
            <a:spAutoFit/>
          </a:bodyPr>
          <a:lstStyle/>
          <a:p>
            <a:pPr algn="ctr" rtl="0">
              <a:buNone/>
            </a:pPr>
            <a:r>
              <a:rPr lang="en-US" sz="1800" b="0" i="0" u="none" strike="noStrike">
                <a:solidFill>
                  <a:srgbClr val="000000"/>
                </a:solidFill>
                <a:effectLst/>
                <a:latin typeface="Times New Roman" panose="02020603050405020304" pitchFamily="18" charset="0"/>
              </a:rPr>
              <a:t>Department of Computer Science &amp; Engineering</a:t>
            </a:r>
            <a:endParaRPr lang="en-US" dirty="0">
              <a:effectLst/>
            </a:endParaRPr>
          </a:p>
        </p:txBody>
      </p:sp>
      <p:sp>
        <p:nvSpPr>
          <p:cNvPr id="12" name="TextBox 11">
            <a:extLst>
              <a:ext uri="{FF2B5EF4-FFF2-40B4-BE49-F238E27FC236}">
                <a16:creationId xmlns:a16="http://schemas.microsoft.com/office/drawing/2014/main" id="{4C66EDBD-5DA4-09FC-959D-66962B70CF61}"/>
              </a:ext>
            </a:extLst>
          </p:cNvPr>
          <p:cNvSpPr txBox="1"/>
          <p:nvPr/>
        </p:nvSpPr>
        <p:spPr>
          <a:xfrm>
            <a:off x="3275063" y="5246270"/>
            <a:ext cx="6140244" cy="923330"/>
          </a:xfrm>
          <a:prstGeom prst="rect">
            <a:avLst/>
          </a:prstGeom>
          <a:noFill/>
        </p:spPr>
        <p:txBody>
          <a:bodyPr wrap="square">
            <a:spAutoFit/>
          </a:bodyPr>
          <a:lstStyle/>
          <a:p>
            <a:pPr algn="ctr" rtl="0">
              <a:buNone/>
            </a:pPr>
            <a:r>
              <a:rPr lang="en-US" sz="1800" b="1" i="0" u="none" strike="noStrike" dirty="0">
                <a:solidFill>
                  <a:srgbClr val="000000"/>
                </a:solidFill>
                <a:effectLst/>
                <a:latin typeface="Times New Roman" panose="02020603050405020304" pitchFamily="18" charset="0"/>
              </a:rPr>
              <a:t>Chitkara University Institute of Engineering and Technology,</a:t>
            </a:r>
            <a:br>
              <a:rPr lang="en-US" sz="1800" b="0" i="0" u="none" strike="noStrike" dirty="0">
                <a:solidFill>
                  <a:srgbClr val="000000"/>
                </a:solidFill>
                <a:effectLst/>
                <a:latin typeface="Times New Roman" panose="02020603050405020304" pitchFamily="18" charset="0"/>
              </a:rPr>
            </a:br>
            <a:r>
              <a:rPr lang="en-US" sz="1800" b="1" i="0" u="none" strike="noStrike" dirty="0">
                <a:solidFill>
                  <a:srgbClr val="000000"/>
                </a:solidFill>
                <a:effectLst/>
                <a:latin typeface="Times New Roman" panose="02020603050405020304" pitchFamily="18" charset="0"/>
              </a:rPr>
              <a:t>Chitkara University, Punjab, India</a:t>
            </a:r>
            <a:endParaRPr lang="en-US" dirty="0">
              <a:effectLst/>
            </a:endParaRPr>
          </a:p>
        </p:txBody>
      </p:sp>
    </p:spTree>
    <p:extLst>
      <p:ext uri="{BB962C8B-B14F-4D97-AF65-F5344CB8AC3E}">
        <p14:creationId xmlns:p14="http://schemas.microsoft.com/office/powerpoint/2010/main" val="1598926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2CF3C-E1BF-C13C-A282-3C7CC2D955D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3E0F4FB-8567-57D1-EDEC-548FCF8B4015}"/>
              </a:ext>
            </a:extLst>
          </p:cNvPr>
          <p:cNvSpPr>
            <a:spLocks noGrp="1"/>
          </p:cNvSpPr>
          <p:nvPr>
            <p:ph type="title"/>
          </p:nvPr>
        </p:nvSpPr>
        <p:spPr/>
        <p:txBody>
          <a:bodyPr/>
          <a:lstStyle/>
          <a:p>
            <a:pPr algn="l"/>
            <a:r>
              <a:rPr lang="en-US" altLang="en-US" b="1" dirty="0">
                <a:solidFill>
                  <a:schemeClr val="bg1"/>
                </a:solidFill>
                <a:latin typeface="Times New Roman" panose="02020603050405020304" pitchFamily="18" charset="0"/>
                <a:ea typeface="MS PGothic" panose="020B0600070205080204" pitchFamily="34" charset="-128"/>
                <a:cs typeface="Times New Roman" panose="02020603050405020304" pitchFamily="18" charset="0"/>
              </a:rPr>
              <a:t>Docker </a:t>
            </a:r>
          </a:p>
        </p:txBody>
      </p:sp>
      <p:sp>
        <p:nvSpPr>
          <p:cNvPr id="3" name="Slide Number Placeholder 2">
            <a:extLst>
              <a:ext uri="{FF2B5EF4-FFF2-40B4-BE49-F238E27FC236}">
                <a16:creationId xmlns:a16="http://schemas.microsoft.com/office/drawing/2014/main" id="{39CFE07C-48B7-3B3C-CFE1-558997EF1A72}"/>
              </a:ext>
            </a:extLst>
          </p:cNvPr>
          <p:cNvSpPr>
            <a:spLocks noGrp="1"/>
          </p:cNvSpPr>
          <p:nvPr>
            <p:ph type="sldNum" sz="quarter" idx="12"/>
          </p:nvPr>
        </p:nvSpPr>
        <p:spPr/>
        <p:txBody>
          <a:bodyPr/>
          <a:lstStyle/>
          <a:p>
            <a:pPr>
              <a:defRPr/>
            </a:pPr>
            <a:fld id="{B5FE2A26-DC9F-42F1-A962-09E4BC9C80CA}" type="slidenum">
              <a:rPr lang="en-US" altLang="en-US" smtClean="0"/>
              <a:pPr>
                <a:defRPr/>
              </a:pPr>
              <a:t>2</a:t>
            </a:fld>
            <a:endParaRPr lang="en-US" altLang="en-US"/>
          </a:p>
        </p:txBody>
      </p:sp>
      <p:sp>
        <p:nvSpPr>
          <p:cNvPr id="2" name="Content Placeholder 1">
            <a:extLst>
              <a:ext uri="{FF2B5EF4-FFF2-40B4-BE49-F238E27FC236}">
                <a16:creationId xmlns:a16="http://schemas.microsoft.com/office/drawing/2014/main" id="{A108E6B4-1B97-5725-FE9F-5823AF484DD0}"/>
              </a:ext>
            </a:extLst>
          </p:cNvPr>
          <p:cNvSpPr>
            <a:spLocks noGrp="1"/>
          </p:cNvSpPr>
          <p:nvPr>
            <p:ph idx="1"/>
          </p:nvPr>
        </p:nvSpPr>
        <p:spPr>
          <a:xfrm>
            <a:off x="100012" y="871287"/>
            <a:ext cx="12039600" cy="5758113"/>
          </a:xfrm>
        </p:spPr>
        <p:txBody>
          <a:bodyPr numCol="1"/>
          <a:lstStyle/>
          <a:p>
            <a:pPr algn="just">
              <a:lnSpc>
                <a:spcPct val="150000"/>
              </a:lnSpc>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Docker is an open platform for developing, shipping, and running applications along with their dependencies(code, </a:t>
            </a:r>
            <a:r>
              <a:rPr lang="en-US" sz="18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os</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runtime, web framework, and version are dependencies). Docker enables you to isolate your applications from your infrastructure so you can deliver software quickly. </a:t>
            </a:r>
          </a:p>
          <a:p>
            <a:pPr algn="just">
              <a:lnSpc>
                <a:spcPct val="150000"/>
              </a:lnSpc>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With Docker, you can manage your infrastructure in the same ways you manage your applications.</a:t>
            </a:r>
          </a:p>
          <a:p>
            <a:pPr algn="just">
              <a:lnSpc>
                <a:spcPct val="150000"/>
              </a:lnSpc>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Docker is an open-source platform that makes it easy to create containers and container-based apps.</a:t>
            </a:r>
          </a:p>
          <a:p>
            <a:pPr algn="just">
              <a:lnSpc>
                <a:spcPct val="150000"/>
              </a:lnSpc>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Docker is written in the Go language. It uses a technology called namespaces to provide the isolated workspace called the container. </a:t>
            </a:r>
          </a:p>
          <a:p>
            <a:pPr algn="just">
              <a:lnSpc>
                <a:spcPct val="150000"/>
              </a:lnSpc>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When you run a container, Docker creates a set of namespaces for that container. These namespaces provide a layer of isolation. </a:t>
            </a:r>
          </a:p>
          <a:p>
            <a:pPr algn="just">
              <a:lnSpc>
                <a:spcPct val="150000"/>
              </a:lnSpc>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Each container runs in a separate namespace and its access is limited to that namespace.</a:t>
            </a:r>
          </a:p>
        </p:txBody>
      </p:sp>
      <p:pic>
        <p:nvPicPr>
          <p:cNvPr id="5" name="Picture 4">
            <a:extLst>
              <a:ext uri="{FF2B5EF4-FFF2-40B4-BE49-F238E27FC236}">
                <a16:creationId xmlns:a16="http://schemas.microsoft.com/office/drawing/2014/main" id="{0A05E626-9FCC-0BEB-FF92-DC8B49AC3D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1612" y="43016"/>
            <a:ext cx="1066982" cy="748480"/>
          </a:xfrm>
          <a:prstGeom prst="rect">
            <a:avLst/>
          </a:prstGeom>
        </p:spPr>
      </p:pic>
    </p:spTree>
    <p:extLst>
      <p:ext uri="{BB962C8B-B14F-4D97-AF65-F5344CB8AC3E}">
        <p14:creationId xmlns:p14="http://schemas.microsoft.com/office/powerpoint/2010/main" val="1686712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D6301-0A40-04AE-DF9F-5AF138F6745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813EF26-97BC-0137-233B-7F352A631AAF}"/>
              </a:ext>
            </a:extLst>
          </p:cNvPr>
          <p:cNvSpPr>
            <a:spLocks noGrp="1"/>
          </p:cNvSpPr>
          <p:nvPr>
            <p:ph type="title"/>
          </p:nvPr>
        </p:nvSpPr>
        <p:spPr/>
        <p:txBody>
          <a:bodyPr/>
          <a:lstStyle/>
          <a:p>
            <a:pPr algn="l"/>
            <a:r>
              <a:rPr lang="en-US" altLang="en-US" b="1" dirty="0">
                <a:solidFill>
                  <a:schemeClr val="bg1"/>
                </a:solidFill>
                <a:latin typeface="Times New Roman" panose="02020603050405020304" pitchFamily="18" charset="0"/>
                <a:ea typeface="MS PGothic" panose="020B0600070205080204" pitchFamily="34" charset="-128"/>
                <a:cs typeface="Times New Roman" panose="02020603050405020304" pitchFamily="18" charset="0"/>
              </a:rPr>
              <a:t>Docker                Cont’d</a:t>
            </a:r>
          </a:p>
        </p:txBody>
      </p:sp>
      <p:sp>
        <p:nvSpPr>
          <p:cNvPr id="3" name="Slide Number Placeholder 2">
            <a:extLst>
              <a:ext uri="{FF2B5EF4-FFF2-40B4-BE49-F238E27FC236}">
                <a16:creationId xmlns:a16="http://schemas.microsoft.com/office/drawing/2014/main" id="{BFF2C8A4-C703-362F-AE08-52579F146A9C}"/>
              </a:ext>
            </a:extLst>
          </p:cNvPr>
          <p:cNvSpPr>
            <a:spLocks noGrp="1"/>
          </p:cNvSpPr>
          <p:nvPr>
            <p:ph type="sldNum" sz="quarter" idx="12"/>
          </p:nvPr>
        </p:nvSpPr>
        <p:spPr/>
        <p:txBody>
          <a:bodyPr/>
          <a:lstStyle/>
          <a:p>
            <a:pPr>
              <a:defRPr/>
            </a:pPr>
            <a:fld id="{B5FE2A26-DC9F-42F1-A962-09E4BC9C80CA}" type="slidenum">
              <a:rPr lang="en-US" altLang="en-US" smtClean="0"/>
              <a:pPr>
                <a:defRPr/>
              </a:pPr>
              <a:t>3</a:t>
            </a:fld>
            <a:endParaRPr lang="en-US" altLang="en-US"/>
          </a:p>
        </p:txBody>
      </p:sp>
      <p:sp>
        <p:nvSpPr>
          <p:cNvPr id="2" name="Content Placeholder 1">
            <a:extLst>
              <a:ext uri="{FF2B5EF4-FFF2-40B4-BE49-F238E27FC236}">
                <a16:creationId xmlns:a16="http://schemas.microsoft.com/office/drawing/2014/main" id="{6BDDBD7B-4EB9-12AC-25A4-E04000C0C2DA}"/>
              </a:ext>
            </a:extLst>
          </p:cNvPr>
          <p:cNvSpPr>
            <a:spLocks noGrp="1"/>
          </p:cNvSpPr>
          <p:nvPr>
            <p:ph idx="1"/>
          </p:nvPr>
        </p:nvSpPr>
        <p:spPr>
          <a:xfrm>
            <a:off x="100012" y="871287"/>
            <a:ext cx="12039600" cy="5758113"/>
          </a:xfrm>
        </p:spPr>
        <p:txBody>
          <a:bodyPr numCol="1"/>
          <a:lstStyle/>
          <a:p>
            <a:pPr algn="just">
              <a:lnSpc>
                <a:spcPct val="150000"/>
              </a:lnSpc>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Docker is a containerization platform for developing, packaging, shipping and running applications.</a:t>
            </a:r>
          </a:p>
          <a:p>
            <a:pPr algn="just">
              <a:lnSpc>
                <a:spcPct val="150000"/>
              </a:lnSpc>
              <a:spcAft>
                <a:spcPts val="800"/>
              </a:spcAft>
            </a:pP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It provide consistent environment for developing, testing, deployment and is compatible with any platform that support docker.</a:t>
            </a:r>
          </a:p>
          <a:p>
            <a:pPr algn="just">
              <a:lnSpc>
                <a:spcPct val="150000"/>
              </a:lnSpc>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It provides the ability to run an application in an isolated environment called Container.</a:t>
            </a:r>
          </a:p>
          <a:p>
            <a:pPr algn="just">
              <a:lnSpc>
                <a:spcPct val="150000"/>
              </a:lnSpc>
              <a:spcAft>
                <a:spcPts val="800"/>
              </a:spcAft>
            </a:pP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Container: It is an executable, lightweight package that contains everything needed to run an application (with all the necessary dependencies and configurations). </a:t>
            </a:r>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It can be easily shared.</a:t>
            </a:r>
          </a:p>
          <a:p>
            <a:pPr algn="just">
              <a:lnSpc>
                <a:spcPct val="150000"/>
              </a:lnSpc>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Example: Docker is like renting a room in a shared apartment, where everyone shares the kitchen and electricity but still has their own space.</a:t>
            </a:r>
          </a:p>
          <a:p>
            <a:pPr algn="just">
              <a:lnSpc>
                <a:spcPct val="150000"/>
              </a:lnSpc>
              <a:spcAft>
                <a:spcPts val="800"/>
              </a:spcAft>
            </a:pP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Image: </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Containers are created from images, which are templates that include the application code and dependencies.</a:t>
            </a:r>
          </a:p>
          <a:p>
            <a:pPr algn="just">
              <a:lnSpc>
                <a:spcPct val="150000"/>
              </a:lnSpc>
              <a:spcAft>
                <a:spcPts val="800"/>
              </a:spcAft>
            </a:pP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Docker engine</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Core of Docker, which creates and runs containers on host operating systems directly without guest </a:t>
            </a:r>
            <a:r>
              <a:rPr lang="en-US" sz="18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os</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50000"/>
              </a:lnSpc>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Docker hub: </a:t>
            </a: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repository </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where developer can share ,pull,  rebuilt container image.</a:t>
            </a:r>
          </a:p>
          <a:p>
            <a:pPr lvl="1" algn="just">
              <a:lnSpc>
                <a:spcPct val="150000"/>
              </a:lnSpc>
              <a:spcAft>
                <a:spcPts val="800"/>
              </a:spcAft>
            </a:pPr>
            <a:endParaRPr lang="en-US" sz="1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endParaRPr lang="en-US" sz="1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43FB2CFD-097D-9729-2583-963EB683BC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1612" y="43016"/>
            <a:ext cx="1066982" cy="748480"/>
          </a:xfrm>
          <a:prstGeom prst="rect">
            <a:avLst/>
          </a:prstGeom>
        </p:spPr>
      </p:pic>
    </p:spTree>
    <p:extLst>
      <p:ext uri="{BB962C8B-B14F-4D97-AF65-F5344CB8AC3E}">
        <p14:creationId xmlns:p14="http://schemas.microsoft.com/office/powerpoint/2010/main" val="3348914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E2F47-C8FD-EBFB-254E-507A1099E59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EC3FD0C-1E55-9628-8276-10133493FDC5}"/>
              </a:ext>
            </a:extLst>
          </p:cNvPr>
          <p:cNvSpPr>
            <a:spLocks noGrp="1"/>
          </p:cNvSpPr>
          <p:nvPr>
            <p:ph type="title"/>
          </p:nvPr>
        </p:nvSpPr>
        <p:spPr/>
        <p:txBody>
          <a:bodyPr/>
          <a:lstStyle/>
          <a:p>
            <a:pPr algn="l"/>
            <a:r>
              <a:rPr lang="en-US" altLang="en-US" b="1" dirty="0">
                <a:solidFill>
                  <a:schemeClr val="bg1"/>
                </a:solidFill>
                <a:latin typeface="Times New Roman" panose="02020603050405020304" pitchFamily="18" charset="0"/>
                <a:ea typeface="MS PGothic" panose="020B0600070205080204" pitchFamily="34" charset="-128"/>
                <a:cs typeface="Times New Roman" panose="02020603050405020304" pitchFamily="18" charset="0"/>
              </a:rPr>
              <a:t>Docker              Cont’d</a:t>
            </a:r>
          </a:p>
        </p:txBody>
      </p:sp>
      <p:sp>
        <p:nvSpPr>
          <p:cNvPr id="3" name="Slide Number Placeholder 2">
            <a:extLst>
              <a:ext uri="{FF2B5EF4-FFF2-40B4-BE49-F238E27FC236}">
                <a16:creationId xmlns:a16="http://schemas.microsoft.com/office/drawing/2014/main" id="{01ACB14D-17AA-AD3F-FB18-1CFFA03FCFA4}"/>
              </a:ext>
            </a:extLst>
          </p:cNvPr>
          <p:cNvSpPr>
            <a:spLocks noGrp="1"/>
          </p:cNvSpPr>
          <p:nvPr>
            <p:ph type="sldNum" sz="quarter" idx="12"/>
          </p:nvPr>
        </p:nvSpPr>
        <p:spPr/>
        <p:txBody>
          <a:bodyPr/>
          <a:lstStyle/>
          <a:p>
            <a:pPr>
              <a:defRPr/>
            </a:pPr>
            <a:fld id="{B5FE2A26-DC9F-42F1-A962-09E4BC9C80CA}" type="slidenum">
              <a:rPr lang="en-US" altLang="en-US" smtClean="0">
                <a:latin typeface="Times New Roman" panose="02020603050405020304" pitchFamily="18" charset="0"/>
                <a:cs typeface="Times New Roman" panose="02020603050405020304" pitchFamily="18" charset="0"/>
              </a:rPr>
              <a:pPr>
                <a:defRPr/>
              </a:pPr>
              <a:t>4</a:t>
            </a:fld>
            <a:endParaRPr lang="en-US" altLang="en-US">
              <a:latin typeface="Times New Roman" panose="02020603050405020304" pitchFamily="18" charset="0"/>
              <a:cs typeface="Times New Roman" panose="02020603050405020304" pitchFamily="18" charset="0"/>
            </a:endParaRPr>
          </a:p>
        </p:txBody>
      </p:sp>
      <p:sp>
        <p:nvSpPr>
          <p:cNvPr id="2" name="Content Placeholder 1">
            <a:extLst>
              <a:ext uri="{FF2B5EF4-FFF2-40B4-BE49-F238E27FC236}">
                <a16:creationId xmlns:a16="http://schemas.microsoft.com/office/drawing/2014/main" id="{145F6015-82AD-36AE-9FEC-8E5EAE884C70}"/>
              </a:ext>
            </a:extLst>
          </p:cNvPr>
          <p:cNvSpPr>
            <a:spLocks noGrp="1"/>
          </p:cNvSpPr>
          <p:nvPr>
            <p:ph idx="1"/>
          </p:nvPr>
        </p:nvSpPr>
        <p:spPr>
          <a:xfrm>
            <a:off x="100012" y="871287"/>
            <a:ext cx="12039600" cy="5758113"/>
          </a:xfrm>
        </p:spPr>
        <p:txBody>
          <a:bodyPr numCol="1"/>
          <a:lstStyle/>
          <a:p>
            <a:pPr algn="just">
              <a:lnSpc>
                <a:spcPct val="150000"/>
              </a:lnSpc>
              <a:spcAft>
                <a:spcPts val="800"/>
              </a:spcAft>
            </a:pPr>
            <a:endPar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lvl="1" algn="just">
              <a:lnSpc>
                <a:spcPct val="150000"/>
              </a:lnSpc>
              <a:spcAft>
                <a:spcPts val="800"/>
              </a:spcAft>
            </a:pPr>
            <a:endParaRPr lang="en-US" sz="1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endParaRPr lang="en-US" sz="1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120DACB9-F14E-A86A-A471-4B78D5FFA27D}"/>
              </a:ext>
            </a:extLst>
          </p:cNvPr>
          <p:cNvSpPr/>
          <p:nvPr/>
        </p:nvSpPr>
        <p:spPr>
          <a:xfrm>
            <a:off x="481012" y="1752600"/>
            <a:ext cx="1600200" cy="838200"/>
          </a:xfrm>
          <a:prstGeom prst="rect">
            <a:avLst/>
          </a:prstGeom>
          <a:solidFill>
            <a:schemeClr val="accent2">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Docker File</a:t>
            </a:r>
          </a:p>
        </p:txBody>
      </p:sp>
      <p:sp>
        <p:nvSpPr>
          <p:cNvPr id="6" name="TextBox 5">
            <a:extLst>
              <a:ext uri="{FF2B5EF4-FFF2-40B4-BE49-F238E27FC236}">
                <a16:creationId xmlns:a16="http://schemas.microsoft.com/office/drawing/2014/main" id="{EEDF3F87-058B-3C49-F0A4-D4E8A274ABE4}"/>
              </a:ext>
            </a:extLst>
          </p:cNvPr>
          <p:cNvSpPr txBox="1"/>
          <p:nvPr/>
        </p:nvSpPr>
        <p:spPr>
          <a:xfrm>
            <a:off x="481012" y="2743200"/>
            <a:ext cx="1981200" cy="923330"/>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Simple text file with instructions to build an image</a:t>
            </a:r>
          </a:p>
        </p:txBody>
      </p:sp>
      <p:sp>
        <p:nvSpPr>
          <p:cNvPr id="7" name="Rectangle 6">
            <a:extLst>
              <a:ext uri="{FF2B5EF4-FFF2-40B4-BE49-F238E27FC236}">
                <a16:creationId xmlns:a16="http://schemas.microsoft.com/office/drawing/2014/main" id="{6C2B6263-D345-2910-39CD-B88FF93E45FD}"/>
              </a:ext>
            </a:extLst>
          </p:cNvPr>
          <p:cNvSpPr/>
          <p:nvPr/>
        </p:nvSpPr>
        <p:spPr>
          <a:xfrm>
            <a:off x="3148012" y="1759974"/>
            <a:ext cx="1600200" cy="838200"/>
          </a:xfrm>
          <a:prstGeom prst="rect">
            <a:avLst/>
          </a:prstGeom>
          <a:solidFill>
            <a:schemeClr val="accent3">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Docker Image</a:t>
            </a:r>
          </a:p>
        </p:txBody>
      </p:sp>
      <p:sp>
        <p:nvSpPr>
          <p:cNvPr id="8" name="TextBox 7">
            <a:extLst>
              <a:ext uri="{FF2B5EF4-FFF2-40B4-BE49-F238E27FC236}">
                <a16:creationId xmlns:a16="http://schemas.microsoft.com/office/drawing/2014/main" id="{20645679-11CC-20AB-42D2-5B4F1D5D46CE}"/>
              </a:ext>
            </a:extLst>
          </p:cNvPr>
          <p:cNvSpPr txBox="1"/>
          <p:nvPr/>
        </p:nvSpPr>
        <p:spPr>
          <a:xfrm>
            <a:off x="3148012" y="2811362"/>
            <a:ext cx="1981200" cy="1200329"/>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Single file with all the dep. And lib. necessary to run the program</a:t>
            </a:r>
          </a:p>
        </p:txBody>
      </p:sp>
      <p:sp>
        <p:nvSpPr>
          <p:cNvPr id="9" name="Rectangle 8">
            <a:extLst>
              <a:ext uri="{FF2B5EF4-FFF2-40B4-BE49-F238E27FC236}">
                <a16:creationId xmlns:a16="http://schemas.microsoft.com/office/drawing/2014/main" id="{0CE4D5B3-1227-FE33-090A-60901B6CD162}"/>
              </a:ext>
            </a:extLst>
          </p:cNvPr>
          <p:cNvSpPr/>
          <p:nvPr/>
        </p:nvSpPr>
        <p:spPr>
          <a:xfrm>
            <a:off x="6691314" y="1143000"/>
            <a:ext cx="1600200" cy="838200"/>
          </a:xfrm>
          <a:prstGeom prst="rect">
            <a:avLst/>
          </a:prstGeom>
          <a:solidFill>
            <a:schemeClr val="accent6">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Container</a:t>
            </a:r>
          </a:p>
        </p:txBody>
      </p:sp>
      <p:sp>
        <p:nvSpPr>
          <p:cNvPr id="10" name="Rectangle 9">
            <a:extLst>
              <a:ext uri="{FF2B5EF4-FFF2-40B4-BE49-F238E27FC236}">
                <a16:creationId xmlns:a16="http://schemas.microsoft.com/office/drawing/2014/main" id="{99149E6E-B242-602B-D028-AEDB33224CE4}"/>
              </a:ext>
            </a:extLst>
          </p:cNvPr>
          <p:cNvSpPr/>
          <p:nvPr/>
        </p:nvSpPr>
        <p:spPr>
          <a:xfrm>
            <a:off x="6691314" y="2632587"/>
            <a:ext cx="1600200" cy="838200"/>
          </a:xfrm>
          <a:prstGeom prst="rect">
            <a:avLst/>
          </a:prstGeom>
          <a:solidFill>
            <a:schemeClr val="accent4">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Container</a:t>
            </a:r>
          </a:p>
        </p:txBody>
      </p:sp>
      <p:sp>
        <p:nvSpPr>
          <p:cNvPr id="11" name="TextBox 10">
            <a:extLst>
              <a:ext uri="{FF2B5EF4-FFF2-40B4-BE49-F238E27FC236}">
                <a16:creationId xmlns:a16="http://schemas.microsoft.com/office/drawing/2014/main" id="{793777B2-3603-6568-2956-FF679E299244}"/>
              </a:ext>
            </a:extLst>
          </p:cNvPr>
          <p:cNvSpPr txBox="1"/>
          <p:nvPr/>
        </p:nvSpPr>
        <p:spPr>
          <a:xfrm>
            <a:off x="6653212" y="3849764"/>
            <a:ext cx="1981200" cy="369332"/>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Image instances</a:t>
            </a:r>
          </a:p>
        </p:txBody>
      </p:sp>
      <p:cxnSp>
        <p:nvCxnSpPr>
          <p:cNvPr id="13" name="Straight Arrow Connector 12">
            <a:extLst>
              <a:ext uri="{FF2B5EF4-FFF2-40B4-BE49-F238E27FC236}">
                <a16:creationId xmlns:a16="http://schemas.microsoft.com/office/drawing/2014/main" id="{175159B6-DDBD-C0A5-532C-AA8E20FEABE1}"/>
              </a:ext>
            </a:extLst>
          </p:cNvPr>
          <p:cNvCxnSpPr>
            <a:stCxn id="4" idx="3"/>
            <a:endCxn id="7" idx="1"/>
          </p:cNvCxnSpPr>
          <p:nvPr/>
        </p:nvCxnSpPr>
        <p:spPr>
          <a:xfrm>
            <a:off x="2081212" y="2171700"/>
            <a:ext cx="1066800" cy="73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D33C5AB2-4F91-A5C4-699D-B6E483D9B214}"/>
              </a:ext>
            </a:extLst>
          </p:cNvPr>
          <p:cNvCxnSpPr>
            <a:cxnSpLocks/>
            <a:endCxn id="9" idx="1"/>
          </p:cNvCxnSpPr>
          <p:nvPr/>
        </p:nvCxnSpPr>
        <p:spPr>
          <a:xfrm flipV="1">
            <a:off x="4754818" y="1562100"/>
            <a:ext cx="1936496" cy="6169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C3E37B2F-C86D-8C6B-5BBC-760618140C31}"/>
              </a:ext>
            </a:extLst>
          </p:cNvPr>
          <p:cNvCxnSpPr>
            <a:cxnSpLocks/>
            <a:endCxn id="10" idx="1"/>
          </p:cNvCxnSpPr>
          <p:nvPr/>
        </p:nvCxnSpPr>
        <p:spPr>
          <a:xfrm>
            <a:off x="4780626" y="2207957"/>
            <a:ext cx="1910688" cy="8437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5" name="Picture 4">
            <a:extLst>
              <a:ext uri="{FF2B5EF4-FFF2-40B4-BE49-F238E27FC236}">
                <a16:creationId xmlns:a16="http://schemas.microsoft.com/office/drawing/2014/main" id="{ED02941B-9AAC-BEDB-576B-5EB7B86224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1612" y="43016"/>
            <a:ext cx="1066982" cy="748480"/>
          </a:xfrm>
          <a:prstGeom prst="rect">
            <a:avLst/>
          </a:prstGeom>
        </p:spPr>
      </p:pic>
    </p:spTree>
    <p:extLst>
      <p:ext uri="{BB962C8B-B14F-4D97-AF65-F5344CB8AC3E}">
        <p14:creationId xmlns:p14="http://schemas.microsoft.com/office/powerpoint/2010/main" val="231838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E3914-20A6-4B79-99F9-5A1F84AF1AC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9F7C220-C658-8840-9C6F-21D08EC2803A}"/>
              </a:ext>
            </a:extLst>
          </p:cNvPr>
          <p:cNvSpPr>
            <a:spLocks noGrp="1"/>
          </p:cNvSpPr>
          <p:nvPr>
            <p:ph type="title"/>
          </p:nvPr>
        </p:nvSpPr>
        <p:spPr/>
        <p:txBody>
          <a:bodyPr/>
          <a:lstStyle/>
          <a:p>
            <a:pPr algn="l"/>
            <a:r>
              <a:rPr lang="en-US" altLang="en-US" b="1" dirty="0">
                <a:solidFill>
                  <a:schemeClr val="bg1"/>
                </a:solidFill>
                <a:latin typeface="Times New Roman" panose="02020603050405020304" pitchFamily="18" charset="0"/>
                <a:ea typeface="MS PGothic" panose="020B0600070205080204" pitchFamily="34" charset="-128"/>
                <a:cs typeface="Times New Roman" panose="02020603050405020304" pitchFamily="18" charset="0"/>
              </a:rPr>
              <a:t>Docker               Cont’d</a:t>
            </a:r>
          </a:p>
        </p:txBody>
      </p:sp>
      <p:sp>
        <p:nvSpPr>
          <p:cNvPr id="3" name="Slide Number Placeholder 2">
            <a:extLst>
              <a:ext uri="{FF2B5EF4-FFF2-40B4-BE49-F238E27FC236}">
                <a16:creationId xmlns:a16="http://schemas.microsoft.com/office/drawing/2014/main" id="{646192ED-5B35-23EB-12F8-EB8A28387A44}"/>
              </a:ext>
            </a:extLst>
          </p:cNvPr>
          <p:cNvSpPr>
            <a:spLocks noGrp="1"/>
          </p:cNvSpPr>
          <p:nvPr>
            <p:ph type="sldNum" sz="quarter" idx="12"/>
          </p:nvPr>
        </p:nvSpPr>
        <p:spPr/>
        <p:txBody>
          <a:bodyPr/>
          <a:lstStyle/>
          <a:p>
            <a:pPr>
              <a:defRPr/>
            </a:pPr>
            <a:fld id="{B5FE2A26-DC9F-42F1-A962-09E4BC9C80CA}" type="slidenum">
              <a:rPr lang="en-US" altLang="en-US" smtClean="0"/>
              <a:pPr>
                <a:defRPr/>
              </a:pPr>
              <a:t>5</a:t>
            </a:fld>
            <a:endParaRPr lang="en-US" altLang="en-US"/>
          </a:p>
        </p:txBody>
      </p:sp>
      <p:sp>
        <p:nvSpPr>
          <p:cNvPr id="2" name="Content Placeholder 1">
            <a:extLst>
              <a:ext uri="{FF2B5EF4-FFF2-40B4-BE49-F238E27FC236}">
                <a16:creationId xmlns:a16="http://schemas.microsoft.com/office/drawing/2014/main" id="{A6C096FD-1D86-4563-7CF8-05D568E6E07F}"/>
              </a:ext>
            </a:extLst>
          </p:cNvPr>
          <p:cNvSpPr>
            <a:spLocks noGrp="1"/>
          </p:cNvSpPr>
          <p:nvPr>
            <p:ph idx="1"/>
          </p:nvPr>
        </p:nvSpPr>
        <p:spPr>
          <a:xfrm>
            <a:off x="100012" y="871287"/>
            <a:ext cx="12039600" cy="5758113"/>
          </a:xfrm>
        </p:spPr>
        <p:txBody>
          <a:bodyPr numCol="1"/>
          <a:lstStyle/>
          <a:p>
            <a:pPr algn="just">
              <a:lnSpc>
                <a:spcPct val="150000"/>
              </a:lnSpc>
              <a:spcAft>
                <a:spcPts val="800"/>
              </a:spcAft>
            </a:pPr>
            <a:endPar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lvl="1" algn="just">
              <a:lnSpc>
                <a:spcPct val="150000"/>
              </a:lnSpc>
              <a:spcAft>
                <a:spcPts val="800"/>
              </a:spcAft>
            </a:pPr>
            <a:endParaRPr lang="en-US" sz="1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endParaRPr lang="en-US" sz="1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B65AB9B2-DBBC-7AA8-B4E3-F918E1F6491A}"/>
              </a:ext>
            </a:extLst>
          </p:cNvPr>
          <p:cNvPicPr>
            <a:picLocks noChangeAspect="1"/>
          </p:cNvPicPr>
          <p:nvPr/>
        </p:nvPicPr>
        <p:blipFill>
          <a:blip r:embed="rId3"/>
          <a:stretch>
            <a:fillRect/>
          </a:stretch>
        </p:blipFill>
        <p:spPr>
          <a:xfrm>
            <a:off x="451646" y="1066799"/>
            <a:ext cx="11336332" cy="5367757"/>
          </a:xfrm>
          <a:prstGeom prst="rect">
            <a:avLst/>
          </a:prstGeom>
        </p:spPr>
      </p:pic>
      <p:pic>
        <p:nvPicPr>
          <p:cNvPr id="6" name="Picture 5">
            <a:extLst>
              <a:ext uri="{FF2B5EF4-FFF2-40B4-BE49-F238E27FC236}">
                <a16:creationId xmlns:a16="http://schemas.microsoft.com/office/drawing/2014/main" id="{FD7CF16C-A945-7865-B768-D7140E1E4D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71612" y="43016"/>
            <a:ext cx="1066982" cy="748480"/>
          </a:xfrm>
          <a:prstGeom prst="rect">
            <a:avLst/>
          </a:prstGeom>
        </p:spPr>
      </p:pic>
    </p:spTree>
    <p:extLst>
      <p:ext uri="{BB962C8B-B14F-4D97-AF65-F5344CB8AC3E}">
        <p14:creationId xmlns:p14="http://schemas.microsoft.com/office/powerpoint/2010/main" val="3330898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ADD8E-137B-68E4-75EB-2904130C8F3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EB7C247-F2DD-2A8C-09EA-6FE9202EBA40}"/>
              </a:ext>
            </a:extLst>
          </p:cNvPr>
          <p:cNvSpPr>
            <a:spLocks noGrp="1"/>
          </p:cNvSpPr>
          <p:nvPr>
            <p:ph type="title"/>
          </p:nvPr>
        </p:nvSpPr>
        <p:spPr/>
        <p:txBody>
          <a:bodyPr/>
          <a:lstStyle/>
          <a:p>
            <a:pPr algn="l"/>
            <a:r>
              <a:rPr lang="en-US" altLang="en-US" b="1" dirty="0">
                <a:solidFill>
                  <a:schemeClr val="bg1"/>
                </a:solidFill>
                <a:latin typeface="Times New Roman" panose="02020603050405020304" pitchFamily="18" charset="0"/>
                <a:ea typeface="MS PGothic" panose="020B0600070205080204" pitchFamily="34" charset="-128"/>
                <a:cs typeface="Times New Roman" panose="02020603050405020304" pitchFamily="18" charset="0"/>
              </a:rPr>
              <a:t>Docker                Architecture</a:t>
            </a:r>
          </a:p>
        </p:txBody>
      </p:sp>
      <p:sp>
        <p:nvSpPr>
          <p:cNvPr id="3" name="Slide Number Placeholder 2">
            <a:extLst>
              <a:ext uri="{FF2B5EF4-FFF2-40B4-BE49-F238E27FC236}">
                <a16:creationId xmlns:a16="http://schemas.microsoft.com/office/drawing/2014/main" id="{27AD61D7-B056-051D-D513-F37725519757}"/>
              </a:ext>
            </a:extLst>
          </p:cNvPr>
          <p:cNvSpPr>
            <a:spLocks noGrp="1"/>
          </p:cNvSpPr>
          <p:nvPr>
            <p:ph type="sldNum" sz="quarter" idx="12"/>
          </p:nvPr>
        </p:nvSpPr>
        <p:spPr/>
        <p:txBody>
          <a:bodyPr/>
          <a:lstStyle/>
          <a:p>
            <a:pPr>
              <a:defRPr/>
            </a:pPr>
            <a:fld id="{B5FE2A26-DC9F-42F1-A962-09E4BC9C80CA}" type="slidenum">
              <a:rPr lang="en-US" altLang="en-US" smtClean="0"/>
              <a:pPr>
                <a:defRPr/>
              </a:pPr>
              <a:t>6</a:t>
            </a:fld>
            <a:endParaRPr lang="en-US" altLang="en-US"/>
          </a:p>
        </p:txBody>
      </p:sp>
      <p:sp>
        <p:nvSpPr>
          <p:cNvPr id="2" name="Content Placeholder 1">
            <a:extLst>
              <a:ext uri="{FF2B5EF4-FFF2-40B4-BE49-F238E27FC236}">
                <a16:creationId xmlns:a16="http://schemas.microsoft.com/office/drawing/2014/main" id="{B38B2509-F32E-6C14-6970-4E8DB42533F4}"/>
              </a:ext>
            </a:extLst>
          </p:cNvPr>
          <p:cNvSpPr>
            <a:spLocks noGrp="1"/>
          </p:cNvSpPr>
          <p:nvPr>
            <p:ph idx="1"/>
          </p:nvPr>
        </p:nvSpPr>
        <p:spPr>
          <a:xfrm>
            <a:off x="100012" y="871287"/>
            <a:ext cx="12039600" cy="5758113"/>
          </a:xfrm>
        </p:spPr>
        <p:txBody>
          <a:bodyPr numCol="1"/>
          <a:lstStyle/>
          <a:p>
            <a:pPr algn="just">
              <a:lnSpc>
                <a:spcPct val="150000"/>
              </a:lnSpc>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Docker uses a client-server architecture, </a:t>
            </a:r>
            <a:r>
              <a:rPr lang="en-US" sz="1800" dirty="0"/>
              <a:t>which involves the 3 main components that are </a:t>
            </a:r>
            <a:r>
              <a:rPr lang="en-US" sz="1800" b="1" dirty="0"/>
              <a:t>Docker Client</a:t>
            </a:r>
            <a:r>
              <a:rPr lang="en-US" sz="1800" dirty="0"/>
              <a:t>, </a:t>
            </a:r>
            <a:r>
              <a:rPr lang="en-US" sz="1800" b="1" dirty="0"/>
              <a:t>Docker Host</a:t>
            </a:r>
            <a:r>
              <a:rPr lang="en-US" sz="1800" dirty="0"/>
              <a:t>, and </a:t>
            </a:r>
            <a:r>
              <a:rPr lang="en-US" sz="1800" b="1" dirty="0"/>
              <a:t>Docker Registry. </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Docker client and daemon can run on the same system, or we can connect a Docker client to a remote Docker daemon. The Docker client and daemon communicate using a REST API, over a network interface. </a:t>
            </a: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Docker daemon (</a:t>
            </a:r>
            <a:r>
              <a:rPr lang="en-US" sz="1800" b="1"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dockerd</a:t>
            </a: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listens for Docker API requests and manages Docker objects such as images, containers, networks, and volumes</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p>
          <a:p>
            <a:pPr algn="just">
              <a:lnSpc>
                <a:spcPct val="150000"/>
              </a:lnSpc>
              <a:spcAft>
                <a:spcPts val="800"/>
              </a:spcAft>
            </a:pPr>
            <a:endPar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endParaRPr lang="en-US" sz="1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4A6ABC56-FC34-F683-C002-9A259DADC3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1612" y="43016"/>
            <a:ext cx="1066982" cy="748480"/>
          </a:xfrm>
          <a:prstGeom prst="rect">
            <a:avLst/>
          </a:prstGeom>
        </p:spPr>
      </p:pic>
      <p:pic>
        <p:nvPicPr>
          <p:cNvPr id="6" name="Picture 5">
            <a:extLst>
              <a:ext uri="{FF2B5EF4-FFF2-40B4-BE49-F238E27FC236}">
                <a16:creationId xmlns:a16="http://schemas.microsoft.com/office/drawing/2014/main" id="{AC5B3094-8893-9B65-BCDE-B4A3EECDD9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02273" y="3240671"/>
            <a:ext cx="9001125" cy="3023604"/>
          </a:xfrm>
          <a:prstGeom prst="rect">
            <a:avLst/>
          </a:prstGeom>
        </p:spPr>
      </p:pic>
    </p:spTree>
    <p:extLst>
      <p:ext uri="{BB962C8B-B14F-4D97-AF65-F5344CB8AC3E}">
        <p14:creationId xmlns:p14="http://schemas.microsoft.com/office/powerpoint/2010/main" val="132907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DC05E-5DD6-39BD-C9B9-F3D9D191152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729732D-B685-9923-8A56-6B113BCE57BE}"/>
              </a:ext>
            </a:extLst>
          </p:cNvPr>
          <p:cNvSpPr>
            <a:spLocks noGrp="1"/>
          </p:cNvSpPr>
          <p:nvPr>
            <p:ph type="title"/>
          </p:nvPr>
        </p:nvSpPr>
        <p:spPr/>
        <p:txBody>
          <a:bodyPr/>
          <a:lstStyle/>
          <a:p>
            <a:pPr algn="l"/>
            <a:r>
              <a:rPr lang="en-US" altLang="en-US" b="1" dirty="0">
                <a:solidFill>
                  <a:schemeClr val="bg1"/>
                </a:solidFill>
                <a:latin typeface="Times New Roman" panose="02020603050405020304" pitchFamily="18" charset="0"/>
                <a:ea typeface="MS PGothic" panose="020B0600070205080204" pitchFamily="34" charset="-128"/>
                <a:cs typeface="Times New Roman" panose="02020603050405020304" pitchFamily="18" charset="0"/>
              </a:rPr>
              <a:t>Docker                Architecture</a:t>
            </a:r>
          </a:p>
        </p:txBody>
      </p:sp>
      <p:sp>
        <p:nvSpPr>
          <p:cNvPr id="3" name="Slide Number Placeholder 2">
            <a:extLst>
              <a:ext uri="{FF2B5EF4-FFF2-40B4-BE49-F238E27FC236}">
                <a16:creationId xmlns:a16="http://schemas.microsoft.com/office/drawing/2014/main" id="{393FBF69-5629-DF7A-EA3F-720A1A5B9A4D}"/>
              </a:ext>
            </a:extLst>
          </p:cNvPr>
          <p:cNvSpPr>
            <a:spLocks noGrp="1"/>
          </p:cNvSpPr>
          <p:nvPr>
            <p:ph type="sldNum" sz="quarter" idx="12"/>
          </p:nvPr>
        </p:nvSpPr>
        <p:spPr/>
        <p:txBody>
          <a:bodyPr/>
          <a:lstStyle/>
          <a:p>
            <a:pPr>
              <a:defRPr/>
            </a:pPr>
            <a:fld id="{B5FE2A26-DC9F-42F1-A962-09E4BC9C80CA}" type="slidenum">
              <a:rPr lang="en-US" altLang="en-US" smtClean="0"/>
              <a:pPr>
                <a:defRPr/>
              </a:pPr>
              <a:t>7</a:t>
            </a:fld>
            <a:endParaRPr lang="en-US" altLang="en-US"/>
          </a:p>
        </p:txBody>
      </p:sp>
      <p:sp>
        <p:nvSpPr>
          <p:cNvPr id="2" name="Content Placeholder 1">
            <a:extLst>
              <a:ext uri="{FF2B5EF4-FFF2-40B4-BE49-F238E27FC236}">
                <a16:creationId xmlns:a16="http://schemas.microsoft.com/office/drawing/2014/main" id="{07D962F8-E118-496D-F5F9-71395F9FFF89}"/>
              </a:ext>
            </a:extLst>
          </p:cNvPr>
          <p:cNvSpPr>
            <a:spLocks noGrp="1"/>
          </p:cNvSpPr>
          <p:nvPr>
            <p:ph idx="1"/>
          </p:nvPr>
        </p:nvSpPr>
        <p:spPr>
          <a:xfrm>
            <a:off x="100012" y="871287"/>
            <a:ext cx="12039600" cy="5758113"/>
          </a:xfrm>
        </p:spPr>
        <p:txBody>
          <a:bodyPr numCol="1"/>
          <a:lstStyle/>
          <a:p>
            <a:pPr algn="just">
              <a:lnSpc>
                <a:spcPct val="150000"/>
              </a:lnSpc>
              <a:spcAft>
                <a:spcPts val="800"/>
              </a:spcAft>
            </a:pP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Docker daemon: </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Docker daemon (</a:t>
            </a:r>
            <a:r>
              <a:rPr lang="en-US" sz="18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dockerd</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listens for Docker API requests and manages Docker objects such as images, containers, networks, and volumes. </a:t>
            </a:r>
          </a:p>
          <a:p>
            <a:pPr algn="just">
              <a:lnSpc>
                <a:spcPct val="150000"/>
              </a:lnSpc>
              <a:spcAft>
                <a:spcPts val="800"/>
              </a:spcAft>
            </a:pP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Docker client: </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Docker client (docker) is the primary way that many </a:t>
            </a: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Docker users interact with Docker</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When you use commands such as docker run, the client sends these commands to </a:t>
            </a:r>
            <a:r>
              <a:rPr lang="en-US" sz="18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dockerd</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which runs them. The docker command uses the Docker API.</a:t>
            </a:r>
          </a:p>
          <a:p>
            <a:pPr algn="just">
              <a:lnSpc>
                <a:spcPct val="150000"/>
              </a:lnSpc>
              <a:spcAft>
                <a:spcPts val="800"/>
              </a:spcAft>
            </a:pP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Docker registries: </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 Docker registry stores Docker images. Docker Hub is a public registry that anyone can use, and by default Docker looks for images on Docker Hub.</a:t>
            </a:r>
          </a:p>
          <a:p>
            <a:pPr algn="just">
              <a:lnSpc>
                <a:spcPct val="150000"/>
              </a:lnSpc>
              <a:spcAft>
                <a:spcPts val="800"/>
              </a:spcAft>
            </a:pPr>
            <a:r>
              <a:rPr lang="en-IN"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When you use the Docker </a:t>
            </a:r>
            <a:r>
              <a:rPr lang="en-IN"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run or pull </a:t>
            </a:r>
            <a:r>
              <a:rPr lang="en-GB"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command, Docker pulls the required images from your configured registry. When you use the</a:t>
            </a:r>
            <a:r>
              <a:rPr lang="en-IN"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docker push c</a:t>
            </a:r>
            <a:r>
              <a:rPr lang="en-GB" sz="18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ommands</a:t>
            </a:r>
            <a:r>
              <a:rPr lang="en-GB"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Docker pushes your image to your configured registry.</a:t>
            </a:r>
            <a:endPar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endPar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6518A3B8-9C3D-03D0-C9F9-295B697CFD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1612" y="43016"/>
            <a:ext cx="1066982" cy="748480"/>
          </a:xfrm>
          <a:prstGeom prst="rect">
            <a:avLst/>
          </a:prstGeom>
        </p:spPr>
      </p:pic>
    </p:spTree>
    <p:extLst>
      <p:ext uri="{BB962C8B-B14F-4D97-AF65-F5344CB8AC3E}">
        <p14:creationId xmlns:p14="http://schemas.microsoft.com/office/powerpoint/2010/main" val="3091612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17223-705A-1126-5084-22E6997994C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458F3AA-482A-B9A8-CEE3-0D6B9C29B906}"/>
              </a:ext>
            </a:extLst>
          </p:cNvPr>
          <p:cNvSpPr>
            <a:spLocks noGrp="1"/>
          </p:cNvSpPr>
          <p:nvPr>
            <p:ph type="title"/>
          </p:nvPr>
        </p:nvSpPr>
        <p:spPr/>
        <p:txBody>
          <a:bodyPr/>
          <a:lstStyle/>
          <a:p>
            <a:pPr algn="l"/>
            <a:r>
              <a:rPr lang="en-US" altLang="en-US" b="1" dirty="0">
                <a:solidFill>
                  <a:schemeClr val="bg1"/>
                </a:solidFill>
                <a:latin typeface="Times New Roman" panose="02020603050405020304" pitchFamily="18" charset="0"/>
                <a:ea typeface="MS PGothic" panose="020B0600070205080204" pitchFamily="34" charset="-128"/>
                <a:cs typeface="Times New Roman" panose="02020603050405020304" pitchFamily="18" charset="0"/>
              </a:rPr>
              <a:t>Docker              vs. Virtual Machine</a:t>
            </a:r>
          </a:p>
        </p:txBody>
      </p:sp>
      <p:sp>
        <p:nvSpPr>
          <p:cNvPr id="3" name="Slide Number Placeholder 2">
            <a:extLst>
              <a:ext uri="{FF2B5EF4-FFF2-40B4-BE49-F238E27FC236}">
                <a16:creationId xmlns:a16="http://schemas.microsoft.com/office/drawing/2014/main" id="{09D20E7C-06CF-43A5-746C-5128BC2AE969}"/>
              </a:ext>
            </a:extLst>
          </p:cNvPr>
          <p:cNvSpPr>
            <a:spLocks noGrp="1"/>
          </p:cNvSpPr>
          <p:nvPr>
            <p:ph type="sldNum" sz="quarter" idx="12"/>
          </p:nvPr>
        </p:nvSpPr>
        <p:spPr/>
        <p:txBody>
          <a:bodyPr/>
          <a:lstStyle/>
          <a:p>
            <a:pPr>
              <a:defRPr/>
            </a:pPr>
            <a:fld id="{B5FE2A26-DC9F-42F1-A962-09E4BC9C80CA}" type="slidenum">
              <a:rPr lang="en-US" altLang="en-US" smtClean="0"/>
              <a:pPr>
                <a:defRPr/>
              </a:pPr>
              <a:t>8</a:t>
            </a:fld>
            <a:endParaRPr lang="en-US" altLang="en-US"/>
          </a:p>
        </p:txBody>
      </p:sp>
      <p:sp>
        <p:nvSpPr>
          <p:cNvPr id="2" name="Content Placeholder 1">
            <a:extLst>
              <a:ext uri="{FF2B5EF4-FFF2-40B4-BE49-F238E27FC236}">
                <a16:creationId xmlns:a16="http://schemas.microsoft.com/office/drawing/2014/main" id="{65ACD363-0084-35FD-7F5F-658A12042A4E}"/>
              </a:ext>
            </a:extLst>
          </p:cNvPr>
          <p:cNvSpPr>
            <a:spLocks noGrp="1"/>
          </p:cNvSpPr>
          <p:nvPr>
            <p:ph idx="1"/>
          </p:nvPr>
        </p:nvSpPr>
        <p:spPr>
          <a:xfrm>
            <a:off x="100012" y="871287"/>
            <a:ext cx="12039600" cy="5758113"/>
          </a:xfrm>
        </p:spPr>
        <p:txBody>
          <a:bodyPr numCol="1"/>
          <a:lstStyle/>
          <a:p>
            <a:pPr algn="just">
              <a:lnSpc>
                <a:spcPct val="150000"/>
              </a:lnSpc>
              <a:spcAft>
                <a:spcPts val="800"/>
              </a:spcAft>
            </a:pP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Virtual Machines </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are like physical hardware, turning one server into many servers. It uses technology called hypervisor which allows multiple VMs to run on a single machine. </a:t>
            </a:r>
          </a:p>
          <a:p>
            <a:pPr lvl="1" algn="just">
              <a:lnSpc>
                <a:spcPct val="150000"/>
              </a:lnSpc>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Each VM has a full copy of an operating system, the application, necessary binaries and libraries. VMs are bulky in nature.</a:t>
            </a:r>
          </a:p>
          <a:p>
            <a:pPr lvl="1" algn="just">
              <a:lnSpc>
                <a:spcPct val="150000"/>
              </a:lnSpc>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They have a full OS with its own memory management installed with the associated overhead of virtual device drivers. Hence, we can look at it an independent full-fledge house where we don't share any resources.</a:t>
            </a:r>
          </a:p>
          <a:p>
            <a:pPr algn="just">
              <a:lnSpc>
                <a:spcPct val="150000"/>
              </a:lnSpc>
              <a:spcAft>
                <a:spcPts val="800"/>
              </a:spcAft>
            </a:pP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Docker Containers </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isolate application environments from one another, and only share the underlying OS kernel. </a:t>
            </a:r>
          </a:p>
          <a:p>
            <a:pPr lvl="1" algn="just">
              <a:lnSpc>
                <a:spcPct val="150000"/>
              </a:lnSpc>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Docker containers are executed with the Docker engine rather than the hypervisor. </a:t>
            </a: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Containers are therefore smaller than Virtual Machines </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and enable faster start up with better performance, less isolation and greater compatibility possible due to sharing of the host's kernel. </a:t>
            </a:r>
          </a:p>
          <a:p>
            <a:pPr lvl="1" algn="just">
              <a:lnSpc>
                <a:spcPct val="150000"/>
              </a:lnSpc>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Hence, it looks very similar to the housing society homes where we share resources of the society.</a:t>
            </a:r>
          </a:p>
        </p:txBody>
      </p:sp>
      <p:pic>
        <p:nvPicPr>
          <p:cNvPr id="4" name="Picture 3">
            <a:extLst>
              <a:ext uri="{FF2B5EF4-FFF2-40B4-BE49-F238E27FC236}">
                <a16:creationId xmlns:a16="http://schemas.microsoft.com/office/drawing/2014/main" id="{5AF3E645-9A15-1C9A-CE16-5436AF01B9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1612" y="43016"/>
            <a:ext cx="1066982" cy="748480"/>
          </a:xfrm>
          <a:prstGeom prst="rect">
            <a:avLst/>
          </a:prstGeom>
        </p:spPr>
      </p:pic>
    </p:spTree>
    <p:extLst>
      <p:ext uri="{BB962C8B-B14F-4D97-AF65-F5344CB8AC3E}">
        <p14:creationId xmlns:p14="http://schemas.microsoft.com/office/powerpoint/2010/main" val="2987157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D2AEB-5C23-E65F-49F7-7D48421B261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72FC655-0E43-746B-020F-66DE661F9D2F}"/>
              </a:ext>
            </a:extLst>
          </p:cNvPr>
          <p:cNvSpPr>
            <a:spLocks noGrp="1"/>
          </p:cNvSpPr>
          <p:nvPr>
            <p:ph type="title"/>
          </p:nvPr>
        </p:nvSpPr>
        <p:spPr/>
        <p:txBody>
          <a:bodyPr/>
          <a:lstStyle/>
          <a:p>
            <a:pPr algn="l"/>
            <a:r>
              <a:rPr lang="en-US" altLang="en-US" b="1" dirty="0">
                <a:solidFill>
                  <a:schemeClr val="bg1"/>
                </a:solidFill>
                <a:latin typeface="Times New Roman" panose="02020603050405020304" pitchFamily="18" charset="0"/>
                <a:ea typeface="MS PGothic" panose="020B0600070205080204" pitchFamily="34" charset="-128"/>
                <a:cs typeface="Times New Roman" panose="02020603050405020304" pitchFamily="18" charset="0"/>
              </a:rPr>
              <a:t>Docker              vs. Virtual Machine</a:t>
            </a:r>
          </a:p>
        </p:txBody>
      </p:sp>
      <p:sp>
        <p:nvSpPr>
          <p:cNvPr id="3" name="Slide Number Placeholder 2">
            <a:extLst>
              <a:ext uri="{FF2B5EF4-FFF2-40B4-BE49-F238E27FC236}">
                <a16:creationId xmlns:a16="http://schemas.microsoft.com/office/drawing/2014/main" id="{3BF8C5ED-6727-3CDC-E159-A1B3AD43FD19}"/>
              </a:ext>
            </a:extLst>
          </p:cNvPr>
          <p:cNvSpPr>
            <a:spLocks noGrp="1"/>
          </p:cNvSpPr>
          <p:nvPr>
            <p:ph type="sldNum" sz="quarter" idx="12"/>
          </p:nvPr>
        </p:nvSpPr>
        <p:spPr/>
        <p:txBody>
          <a:bodyPr/>
          <a:lstStyle/>
          <a:p>
            <a:pPr>
              <a:defRPr/>
            </a:pPr>
            <a:fld id="{B5FE2A26-DC9F-42F1-A962-09E4BC9C80CA}" type="slidenum">
              <a:rPr lang="en-US" altLang="en-US" smtClean="0"/>
              <a:pPr>
                <a:defRPr/>
              </a:pPr>
              <a:t>9</a:t>
            </a:fld>
            <a:endParaRPr lang="en-US" altLang="en-US"/>
          </a:p>
        </p:txBody>
      </p:sp>
      <p:pic>
        <p:nvPicPr>
          <p:cNvPr id="4" name="Picture 3">
            <a:extLst>
              <a:ext uri="{FF2B5EF4-FFF2-40B4-BE49-F238E27FC236}">
                <a16:creationId xmlns:a16="http://schemas.microsoft.com/office/drawing/2014/main" id="{F5B38614-07A2-AB9C-C624-AA8C4CE60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1612" y="43016"/>
            <a:ext cx="1066982" cy="748480"/>
          </a:xfrm>
          <a:prstGeom prst="rect">
            <a:avLst/>
          </a:prstGeom>
        </p:spPr>
      </p:pic>
      <p:pic>
        <p:nvPicPr>
          <p:cNvPr id="9" name="Picture 8">
            <a:extLst>
              <a:ext uri="{FF2B5EF4-FFF2-40B4-BE49-F238E27FC236}">
                <a16:creationId xmlns:a16="http://schemas.microsoft.com/office/drawing/2014/main" id="{794DA38C-9C00-EC87-9D02-E390A2FAE54A}"/>
              </a:ext>
            </a:extLst>
          </p:cNvPr>
          <p:cNvPicPr>
            <a:picLocks noChangeAspect="1"/>
          </p:cNvPicPr>
          <p:nvPr/>
        </p:nvPicPr>
        <p:blipFill>
          <a:blip r:embed="rId4"/>
          <a:stretch>
            <a:fillRect/>
          </a:stretch>
        </p:blipFill>
        <p:spPr>
          <a:xfrm>
            <a:off x="660796" y="1143000"/>
            <a:ext cx="10918032" cy="5150310"/>
          </a:xfrm>
          <a:prstGeom prst="rect">
            <a:avLst/>
          </a:prstGeom>
        </p:spPr>
      </p:pic>
    </p:spTree>
    <p:extLst>
      <p:ext uri="{BB962C8B-B14F-4D97-AF65-F5344CB8AC3E}">
        <p14:creationId xmlns:p14="http://schemas.microsoft.com/office/powerpoint/2010/main" val="9359416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BC512-7D20-FE36-0A18-420FE983AE4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A759B3D-B963-528E-A10A-3C302EE22E69}"/>
              </a:ext>
            </a:extLst>
          </p:cNvPr>
          <p:cNvSpPr>
            <a:spLocks noGrp="1"/>
          </p:cNvSpPr>
          <p:nvPr>
            <p:ph type="title"/>
          </p:nvPr>
        </p:nvSpPr>
        <p:spPr/>
        <p:txBody>
          <a:bodyPr/>
          <a:lstStyle/>
          <a:p>
            <a:pPr algn="l"/>
            <a:r>
              <a:rPr lang="en-US" altLang="en-US" b="1" dirty="0">
                <a:solidFill>
                  <a:schemeClr val="bg1"/>
                </a:solidFill>
                <a:latin typeface="Times New Roman" panose="02020603050405020304" pitchFamily="18" charset="0"/>
                <a:ea typeface="MS PGothic" panose="020B0600070205080204" pitchFamily="34" charset="-128"/>
                <a:cs typeface="Times New Roman" panose="02020603050405020304" pitchFamily="18" charset="0"/>
              </a:rPr>
              <a:t>Docker                vs. Virtual Machine</a:t>
            </a:r>
          </a:p>
        </p:txBody>
      </p:sp>
      <p:sp>
        <p:nvSpPr>
          <p:cNvPr id="3" name="Slide Number Placeholder 2">
            <a:extLst>
              <a:ext uri="{FF2B5EF4-FFF2-40B4-BE49-F238E27FC236}">
                <a16:creationId xmlns:a16="http://schemas.microsoft.com/office/drawing/2014/main" id="{8F8F9D54-D17C-DBFB-615A-9F2F7E445248}"/>
              </a:ext>
            </a:extLst>
          </p:cNvPr>
          <p:cNvSpPr>
            <a:spLocks noGrp="1"/>
          </p:cNvSpPr>
          <p:nvPr>
            <p:ph type="sldNum" sz="quarter" idx="12"/>
          </p:nvPr>
        </p:nvSpPr>
        <p:spPr/>
        <p:txBody>
          <a:bodyPr/>
          <a:lstStyle/>
          <a:p>
            <a:pPr>
              <a:defRPr/>
            </a:pPr>
            <a:fld id="{B5FE2A26-DC9F-42F1-A962-09E4BC9C80CA}" type="slidenum">
              <a:rPr lang="en-US" altLang="en-US" smtClean="0"/>
              <a:pPr>
                <a:defRPr/>
              </a:pPr>
              <a:t>10</a:t>
            </a:fld>
            <a:endParaRPr lang="en-US" altLang="en-US"/>
          </a:p>
        </p:txBody>
      </p:sp>
      <p:sp>
        <p:nvSpPr>
          <p:cNvPr id="2" name="Content Placeholder 1">
            <a:extLst>
              <a:ext uri="{FF2B5EF4-FFF2-40B4-BE49-F238E27FC236}">
                <a16:creationId xmlns:a16="http://schemas.microsoft.com/office/drawing/2014/main" id="{0D9DD864-2B96-500B-BAF0-264D9ECBAD85}"/>
              </a:ext>
            </a:extLst>
          </p:cNvPr>
          <p:cNvSpPr>
            <a:spLocks noGrp="1"/>
          </p:cNvSpPr>
          <p:nvPr>
            <p:ph idx="1"/>
          </p:nvPr>
        </p:nvSpPr>
        <p:spPr>
          <a:xfrm>
            <a:off x="100012" y="871287"/>
            <a:ext cx="12039600" cy="5758113"/>
          </a:xfrm>
        </p:spPr>
        <p:txBody>
          <a:bodyPr numCol="1"/>
          <a:lstStyle/>
          <a:p>
            <a:pPr marL="0" indent="0" algn="just">
              <a:lnSpc>
                <a:spcPct val="150000"/>
              </a:lnSpc>
              <a:spcAft>
                <a:spcPts val="800"/>
              </a:spcAft>
              <a:buNone/>
            </a:pPr>
            <a:endPar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endPar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BE3DC4B0-479D-B42E-6D86-2129F91AA0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1612" y="43016"/>
            <a:ext cx="1066982" cy="748480"/>
          </a:xfrm>
          <a:prstGeom prst="rect">
            <a:avLst/>
          </a:prstGeom>
        </p:spPr>
      </p:pic>
      <p:pic>
        <p:nvPicPr>
          <p:cNvPr id="7" name="Picture 6">
            <a:extLst>
              <a:ext uri="{FF2B5EF4-FFF2-40B4-BE49-F238E27FC236}">
                <a16:creationId xmlns:a16="http://schemas.microsoft.com/office/drawing/2014/main" id="{187B2F74-5740-2894-B1DF-5212E60323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82071" y="871287"/>
            <a:ext cx="6800745" cy="5758113"/>
          </a:xfrm>
          <a:prstGeom prst="rect">
            <a:avLst/>
          </a:prstGeom>
        </p:spPr>
      </p:pic>
    </p:spTree>
    <p:extLst>
      <p:ext uri="{BB962C8B-B14F-4D97-AF65-F5344CB8AC3E}">
        <p14:creationId xmlns:p14="http://schemas.microsoft.com/office/powerpoint/2010/main" val="1946153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B3AC7-012D-3F7E-9A5F-0413A448D8F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7CCEA56-06FB-EB5B-58D5-428B7A86133E}"/>
              </a:ext>
            </a:extLst>
          </p:cNvPr>
          <p:cNvSpPr>
            <a:spLocks noGrp="1"/>
          </p:cNvSpPr>
          <p:nvPr>
            <p:ph type="title"/>
          </p:nvPr>
        </p:nvSpPr>
        <p:spPr/>
        <p:txBody>
          <a:bodyPr/>
          <a:lstStyle/>
          <a:p>
            <a:pPr algn="l"/>
            <a:r>
              <a:rPr lang="en-US" altLang="en-US" b="1" dirty="0">
                <a:solidFill>
                  <a:schemeClr val="bg1"/>
                </a:solidFill>
                <a:latin typeface="Times New Roman" panose="02020603050405020304" pitchFamily="18" charset="0"/>
                <a:ea typeface="MS PGothic" panose="020B0600070205080204" pitchFamily="34" charset="-128"/>
                <a:cs typeface="Times New Roman" panose="02020603050405020304" pitchFamily="18" charset="0"/>
              </a:rPr>
              <a:t>Kubernetes (K8s)</a:t>
            </a:r>
          </a:p>
        </p:txBody>
      </p:sp>
      <p:sp>
        <p:nvSpPr>
          <p:cNvPr id="3" name="Slide Number Placeholder 2">
            <a:extLst>
              <a:ext uri="{FF2B5EF4-FFF2-40B4-BE49-F238E27FC236}">
                <a16:creationId xmlns:a16="http://schemas.microsoft.com/office/drawing/2014/main" id="{A8ED5290-4D1D-C0B8-B3C8-4513316D5D87}"/>
              </a:ext>
            </a:extLst>
          </p:cNvPr>
          <p:cNvSpPr>
            <a:spLocks noGrp="1"/>
          </p:cNvSpPr>
          <p:nvPr>
            <p:ph type="sldNum" sz="quarter" idx="12"/>
          </p:nvPr>
        </p:nvSpPr>
        <p:spPr/>
        <p:txBody>
          <a:bodyPr/>
          <a:lstStyle/>
          <a:p>
            <a:pPr>
              <a:defRPr/>
            </a:pPr>
            <a:fld id="{B5FE2A26-DC9F-42F1-A962-09E4BC9C80CA}" type="slidenum">
              <a:rPr lang="en-US" altLang="en-US" smtClean="0"/>
              <a:pPr>
                <a:defRPr/>
              </a:pPr>
              <a:t>11</a:t>
            </a:fld>
            <a:endParaRPr lang="en-US" altLang="en-US"/>
          </a:p>
        </p:txBody>
      </p:sp>
      <p:sp>
        <p:nvSpPr>
          <p:cNvPr id="2" name="Content Placeholder 1">
            <a:extLst>
              <a:ext uri="{FF2B5EF4-FFF2-40B4-BE49-F238E27FC236}">
                <a16:creationId xmlns:a16="http://schemas.microsoft.com/office/drawing/2014/main" id="{7F37AEA8-6D3D-329A-E5B4-6DD799A763EF}"/>
              </a:ext>
            </a:extLst>
          </p:cNvPr>
          <p:cNvSpPr>
            <a:spLocks noGrp="1"/>
          </p:cNvSpPr>
          <p:nvPr>
            <p:ph idx="1"/>
          </p:nvPr>
        </p:nvSpPr>
        <p:spPr>
          <a:xfrm>
            <a:off x="100012" y="871287"/>
            <a:ext cx="12039600" cy="5758113"/>
          </a:xfrm>
        </p:spPr>
        <p:txBody>
          <a:bodyPr numCol="1"/>
          <a:lstStyle/>
          <a:p>
            <a:pPr marL="400050" indent="-342900" algn="just">
              <a:lnSpc>
                <a:spcPct val="150000"/>
              </a:lnSpc>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It is a container orchestration platform that automates the deployment, scaling, and management of containerized applications.</a:t>
            </a:r>
          </a:p>
          <a:p>
            <a:pPr marL="400050" indent="-342900" algn="just">
              <a:lnSpc>
                <a:spcPct val="150000"/>
              </a:lnSpc>
              <a:spcAft>
                <a:spcPts val="800"/>
              </a:spcAft>
            </a:pP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Kubernetes is an open-source container management tool </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that automates container deployment, scaling &amp; load balancing.</a:t>
            </a:r>
          </a:p>
          <a:p>
            <a:pPr marL="400050" indent="-342900" algn="just">
              <a:lnSpc>
                <a:spcPct val="150000"/>
              </a:lnSpc>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Google developed an internal system called ‘borg’ (later named Omega) to deploy and manage thousands of google applications and services on their cluster. Later in 2014, google introduced Kubernetes an open-source platform written in ‘Go lang’ and later managed by CNCF (Cloud Native Computing Foundation).</a:t>
            </a:r>
          </a:p>
        </p:txBody>
      </p:sp>
    </p:spTree>
    <p:extLst>
      <p:ext uri="{BB962C8B-B14F-4D97-AF65-F5344CB8AC3E}">
        <p14:creationId xmlns:p14="http://schemas.microsoft.com/office/powerpoint/2010/main" val="1101301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C4600-655F-B4B9-CC0F-1DA6AD33949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0EE93DAA-C4F7-BC1F-3DFE-05ED08E6FED8}"/>
              </a:ext>
            </a:extLst>
          </p:cNvPr>
          <p:cNvSpPr>
            <a:spLocks noGrp="1"/>
          </p:cNvSpPr>
          <p:nvPr>
            <p:ph type="title"/>
          </p:nvPr>
        </p:nvSpPr>
        <p:spPr/>
        <p:txBody>
          <a:bodyPr/>
          <a:lstStyle/>
          <a:p>
            <a:pPr algn="l"/>
            <a:r>
              <a:rPr lang="en-US" altLang="en-US" b="1" dirty="0">
                <a:solidFill>
                  <a:schemeClr val="bg1"/>
                </a:solidFill>
                <a:latin typeface="Times New Roman" panose="02020603050405020304" pitchFamily="18" charset="0"/>
                <a:ea typeface="MS PGothic" panose="020B0600070205080204" pitchFamily="34" charset="-128"/>
                <a:cs typeface="Times New Roman" panose="02020603050405020304" pitchFamily="18" charset="0"/>
              </a:rPr>
              <a:t>Kubernetes Architecture</a:t>
            </a:r>
          </a:p>
        </p:txBody>
      </p:sp>
      <p:sp>
        <p:nvSpPr>
          <p:cNvPr id="3" name="Slide Number Placeholder 2">
            <a:extLst>
              <a:ext uri="{FF2B5EF4-FFF2-40B4-BE49-F238E27FC236}">
                <a16:creationId xmlns:a16="http://schemas.microsoft.com/office/drawing/2014/main" id="{32D3AD1F-F8AA-FE7B-A987-C48AD838BAD5}"/>
              </a:ext>
            </a:extLst>
          </p:cNvPr>
          <p:cNvSpPr>
            <a:spLocks noGrp="1"/>
          </p:cNvSpPr>
          <p:nvPr>
            <p:ph type="sldNum" sz="quarter" idx="12"/>
          </p:nvPr>
        </p:nvSpPr>
        <p:spPr/>
        <p:txBody>
          <a:bodyPr/>
          <a:lstStyle/>
          <a:p>
            <a:pPr>
              <a:defRPr/>
            </a:pPr>
            <a:fld id="{B5FE2A26-DC9F-42F1-A962-09E4BC9C80CA}" type="slidenum">
              <a:rPr lang="en-US" altLang="en-US" smtClean="0"/>
              <a:pPr>
                <a:defRPr/>
              </a:pPr>
              <a:t>12</a:t>
            </a:fld>
            <a:endParaRPr lang="en-US" altLang="en-US"/>
          </a:p>
        </p:txBody>
      </p:sp>
      <p:pic>
        <p:nvPicPr>
          <p:cNvPr id="5" name="Content Placeholder 4">
            <a:extLst>
              <a:ext uri="{FF2B5EF4-FFF2-40B4-BE49-F238E27FC236}">
                <a16:creationId xmlns:a16="http://schemas.microsoft.com/office/drawing/2014/main" id="{82402AB7-818A-980E-C43B-62B581E2EBC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09612" y="871538"/>
            <a:ext cx="10744200" cy="5757862"/>
          </a:xfrm>
        </p:spPr>
      </p:pic>
    </p:spTree>
    <p:extLst>
      <p:ext uri="{BB962C8B-B14F-4D97-AF65-F5344CB8AC3E}">
        <p14:creationId xmlns:p14="http://schemas.microsoft.com/office/powerpoint/2010/main" val="502285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C4765-F36B-A37C-1A8C-37CE2EEFA29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42EC1DC-2025-2713-1900-51E56296ECD4}"/>
              </a:ext>
            </a:extLst>
          </p:cNvPr>
          <p:cNvSpPr>
            <a:spLocks noGrp="1"/>
          </p:cNvSpPr>
          <p:nvPr>
            <p:ph type="title"/>
          </p:nvPr>
        </p:nvSpPr>
        <p:spPr/>
        <p:txBody>
          <a:bodyPr/>
          <a:lstStyle/>
          <a:p>
            <a:pPr algn="l"/>
            <a:r>
              <a:rPr lang="en-US" altLang="en-US" b="1" dirty="0">
                <a:solidFill>
                  <a:schemeClr val="bg1"/>
                </a:solidFill>
                <a:latin typeface="Times New Roman" panose="02020603050405020304" pitchFamily="18" charset="0"/>
                <a:ea typeface="MS PGothic" panose="020B0600070205080204" pitchFamily="34" charset="-128"/>
                <a:cs typeface="Times New Roman" panose="02020603050405020304" pitchFamily="18" charset="0"/>
              </a:rPr>
              <a:t>Kubernetes Architecture Cont’d</a:t>
            </a:r>
          </a:p>
        </p:txBody>
      </p:sp>
      <p:sp>
        <p:nvSpPr>
          <p:cNvPr id="3" name="Slide Number Placeholder 2">
            <a:extLst>
              <a:ext uri="{FF2B5EF4-FFF2-40B4-BE49-F238E27FC236}">
                <a16:creationId xmlns:a16="http://schemas.microsoft.com/office/drawing/2014/main" id="{CDD4F3DA-1AB4-0752-754A-340C6223B736}"/>
              </a:ext>
            </a:extLst>
          </p:cNvPr>
          <p:cNvSpPr>
            <a:spLocks noGrp="1"/>
          </p:cNvSpPr>
          <p:nvPr>
            <p:ph type="sldNum" sz="quarter" idx="12"/>
          </p:nvPr>
        </p:nvSpPr>
        <p:spPr/>
        <p:txBody>
          <a:bodyPr/>
          <a:lstStyle/>
          <a:p>
            <a:pPr>
              <a:defRPr/>
            </a:pPr>
            <a:fld id="{B5FE2A26-DC9F-42F1-A962-09E4BC9C80CA}" type="slidenum">
              <a:rPr lang="en-US" altLang="en-US" smtClean="0"/>
              <a:pPr>
                <a:defRPr/>
              </a:pPr>
              <a:t>13</a:t>
            </a:fld>
            <a:endParaRPr lang="en-US" altLang="en-US"/>
          </a:p>
        </p:txBody>
      </p:sp>
      <p:pic>
        <p:nvPicPr>
          <p:cNvPr id="6" name="Picture 5">
            <a:extLst>
              <a:ext uri="{FF2B5EF4-FFF2-40B4-BE49-F238E27FC236}">
                <a16:creationId xmlns:a16="http://schemas.microsoft.com/office/drawing/2014/main" id="{3BDC0CD1-633C-50C5-322C-01FE7BE4DBC4}"/>
              </a:ext>
            </a:extLst>
          </p:cNvPr>
          <p:cNvPicPr>
            <a:picLocks noChangeAspect="1"/>
          </p:cNvPicPr>
          <p:nvPr/>
        </p:nvPicPr>
        <p:blipFill>
          <a:blip r:embed="rId3"/>
          <a:stretch>
            <a:fillRect/>
          </a:stretch>
        </p:blipFill>
        <p:spPr>
          <a:xfrm>
            <a:off x="1243012" y="1066470"/>
            <a:ext cx="9829799" cy="5105730"/>
          </a:xfrm>
          <a:prstGeom prst="rect">
            <a:avLst/>
          </a:prstGeom>
        </p:spPr>
      </p:pic>
    </p:spTree>
    <p:extLst>
      <p:ext uri="{BB962C8B-B14F-4D97-AF65-F5344CB8AC3E}">
        <p14:creationId xmlns:p14="http://schemas.microsoft.com/office/powerpoint/2010/main" val="31083859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06687-A613-A392-BB38-BE0793F6151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1A14099-BA04-0BF1-025A-CAD221257D91}"/>
              </a:ext>
            </a:extLst>
          </p:cNvPr>
          <p:cNvSpPr>
            <a:spLocks noGrp="1"/>
          </p:cNvSpPr>
          <p:nvPr>
            <p:ph type="title"/>
          </p:nvPr>
        </p:nvSpPr>
        <p:spPr/>
        <p:txBody>
          <a:bodyPr/>
          <a:lstStyle/>
          <a:p>
            <a:pPr algn="l"/>
            <a:r>
              <a:rPr lang="en-US" altLang="en-US" b="1" dirty="0">
                <a:solidFill>
                  <a:schemeClr val="bg1"/>
                </a:solidFill>
                <a:latin typeface="Times New Roman" panose="02020603050405020304" pitchFamily="18" charset="0"/>
                <a:ea typeface="MS PGothic" panose="020B0600070205080204" pitchFamily="34" charset="-128"/>
                <a:cs typeface="Times New Roman" panose="02020603050405020304" pitchFamily="18" charset="0"/>
              </a:rPr>
              <a:t>Kubernetes Architecture Cont’d</a:t>
            </a:r>
          </a:p>
        </p:txBody>
      </p:sp>
      <p:sp>
        <p:nvSpPr>
          <p:cNvPr id="3" name="Slide Number Placeholder 2">
            <a:extLst>
              <a:ext uri="{FF2B5EF4-FFF2-40B4-BE49-F238E27FC236}">
                <a16:creationId xmlns:a16="http://schemas.microsoft.com/office/drawing/2014/main" id="{80238808-30DC-CB34-08D0-162F14CFBFD1}"/>
              </a:ext>
            </a:extLst>
          </p:cNvPr>
          <p:cNvSpPr>
            <a:spLocks noGrp="1"/>
          </p:cNvSpPr>
          <p:nvPr>
            <p:ph type="sldNum" sz="quarter" idx="12"/>
          </p:nvPr>
        </p:nvSpPr>
        <p:spPr/>
        <p:txBody>
          <a:bodyPr/>
          <a:lstStyle/>
          <a:p>
            <a:pPr>
              <a:defRPr/>
            </a:pPr>
            <a:fld id="{B5FE2A26-DC9F-42F1-A962-09E4BC9C80CA}" type="slidenum">
              <a:rPr lang="en-US" altLang="en-US" smtClean="0"/>
              <a:pPr>
                <a:defRPr/>
              </a:pPr>
              <a:t>14</a:t>
            </a:fld>
            <a:endParaRPr lang="en-US" altLang="en-US"/>
          </a:p>
        </p:txBody>
      </p:sp>
      <p:pic>
        <p:nvPicPr>
          <p:cNvPr id="4" name="Picture 3">
            <a:extLst>
              <a:ext uri="{FF2B5EF4-FFF2-40B4-BE49-F238E27FC236}">
                <a16:creationId xmlns:a16="http://schemas.microsoft.com/office/drawing/2014/main" id="{791A3D3A-519B-0BA3-233C-74FB669AFBF3}"/>
              </a:ext>
            </a:extLst>
          </p:cNvPr>
          <p:cNvPicPr>
            <a:picLocks noChangeAspect="1"/>
          </p:cNvPicPr>
          <p:nvPr/>
        </p:nvPicPr>
        <p:blipFill>
          <a:blip r:embed="rId3"/>
          <a:stretch>
            <a:fillRect/>
          </a:stretch>
        </p:blipFill>
        <p:spPr>
          <a:xfrm>
            <a:off x="1899648" y="1204602"/>
            <a:ext cx="8440328" cy="4448796"/>
          </a:xfrm>
          <a:prstGeom prst="rect">
            <a:avLst/>
          </a:prstGeom>
        </p:spPr>
      </p:pic>
    </p:spTree>
    <p:extLst>
      <p:ext uri="{BB962C8B-B14F-4D97-AF65-F5344CB8AC3E}">
        <p14:creationId xmlns:p14="http://schemas.microsoft.com/office/powerpoint/2010/main" val="3071889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1ACE4-3E1F-6BD6-3C22-CEAE406DEA2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F15095F-85F9-2FF0-D1C0-5DB7287A13CA}"/>
              </a:ext>
            </a:extLst>
          </p:cNvPr>
          <p:cNvSpPr>
            <a:spLocks noGrp="1"/>
          </p:cNvSpPr>
          <p:nvPr>
            <p:ph type="title"/>
          </p:nvPr>
        </p:nvSpPr>
        <p:spPr/>
        <p:txBody>
          <a:bodyPr/>
          <a:lstStyle/>
          <a:p>
            <a:pPr algn="l"/>
            <a:r>
              <a:rPr lang="en-US" altLang="en-US" b="1" dirty="0">
                <a:solidFill>
                  <a:schemeClr val="bg1"/>
                </a:solidFill>
                <a:latin typeface="Times New Roman" panose="02020603050405020304" pitchFamily="18" charset="0"/>
                <a:ea typeface="MS PGothic" panose="020B0600070205080204" pitchFamily="34" charset="-128"/>
                <a:cs typeface="Times New Roman" panose="02020603050405020304" pitchFamily="18" charset="0"/>
              </a:rPr>
              <a:t>Kubernetes Architecture Cont’d</a:t>
            </a:r>
          </a:p>
        </p:txBody>
      </p:sp>
      <p:sp>
        <p:nvSpPr>
          <p:cNvPr id="3" name="Slide Number Placeholder 2">
            <a:extLst>
              <a:ext uri="{FF2B5EF4-FFF2-40B4-BE49-F238E27FC236}">
                <a16:creationId xmlns:a16="http://schemas.microsoft.com/office/drawing/2014/main" id="{5DE78601-39E8-FF1C-E0B2-E3DAE14810E4}"/>
              </a:ext>
            </a:extLst>
          </p:cNvPr>
          <p:cNvSpPr>
            <a:spLocks noGrp="1"/>
          </p:cNvSpPr>
          <p:nvPr>
            <p:ph type="sldNum" sz="quarter" idx="12"/>
          </p:nvPr>
        </p:nvSpPr>
        <p:spPr/>
        <p:txBody>
          <a:bodyPr/>
          <a:lstStyle/>
          <a:p>
            <a:pPr>
              <a:defRPr/>
            </a:pPr>
            <a:fld id="{B5FE2A26-DC9F-42F1-A962-09E4BC9C80CA}" type="slidenum">
              <a:rPr lang="en-US" altLang="en-US" smtClean="0"/>
              <a:pPr>
                <a:defRPr/>
              </a:pPr>
              <a:t>15</a:t>
            </a:fld>
            <a:endParaRPr lang="en-US" altLang="en-US"/>
          </a:p>
        </p:txBody>
      </p:sp>
      <p:sp>
        <p:nvSpPr>
          <p:cNvPr id="2" name="Content Placeholder 1">
            <a:extLst>
              <a:ext uri="{FF2B5EF4-FFF2-40B4-BE49-F238E27FC236}">
                <a16:creationId xmlns:a16="http://schemas.microsoft.com/office/drawing/2014/main" id="{AB354DAB-D494-0A13-7245-22B1C531B191}"/>
              </a:ext>
            </a:extLst>
          </p:cNvPr>
          <p:cNvSpPr>
            <a:spLocks noGrp="1"/>
          </p:cNvSpPr>
          <p:nvPr>
            <p:ph idx="1"/>
          </p:nvPr>
        </p:nvSpPr>
        <p:spPr>
          <a:xfrm>
            <a:off x="100012" y="871287"/>
            <a:ext cx="12039600" cy="5758113"/>
          </a:xfrm>
        </p:spPr>
        <p:txBody>
          <a:bodyPr numCol="1"/>
          <a:lstStyle/>
          <a:p>
            <a:pPr marL="400050" indent="-342900" algn="just">
              <a:spcAft>
                <a:spcPts val="800"/>
              </a:spcAft>
            </a:pP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Pod</a:t>
            </a:r>
          </a:p>
          <a:p>
            <a:pPr marL="800094" lvl="1" indent="-342900" algn="just">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 Pod is the smallest and simplest unit in Kubernetes.</a:t>
            </a:r>
          </a:p>
          <a:p>
            <a:pPr marL="800094" lvl="1" indent="-342900" algn="just">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It consists one or more containers, storage, and a network identity into a single unit.</a:t>
            </a:r>
          </a:p>
          <a:p>
            <a:pPr marL="400050" indent="-342900" algn="just">
              <a:spcAft>
                <a:spcPts val="800"/>
              </a:spcAft>
            </a:pP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Node</a:t>
            </a:r>
          </a:p>
          <a:p>
            <a:pPr lvl="1" algn="just">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 node is a physical or virtual machine in the Kubernetes cluster that runs pods.</a:t>
            </a:r>
          </a:p>
          <a:p>
            <a:pPr algn="just">
              <a:spcAft>
                <a:spcPts val="800"/>
              </a:spcAft>
            </a:pP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Cluster</a:t>
            </a:r>
          </a:p>
          <a:p>
            <a:pPr lvl="1" algn="just">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 collection of nodes running containerized apps under Kubernetes management is known as a cluster. </a:t>
            </a:r>
          </a:p>
        </p:txBody>
      </p:sp>
    </p:spTree>
    <p:extLst>
      <p:ext uri="{BB962C8B-B14F-4D97-AF65-F5344CB8AC3E}">
        <p14:creationId xmlns:p14="http://schemas.microsoft.com/office/powerpoint/2010/main" val="2049790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83ABC-D4CF-0A70-00A0-7E5891906AB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79AC0C1-F7B6-4458-7947-BFC935987638}"/>
              </a:ext>
            </a:extLst>
          </p:cNvPr>
          <p:cNvSpPr>
            <a:spLocks noGrp="1"/>
          </p:cNvSpPr>
          <p:nvPr>
            <p:ph type="title"/>
          </p:nvPr>
        </p:nvSpPr>
        <p:spPr/>
        <p:txBody>
          <a:bodyPr/>
          <a:lstStyle/>
          <a:p>
            <a:pPr algn="l"/>
            <a:r>
              <a:rPr lang="en-US" altLang="en-US" b="1" dirty="0">
                <a:solidFill>
                  <a:schemeClr val="bg1"/>
                </a:solidFill>
                <a:latin typeface="Times New Roman" panose="02020603050405020304" pitchFamily="18" charset="0"/>
                <a:ea typeface="MS PGothic" panose="020B0600070205080204" pitchFamily="34" charset="-128"/>
                <a:cs typeface="Times New Roman" panose="02020603050405020304" pitchFamily="18" charset="0"/>
              </a:rPr>
              <a:t>Kubernetes Architecture Cont’d</a:t>
            </a:r>
          </a:p>
        </p:txBody>
      </p:sp>
      <p:sp>
        <p:nvSpPr>
          <p:cNvPr id="3" name="Slide Number Placeholder 2">
            <a:extLst>
              <a:ext uri="{FF2B5EF4-FFF2-40B4-BE49-F238E27FC236}">
                <a16:creationId xmlns:a16="http://schemas.microsoft.com/office/drawing/2014/main" id="{B05B38A1-67BC-9647-73B9-B7A176266510}"/>
              </a:ext>
            </a:extLst>
          </p:cNvPr>
          <p:cNvSpPr>
            <a:spLocks noGrp="1"/>
          </p:cNvSpPr>
          <p:nvPr>
            <p:ph type="sldNum" sz="quarter" idx="12"/>
          </p:nvPr>
        </p:nvSpPr>
        <p:spPr/>
        <p:txBody>
          <a:bodyPr/>
          <a:lstStyle/>
          <a:p>
            <a:pPr>
              <a:defRPr/>
            </a:pPr>
            <a:fld id="{B5FE2A26-DC9F-42F1-A962-09E4BC9C80CA}" type="slidenum">
              <a:rPr lang="en-US" altLang="en-US" smtClean="0"/>
              <a:pPr>
                <a:defRPr/>
              </a:pPr>
              <a:t>16</a:t>
            </a:fld>
            <a:endParaRPr lang="en-US" altLang="en-US"/>
          </a:p>
        </p:txBody>
      </p:sp>
      <p:sp>
        <p:nvSpPr>
          <p:cNvPr id="2" name="Content Placeholder 1">
            <a:extLst>
              <a:ext uri="{FF2B5EF4-FFF2-40B4-BE49-F238E27FC236}">
                <a16:creationId xmlns:a16="http://schemas.microsoft.com/office/drawing/2014/main" id="{4866902E-AE83-EA66-7AF2-B93F44CDBAE3}"/>
              </a:ext>
            </a:extLst>
          </p:cNvPr>
          <p:cNvSpPr>
            <a:spLocks noGrp="1"/>
          </p:cNvSpPr>
          <p:nvPr>
            <p:ph idx="1"/>
          </p:nvPr>
        </p:nvSpPr>
        <p:spPr>
          <a:xfrm>
            <a:off x="100012" y="871287"/>
            <a:ext cx="12039600" cy="5758113"/>
          </a:xfrm>
        </p:spPr>
        <p:txBody>
          <a:bodyPr numCol="1"/>
          <a:lstStyle/>
          <a:p>
            <a:pPr algn="just">
              <a:spcAft>
                <a:spcPts val="800"/>
              </a:spcAft>
            </a:pPr>
            <a:r>
              <a:rPr lang="en-US" sz="1800" b="1" u="sng"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Master Node</a:t>
            </a:r>
          </a:p>
          <a:p>
            <a:pPr lvl="1" algn="just">
              <a:spcAft>
                <a:spcPts val="800"/>
              </a:spcAft>
              <a:buFont typeface="Wingdings" panose="05000000000000000000" pitchFamily="2" charset="2"/>
              <a:buChar char="v"/>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master node keeps the cluster in the appropriate condition by coordinating with the other nodes and managing the cluster’s state. </a:t>
            </a:r>
          </a:p>
          <a:p>
            <a:pPr lvl="1" algn="just">
              <a:spcAft>
                <a:spcPts val="800"/>
              </a:spcAft>
              <a:buFont typeface="Wingdings" panose="05000000000000000000" pitchFamily="2" charset="2"/>
              <a:buChar char="v"/>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scheduler, controller manager, and API server are some of the parts that make up the master node.</a:t>
            </a:r>
          </a:p>
          <a:p>
            <a:pPr marL="800094" lvl="1" indent="-342900" algn="just">
              <a:spcAft>
                <a:spcPts val="800"/>
              </a:spcAft>
            </a:pPr>
            <a:r>
              <a:rPr lang="en-US" sz="16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API server</a:t>
            </a:r>
          </a:p>
          <a:p>
            <a:pPr marL="1200139" lvl="2" indent="-342900" algn="just">
              <a:spcAft>
                <a:spcPts val="800"/>
              </a:spcAft>
            </a:pPr>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API server is the front end of the Kubernetes control plane. </a:t>
            </a:r>
            <a:r>
              <a:rPr lang="en-US" sz="16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Clients can communicate with the Kubernetes system </a:t>
            </a:r>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thanks to the exposed Kubernetes API.</a:t>
            </a:r>
          </a:p>
          <a:p>
            <a:pPr marL="800094" lvl="1" indent="-342900" algn="just">
              <a:spcAft>
                <a:spcPts val="800"/>
              </a:spcAft>
            </a:pPr>
            <a:r>
              <a:rPr lang="en-US" sz="1600" b="1"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Etcd</a:t>
            </a:r>
            <a:endParaRPr lang="en-US" sz="16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1200139" lvl="2" indent="-342900" algn="just">
              <a:spcAft>
                <a:spcPts val="800"/>
              </a:spcAft>
            </a:pPr>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state of the Kubernetes cluster, including the desired state of the applications and the cluster’s configuration, is stored in </a:t>
            </a:r>
            <a:r>
              <a:rPr lang="en-US" sz="16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etcd</a:t>
            </a:r>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 </a:t>
            </a:r>
            <a:r>
              <a:rPr lang="en-US" sz="16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distributed key-value store</a:t>
            </a:r>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p>
          <a:p>
            <a:pPr marL="800094" lvl="1" indent="-342900" algn="just">
              <a:spcAft>
                <a:spcPts val="800"/>
              </a:spcAft>
            </a:pPr>
            <a:r>
              <a:rPr lang="en-US" sz="16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Controller Manager</a:t>
            </a:r>
          </a:p>
          <a:p>
            <a:pPr marL="1200139" lvl="2" indent="-342900" algn="just">
              <a:spcAft>
                <a:spcPts val="800"/>
              </a:spcAft>
            </a:pPr>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controller manager is in charge of making sure the cluster reaches the desired condition. Numerous controllers are included, such as the replication controller, which ensures that the appropriate number of pod replicas are always active.</a:t>
            </a:r>
          </a:p>
          <a:p>
            <a:pPr marL="800094" lvl="1" indent="-342900" algn="just">
              <a:spcAft>
                <a:spcPts val="800"/>
              </a:spcAft>
            </a:pPr>
            <a:r>
              <a:rPr lang="en-US" sz="16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Scheduler</a:t>
            </a:r>
          </a:p>
          <a:p>
            <a:pPr marL="1200139" lvl="2" indent="-342900" algn="just">
              <a:spcAft>
                <a:spcPts val="800"/>
              </a:spcAft>
            </a:pPr>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scheduler </a:t>
            </a:r>
            <a:r>
              <a:rPr lang="en-US" sz="16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schedules a pod’s execution on a cluster node </a:t>
            </a:r>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according to resource limits and other factors.</a:t>
            </a:r>
            <a:endParaRPr lang="en-US" sz="1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1682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6B8E-9E1E-9171-086D-C60AF45BB36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073A250-69F7-3196-CB60-E2B0658F918D}"/>
              </a:ext>
            </a:extLst>
          </p:cNvPr>
          <p:cNvSpPr>
            <a:spLocks noGrp="1"/>
          </p:cNvSpPr>
          <p:nvPr>
            <p:ph type="title"/>
          </p:nvPr>
        </p:nvSpPr>
        <p:spPr/>
        <p:txBody>
          <a:bodyPr/>
          <a:lstStyle/>
          <a:p>
            <a:pPr algn="l"/>
            <a:r>
              <a:rPr lang="en-US" altLang="en-US" b="1" dirty="0">
                <a:solidFill>
                  <a:schemeClr val="bg1"/>
                </a:solidFill>
                <a:latin typeface="Times New Roman" panose="02020603050405020304" pitchFamily="18" charset="0"/>
                <a:ea typeface="MS PGothic" panose="020B0600070205080204" pitchFamily="34" charset="-128"/>
                <a:cs typeface="Times New Roman" panose="02020603050405020304" pitchFamily="18" charset="0"/>
              </a:rPr>
              <a:t>Kubernetes Architecture Cont’d</a:t>
            </a:r>
          </a:p>
        </p:txBody>
      </p:sp>
      <p:sp>
        <p:nvSpPr>
          <p:cNvPr id="3" name="Slide Number Placeholder 2">
            <a:extLst>
              <a:ext uri="{FF2B5EF4-FFF2-40B4-BE49-F238E27FC236}">
                <a16:creationId xmlns:a16="http://schemas.microsoft.com/office/drawing/2014/main" id="{F32C3E1D-4A99-F461-0782-69F58EBAB108}"/>
              </a:ext>
            </a:extLst>
          </p:cNvPr>
          <p:cNvSpPr>
            <a:spLocks noGrp="1"/>
          </p:cNvSpPr>
          <p:nvPr>
            <p:ph type="sldNum" sz="quarter" idx="12"/>
          </p:nvPr>
        </p:nvSpPr>
        <p:spPr/>
        <p:txBody>
          <a:bodyPr/>
          <a:lstStyle/>
          <a:p>
            <a:pPr>
              <a:defRPr/>
            </a:pPr>
            <a:fld id="{B5FE2A26-DC9F-42F1-A962-09E4BC9C80CA}" type="slidenum">
              <a:rPr lang="en-US" altLang="en-US" smtClean="0"/>
              <a:pPr>
                <a:defRPr/>
              </a:pPr>
              <a:t>17</a:t>
            </a:fld>
            <a:endParaRPr lang="en-US" altLang="en-US"/>
          </a:p>
        </p:txBody>
      </p:sp>
      <p:sp>
        <p:nvSpPr>
          <p:cNvPr id="2" name="Content Placeholder 1">
            <a:extLst>
              <a:ext uri="{FF2B5EF4-FFF2-40B4-BE49-F238E27FC236}">
                <a16:creationId xmlns:a16="http://schemas.microsoft.com/office/drawing/2014/main" id="{0FBAD230-0AA2-6E25-4943-C7340EFB2F13}"/>
              </a:ext>
            </a:extLst>
          </p:cNvPr>
          <p:cNvSpPr>
            <a:spLocks noGrp="1"/>
          </p:cNvSpPr>
          <p:nvPr>
            <p:ph idx="1"/>
          </p:nvPr>
        </p:nvSpPr>
        <p:spPr>
          <a:xfrm>
            <a:off x="100012" y="871287"/>
            <a:ext cx="12039600" cy="5758113"/>
          </a:xfrm>
        </p:spPr>
        <p:txBody>
          <a:bodyPr numCol="1"/>
          <a:lstStyle/>
          <a:p>
            <a:pPr algn="just">
              <a:spcAft>
                <a:spcPts val="800"/>
              </a:spcAft>
            </a:pPr>
            <a:r>
              <a:rPr lang="en-US" sz="1800" b="1" u="sng"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Worker Node</a:t>
            </a:r>
          </a:p>
          <a:p>
            <a:pPr lvl="1" algn="just">
              <a:spcAft>
                <a:spcPts val="800"/>
              </a:spcAft>
              <a:buFont typeface="Wingdings" panose="05000000000000000000" pitchFamily="2" charset="2"/>
              <a:buChar char="v"/>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Worker nodes run containerized applications and maintain communication with the master node. Each node consists of the following components:</a:t>
            </a:r>
          </a:p>
          <a:p>
            <a:pPr marL="1142989" lvl="2" indent="-285750" algn="just">
              <a:spcAft>
                <a:spcPts val="800"/>
              </a:spcAft>
            </a:pP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Pod: </a:t>
            </a:r>
          </a:p>
          <a:p>
            <a:pPr marL="1142989" lvl="2" indent="-285750" algn="just">
              <a:spcAft>
                <a:spcPts val="800"/>
              </a:spcAft>
            </a:pPr>
            <a:r>
              <a:rPr lang="en-US" sz="1800" b="1"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Kubelet</a:t>
            </a: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p>
          <a:p>
            <a:pPr marL="1600183" lvl="3" indent="-285750" algn="just">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It is like </a:t>
            </a: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an agent that ensures containers </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are running in a pod as expected.</a:t>
            </a:r>
          </a:p>
          <a:p>
            <a:pPr marL="1600183" lvl="3" indent="-285750" algn="just">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Listens to Kubernetes master (</a:t>
            </a:r>
            <a:r>
              <a:rPr lang="en-US" sz="18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eg</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Pod creation request).</a:t>
            </a:r>
          </a:p>
          <a:p>
            <a:pPr marL="1600183" lvl="3" indent="-285750" algn="just">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Send success/Fail reports to master.</a:t>
            </a:r>
          </a:p>
          <a:p>
            <a:pPr marL="1600183" lvl="3" indent="-285750" algn="just">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Managing the containers and pods operating on each node in the cluster is done by a component known as the </a:t>
            </a:r>
            <a:r>
              <a:rPr lang="en-US" sz="18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kubelet</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To ensure the operating pods are in the desired state, the </a:t>
            </a:r>
            <a:r>
              <a:rPr lang="en-US" sz="18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kubelet</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communicates with the API server.</a:t>
            </a:r>
          </a:p>
          <a:p>
            <a:pPr marL="1142989" lvl="2" indent="-285750" algn="just">
              <a:spcAft>
                <a:spcPts val="800"/>
              </a:spcAft>
            </a:pP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Container Runtime: </a:t>
            </a:r>
          </a:p>
          <a:p>
            <a:pPr marL="1600183" lvl="3" indent="-285750" algn="just">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underlying software (e.g., Docker, </a:t>
            </a:r>
            <a:r>
              <a:rPr lang="en-US" sz="18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containerd</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that runs containers.</a:t>
            </a:r>
          </a:p>
          <a:p>
            <a:pPr marL="1600183" lvl="3" indent="-285750" algn="just">
              <a:spcAft>
                <a:spcPts val="800"/>
              </a:spcAft>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Kubernetes </a:t>
            </a: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can handle the containers operating on the nodes using a variety of container runtimes, including Docker or Container.</a:t>
            </a:r>
          </a:p>
        </p:txBody>
      </p:sp>
    </p:spTree>
    <p:extLst>
      <p:ext uri="{BB962C8B-B14F-4D97-AF65-F5344CB8AC3E}">
        <p14:creationId xmlns:p14="http://schemas.microsoft.com/office/powerpoint/2010/main" val="370606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8F9D8-36A7-2ECF-F42A-3F4AD142DEA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083CBDC-4381-E5C0-222F-DE3B2DA6E844}"/>
              </a:ext>
            </a:extLst>
          </p:cNvPr>
          <p:cNvSpPr>
            <a:spLocks noGrp="1"/>
          </p:cNvSpPr>
          <p:nvPr>
            <p:ph type="title"/>
          </p:nvPr>
        </p:nvSpPr>
        <p:spPr/>
        <p:txBody>
          <a:bodyPr/>
          <a:lstStyle/>
          <a:p>
            <a:pPr algn="l"/>
            <a:r>
              <a:rPr lang="en-US" altLang="en-US" b="1" dirty="0">
                <a:solidFill>
                  <a:schemeClr val="bg1"/>
                </a:solidFill>
                <a:latin typeface="Times New Roman" panose="02020603050405020304" pitchFamily="18" charset="0"/>
                <a:ea typeface="MS PGothic" panose="020B0600070205080204" pitchFamily="34" charset="-128"/>
                <a:cs typeface="Times New Roman" panose="02020603050405020304" pitchFamily="18" charset="0"/>
              </a:rPr>
              <a:t>Kubernetes Architecture Cont’d</a:t>
            </a:r>
          </a:p>
        </p:txBody>
      </p:sp>
      <p:sp>
        <p:nvSpPr>
          <p:cNvPr id="3" name="Slide Number Placeholder 2">
            <a:extLst>
              <a:ext uri="{FF2B5EF4-FFF2-40B4-BE49-F238E27FC236}">
                <a16:creationId xmlns:a16="http://schemas.microsoft.com/office/drawing/2014/main" id="{543E8B69-2B52-BC04-5226-68488BF19D9F}"/>
              </a:ext>
            </a:extLst>
          </p:cNvPr>
          <p:cNvSpPr>
            <a:spLocks noGrp="1"/>
          </p:cNvSpPr>
          <p:nvPr>
            <p:ph type="sldNum" sz="quarter" idx="12"/>
          </p:nvPr>
        </p:nvSpPr>
        <p:spPr/>
        <p:txBody>
          <a:bodyPr/>
          <a:lstStyle/>
          <a:p>
            <a:pPr>
              <a:defRPr/>
            </a:pPr>
            <a:fld id="{B5FE2A26-DC9F-42F1-A962-09E4BC9C80CA}" type="slidenum">
              <a:rPr lang="en-US" altLang="en-US" smtClean="0"/>
              <a:pPr>
                <a:defRPr/>
              </a:pPr>
              <a:t>18</a:t>
            </a:fld>
            <a:endParaRPr lang="en-US" altLang="en-US"/>
          </a:p>
        </p:txBody>
      </p:sp>
      <p:sp>
        <p:nvSpPr>
          <p:cNvPr id="2" name="Content Placeholder 1">
            <a:extLst>
              <a:ext uri="{FF2B5EF4-FFF2-40B4-BE49-F238E27FC236}">
                <a16:creationId xmlns:a16="http://schemas.microsoft.com/office/drawing/2014/main" id="{2082E22F-494D-A53E-AC84-10B4120AE49E}"/>
              </a:ext>
            </a:extLst>
          </p:cNvPr>
          <p:cNvSpPr>
            <a:spLocks noGrp="1"/>
          </p:cNvSpPr>
          <p:nvPr>
            <p:ph idx="1"/>
          </p:nvPr>
        </p:nvSpPr>
        <p:spPr>
          <a:xfrm>
            <a:off x="100012" y="871287"/>
            <a:ext cx="12039600" cy="5758113"/>
          </a:xfrm>
        </p:spPr>
        <p:txBody>
          <a:bodyPr numCol="1"/>
          <a:lstStyle/>
          <a:p>
            <a:pPr algn="just">
              <a:spcAft>
                <a:spcPts val="800"/>
              </a:spcAft>
            </a:pPr>
            <a:r>
              <a:rPr lang="en-US" sz="1800" b="1" u="sng"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Worker Node</a:t>
            </a:r>
          </a:p>
          <a:p>
            <a:pPr marL="1142989" lvl="2" indent="-285750" algn="just">
              <a:spcAft>
                <a:spcPts val="800"/>
              </a:spcAft>
            </a:pP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Kube-proxy</a:t>
            </a:r>
          </a:p>
          <a:p>
            <a:pPr lvl="3">
              <a:lnSpc>
                <a:spcPct val="107000"/>
              </a:lnSpc>
              <a:spcAft>
                <a:spcPts val="800"/>
              </a:spcAf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Assign IP to each pod.</a:t>
            </a:r>
          </a:p>
          <a:p>
            <a:pPr lvl="3">
              <a:lnSpc>
                <a:spcPct val="107000"/>
              </a:lnSpc>
              <a:spcAft>
                <a:spcPts val="800"/>
              </a:spcAf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It is required to assign IP addresses to Pods (dynamic)</a:t>
            </a:r>
          </a:p>
          <a:p>
            <a:pPr marL="1600183" lvl="3" indent="-285750">
              <a:lnSpc>
                <a:spcPct val="107000"/>
              </a:lnSpc>
              <a:spcAft>
                <a:spcPts val="800"/>
              </a:spcAf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Kube-proxy runs on each node &amp; this makes sure that each pod will get its unique IP Address.</a:t>
            </a:r>
          </a:p>
        </p:txBody>
      </p:sp>
    </p:spTree>
    <p:extLst>
      <p:ext uri="{BB962C8B-B14F-4D97-AF65-F5344CB8AC3E}">
        <p14:creationId xmlns:p14="http://schemas.microsoft.com/office/powerpoint/2010/main" val="37708711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74FFE-423F-9179-5E10-82ABB85AEF5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39FD6B4-FBAA-0948-9261-988140D80434}"/>
              </a:ext>
            </a:extLst>
          </p:cNvPr>
          <p:cNvSpPr>
            <a:spLocks noGrp="1"/>
          </p:cNvSpPr>
          <p:nvPr>
            <p:ph type="title"/>
          </p:nvPr>
        </p:nvSpPr>
        <p:spPr/>
        <p:txBody>
          <a:bodyPr/>
          <a:lstStyle/>
          <a:p>
            <a:pPr algn="l"/>
            <a:r>
              <a:rPr lang="en-US" altLang="en-US" b="1" dirty="0">
                <a:solidFill>
                  <a:schemeClr val="bg1"/>
                </a:solidFill>
                <a:latin typeface="Times New Roman" panose="02020603050405020304" pitchFamily="18" charset="0"/>
                <a:ea typeface="MS PGothic" panose="020B0600070205080204" pitchFamily="34" charset="-128"/>
                <a:cs typeface="Times New Roman" panose="02020603050405020304" pitchFamily="18" charset="0"/>
              </a:rPr>
              <a:t>Advantages</a:t>
            </a:r>
          </a:p>
        </p:txBody>
      </p:sp>
      <p:sp>
        <p:nvSpPr>
          <p:cNvPr id="3" name="Slide Number Placeholder 2">
            <a:extLst>
              <a:ext uri="{FF2B5EF4-FFF2-40B4-BE49-F238E27FC236}">
                <a16:creationId xmlns:a16="http://schemas.microsoft.com/office/drawing/2014/main" id="{4F6451B2-67A7-BBF5-D769-5AE6AAF15907}"/>
              </a:ext>
            </a:extLst>
          </p:cNvPr>
          <p:cNvSpPr>
            <a:spLocks noGrp="1"/>
          </p:cNvSpPr>
          <p:nvPr>
            <p:ph type="sldNum" sz="quarter" idx="12"/>
          </p:nvPr>
        </p:nvSpPr>
        <p:spPr/>
        <p:txBody>
          <a:bodyPr/>
          <a:lstStyle/>
          <a:p>
            <a:pPr>
              <a:defRPr/>
            </a:pPr>
            <a:fld id="{B5FE2A26-DC9F-42F1-A962-09E4BC9C80CA}" type="slidenum">
              <a:rPr lang="en-US" altLang="en-US" smtClean="0"/>
              <a:pPr>
                <a:defRPr/>
              </a:pPr>
              <a:t>19</a:t>
            </a:fld>
            <a:endParaRPr lang="en-US" altLang="en-US"/>
          </a:p>
        </p:txBody>
      </p:sp>
      <p:sp>
        <p:nvSpPr>
          <p:cNvPr id="2" name="Content Placeholder 1">
            <a:extLst>
              <a:ext uri="{FF2B5EF4-FFF2-40B4-BE49-F238E27FC236}">
                <a16:creationId xmlns:a16="http://schemas.microsoft.com/office/drawing/2014/main" id="{722B4B24-918A-0DAC-34A1-550723C5E940}"/>
              </a:ext>
            </a:extLst>
          </p:cNvPr>
          <p:cNvSpPr>
            <a:spLocks noGrp="1"/>
          </p:cNvSpPr>
          <p:nvPr>
            <p:ph idx="1"/>
          </p:nvPr>
        </p:nvSpPr>
        <p:spPr>
          <a:xfrm>
            <a:off x="100012" y="871287"/>
            <a:ext cx="12039600" cy="5758113"/>
          </a:xfrm>
        </p:spPr>
        <p:txBody>
          <a:bodyPr numCol="1"/>
          <a:lstStyle/>
          <a:p>
            <a:pPr algn="just">
              <a:lnSpc>
                <a:spcPct val="150000"/>
              </a:lnSpc>
              <a:spcAft>
                <a:spcPts val="800"/>
              </a:spcAft>
            </a:pP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Scalability:</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Kubernetes enables businesses to scale up their application up or down fast in response to demand, ensuring that they have adequate resources to deal with traffic surges and aren’t paying for resources that aren’t being used, also.</a:t>
            </a:r>
          </a:p>
          <a:p>
            <a:pPr algn="just">
              <a:lnSpc>
                <a:spcPct val="150000"/>
              </a:lnSpc>
              <a:spcAft>
                <a:spcPts val="800"/>
              </a:spcAft>
            </a:pP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Resilience:</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Kubernetes has features already built to handle failures, such as automatic container restarts and node replacement.</a:t>
            </a:r>
          </a:p>
          <a:p>
            <a:pPr algn="just">
              <a:lnSpc>
                <a:spcPct val="150000"/>
              </a:lnSpc>
              <a:spcAft>
                <a:spcPts val="800"/>
              </a:spcAft>
            </a:pP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Portability: </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Kubernetes simplifies moving applications between cloud providers or on-premises data </a:t>
            </a:r>
            <a:r>
              <a:rPr lang="en-US" sz="18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centres</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by offering a standard API for deploying and managing containers across various environments.</a:t>
            </a:r>
          </a:p>
          <a:p>
            <a:pPr algn="just">
              <a:lnSpc>
                <a:spcPct val="150000"/>
              </a:lnSpc>
              <a:spcAft>
                <a:spcPts val="800"/>
              </a:spcAft>
            </a:pP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Automation: </a:t>
            </a: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Kubernetes automates various container deployment and management operations, including load balancing, service discovery, and rolling updates.</a:t>
            </a:r>
          </a:p>
        </p:txBody>
      </p:sp>
    </p:spTree>
    <p:extLst>
      <p:ext uri="{BB962C8B-B14F-4D97-AF65-F5344CB8AC3E}">
        <p14:creationId xmlns:p14="http://schemas.microsoft.com/office/powerpoint/2010/main" val="42787020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BEA9F-8A85-E355-546F-920A1C6020D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81CC23E-DCAA-58B5-F469-3E7BC07A2952}"/>
              </a:ext>
            </a:extLst>
          </p:cNvPr>
          <p:cNvSpPr>
            <a:spLocks noGrp="1"/>
          </p:cNvSpPr>
          <p:nvPr>
            <p:ph type="title"/>
          </p:nvPr>
        </p:nvSpPr>
        <p:spPr/>
        <p:txBody>
          <a:bodyPr/>
          <a:lstStyle/>
          <a:p>
            <a:pPr algn="l"/>
            <a:r>
              <a:rPr lang="en-US" altLang="en-US" b="1" dirty="0">
                <a:solidFill>
                  <a:schemeClr val="bg1"/>
                </a:solidFill>
                <a:latin typeface="Times New Roman" panose="02020603050405020304" pitchFamily="18" charset="0"/>
                <a:ea typeface="MS PGothic" panose="020B0600070205080204" pitchFamily="34" charset="-128"/>
                <a:cs typeface="Times New Roman" panose="02020603050405020304" pitchFamily="18" charset="0"/>
              </a:rPr>
              <a:t>Key Points</a:t>
            </a:r>
          </a:p>
        </p:txBody>
      </p:sp>
      <p:sp>
        <p:nvSpPr>
          <p:cNvPr id="3" name="Slide Number Placeholder 2">
            <a:extLst>
              <a:ext uri="{FF2B5EF4-FFF2-40B4-BE49-F238E27FC236}">
                <a16:creationId xmlns:a16="http://schemas.microsoft.com/office/drawing/2014/main" id="{3550EB65-09B1-99CA-7FF2-89F3D24A28C7}"/>
              </a:ext>
            </a:extLst>
          </p:cNvPr>
          <p:cNvSpPr>
            <a:spLocks noGrp="1"/>
          </p:cNvSpPr>
          <p:nvPr>
            <p:ph type="sldNum" sz="quarter" idx="12"/>
          </p:nvPr>
        </p:nvSpPr>
        <p:spPr/>
        <p:txBody>
          <a:bodyPr/>
          <a:lstStyle/>
          <a:p>
            <a:pPr>
              <a:defRPr/>
            </a:pPr>
            <a:fld id="{B5FE2A26-DC9F-42F1-A962-09E4BC9C80CA}" type="slidenum">
              <a:rPr lang="en-US" altLang="en-US" smtClean="0"/>
              <a:pPr>
                <a:defRPr/>
              </a:pPr>
              <a:t>20</a:t>
            </a:fld>
            <a:endParaRPr lang="en-US" altLang="en-US"/>
          </a:p>
        </p:txBody>
      </p:sp>
      <p:sp>
        <p:nvSpPr>
          <p:cNvPr id="2" name="Content Placeholder 1">
            <a:extLst>
              <a:ext uri="{FF2B5EF4-FFF2-40B4-BE49-F238E27FC236}">
                <a16:creationId xmlns:a16="http://schemas.microsoft.com/office/drawing/2014/main" id="{3999A8DC-4D45-3A8E-FD62-8510650C6497}"/>
              </a:ext>
            </a:extLst>
          </p:cNvPr>
          <p:cNvSpPr>
            <a:spLocks noGrp="1"/>
          </p:cNvSpPr>
          <p:nvPr>
            <p:ph idx="1"/>
          </p:nvPr>
        </p:nvSpPr>
        <p:spPr>
          <a:xfrm>
            <a:off x="100012" y="871287"/>
            <a:ext cx="12039600" cy="5758113"/>
          </a:xfrm>
        </p:spPr>
        <p:txBody>
          <a:bodyPr numCol="1"/>
          <a:lstStyle/>
          <a:p>
            <a:pPr algn="just">
              <a:lnSpc>
                <a:spcPct val="150000"/>
              </a:lnSpc>
              <a:spcAft>
                <a:spcPts val="800"/>
              </a:spcAft>
            </a:pPr>
            <a:r>
              <a:rPr lang="en-US" sz="1800" dirty="0">
                <a:latin typeface="Times New Roman" panose="02020603050405020304" pitchFamily="18" charset="0"/>
                <a:cs typeface="Times New Roman" panose="02020603050405020304" pitchFamily="18" charset="0"/>
              </a:rPr>
              <a:t>Pod is the smallest unit in Kubernetes.</a:t>
            </a:r>
          </a:p>
          <a:p>
            <a:pPr algn="just">
              <a:lnSpc>
                <a:spcPct val="150000"/>
              </a:lnSpc>
              <a:spcAft>
                <a:spcPts val="800"/>
              </a:spcAft>
            </a:pPr>
            <a:r>
              <a:rPr lang="en-US" sz="1800" dirty="0">
                <a:latin typeface="Times New Roman" panose="02020603050405020304" pitchFamily="18" charset="0"/>
                <a:cs typeface="Times New Roman" panose="02020603050405020304" pitchFamily="18" charset="0"/>
              </a:rPr>
              <a:t>POD is a group of one or more containers that are deployed together on the same host.</a:t>
            </a:r>
          </a:p>
          <a:p>
            <a:pPr algn="just">
              <a:lnSpc>
                <a:spcPct val="150000"/>
              </a:lnSpc>
              <a:spcAft>
                <a:spcPts val="800"/>
              </a:spcAft>
            </a:pPr>
            <a:r>
              <a:rPr lang="en-US" sz="1800" dirty="0">
                <a:latin typeface="Times New Roman" panose="02020603050405020304" pitchFamily="18" charset="0"/>
                <a:cs typeface="Times New Roman" panose="02020603050405020304" pitchFamily="18" charset="0"/>
              </a:rPr>
              <a:t>A cluster is a group of nodes.</a:t>
            </a:r>
          </a:p>
          <a:p>
            <a:pPr algn="just">
              <a:lnSpc>
                <a:spcPct val="150000"/>
              </a:lnSpc>
              <a:spcAft>
                <a:spcPts val="800"/>
              </a:spcAft>
            </a:pPr>
            <a:r>
              <a:rPr lang="en-US" sz="1800" dirty="0">
                <a:latin typeface="Times New Roman" panose="02020603050405020304" pitchFamily="18" charset="0"/>
                <a:cs typeface="Times New Roman" panose="02020603050405020304" pitchFamily="18" charset="0"/>
              </a:rPr>
              <a:t>A cluster has at least one worker node and a master node.</a:t>
            </a:r>
          </a:p>
          <a:p>
            <a:pPr algn="just">
              <a:lnSpc>
                <a:spcPct val="150000"/>
              </a:lnSpc>
              <a:spcAft>
                <a:spcPts val="800"/>
              </a:spcAft>
            </a:pPr>
            <a:r>
              <a:rPr lang="en-US" sz="1800" dirty="0">
                <a:latin typeface="Times New Roman" panose="02020603050405020304" pitchFamily="18" charset="0"/>
                <a:cs typeface="Times New Roman" panose="02020603050405020304" pitchFamily="18" charset="0"/>
              </a:rPr>
              <a:t>In Kubernetes, the control unit is the POD, not the containers.</a:t>
            </a:r>
          </a:p>
          <a:p>
            <a:pPr algn="just">
              <a:lnSpc>
                <a:spcPct val="150000"/>
              </a:lnSpc>
              <a:spcAft>
                <a:spcPts val="800"/>
              </a:spcAft>
            </a:pPr>
            <a:r>
              <a:rPr lang="en-US" sz="1800" dirty="0">
                <a:latin typeface="Times New Roman" panose="02020603050405020304" pitchFamily="18" charset="0"/>
                <a:cs typeface="Times New Roman" panose="02020603050405020304" pitchFamily="18" charset="0"/>
              </a:rPr>
              <a:t>Consist of one or more tightly coupled containers.</a:t>
            </a:r>
          </a:p>
          <a:p>
            <a:pPr algn="just">
              <a:lnSpc>
                <a:spcPct val="150000"/>
              </a:lnSpc>
              <a:spcAft>
                <a:spcPts val="800"/>
              </a:spcAft>
            </a:pPr>
            <a:r>
              <a:rPr lang="en-US" sz="1800" dirty="0">
                <a:latin typeface="Times New Roman" panose="02020603050405020304" pitchFamily="18" charset="0"/>
                <a:cs typeface="Times New Roman" panose="02020603050405020304" pitchFamily="18" charset="0"/>
              </a:rPr>
              <a:t>POD runs on a node, which is controlled by the master.</a:t>
            </a:r>
          </a:p>
          <a:p>
            <a:pPr algn="just">
              <a:lnSpc>
                <a:spcPct val="150000"/>
              </a:lnSpc>
              <a:spcAft>
                <a:spcPts val="800"/>
              </a:spcAft>
            </a:pPr>
            <a:r>
              <a:rPr lang="en-US" sz="1800" dirty="0">
                <a:latin typeface="Times New Roman" panose="02020603050405020304" pitchFamily="18" charset="0"/>
                <a:cs typeface="Times New Roman" panose="02020603050405020304" pitchFamily="18" charset="0"/>
              </a:rPr>
              <a:t>Kubernetes only knows about PODs (Does not know about individual containers).</a:t>
            </a:r>
          </a:p>
          <a:p>
            <a:pPr algn="just">
              <a:lnSpc>
                <a:spcPct val="150000"/>
              </a:lnSpc>
              <a:spcAft>
                <a:spcPts val="800"/>
              </a:spcAft>
            </a:pPr>
            <a:r>
              <a:rPr lang="en-US" sz="1800" dirty="0">
                <a:latin typeface="Times New Roman" panose="02020603050405020304" pitchFamily="18" charset="0"/>
                <a:cs typeface="Times New Roman" panose="02020603050405020304" pitchFamily="18" charset="0"/>
              </a:rPr>
              <a:t>Cannot start containers without a POD.</a:t>
            </a:r>
          </a:p>
        </p:txBody>
      </p:sp>
    </p:spTree>
    <p:extLst>
      <p:ext uri="{BB962C8B-B14F-4D97-AF65-F5344CB8AC3E}">
        <p14:creationId xmlns:p14="http://schemas.microsoft.com/office/powerpoint/2010/main" val="23570238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54DD0-F19A-807F-E27F-9EBBC86F006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F55BED0-2476-A6BD-4358-4E886C0FC82F}"/>
              </a:ext>
            </a:extLst>
          </p:cNvPr>
          <p:cNvSpPr>
            <a:spLocks noGrp="1"/>
          </p:cNvSpPr>
          <p:nvPr>
            <p:ph type="title"/>
          </p:nvPr>
        </p:nvSpPr>
        <p:spPr/>
        <p:txBody>
          <a:bodyPr/>
          <a:lstStyle/>
          <a:p>
            <a:pPr algn="l"/>
            <a:r>
              <a:rPr lang="en-US" altLang="en-US" b="1" dirty="0">
                <a:solidFill>
                  <a:schemeClr val="bg1"/>
                </a:solidFill>
                <a:latin typeface="Times New Roman" panose="02020603050405020304" pitchFamily="18" charset="0"/>
                <a:ea typeface="MS PGothic" panose="020B0600070205080204" pitchFamily="34" charset="-128"/>
                <a:cs typeface="Times New Roman" panose="02020603050405020304" pitchFamily="18" charset="0"/>
              </a:rPr>
              <a:t> </a:t>
            </a:r>
          </a:p>
        </p:txBody>
      </p:sp>
      <p:sp>
        <p:nvSpPr>
          <p:cNvPr id="6147" name="Content Placeholder 2">
            <a:extLst>
              <a:ext uri="{FF2B5EF4-FFF2-40B4-BE49-F238E27FC236}">
                <a16:creationId xmlns:a16="http://schemas.microsoft.com/office/drawing/2014/main" id="{8557B191-95A3-2631-4791-01BC2B105872}"/>
              </a:ext>
            </a:extLst>
          </p:cNvPr>
          <p:cNvSpPr>
            <a:spLocks noGrp="1"/>
          </p:cNvSpPr>
          <p:nvPr>
            <p:ph idx="1"/>
          </p:nvPr>
        </p:nvSpPr>
        <p:spPr>
          <a:xfrm>
            <a:off x="100012" y="990600"/>
            <a:ext cx="12039600" cy="5638800"/>
          </a:xfrm>
        </p:spPr>
        <p:txBody>
          <a:bodyPr numCol="1"/>
          <a:lstStyle/>
          <a:p>
            <a:pPr marL="0" indent="0" algn="ctr">
              <a:lnSpc>
                <a:spcPct val="150000"/>
              </a:lnSpc>
              <a:buNone/>
            </a:pPr>
            <a:endParaRPr lang="en-US" altLang="en-US" sz="2000" b="1" dirty="0">
              <a:latin typeface="Times New Roman" panose="02020603050405020304" pitchFamily="18" charset="0"/>
              <a:ea typeface="MS PGothic" panose="020B0600070205080204" pitchFamily="34" charset="-128"/>
              <a:cs typeface="Times New Roman" panose="02020603050405020304" pitchFamily="18" charset="0"/>
            </a:endParaRPr>
          </a:p>
          <a:p>
            <a:pPr marL="0" indent="0" algn="ctr">
              <a:lnSpc>
                <a:spcPct val="150000"/>
              </a:lnSpc>
              <a:buNone/>
            </a:pPr>
            <a:endParaRPr lang="en-US" altLang="en-US" sz="2000" b="1" dirty="0">
              <a:latin typeface="Times New Roman" panose="02020603050405020304" pitchFamily="18" charset="0"/>
              <a:ea typeface="MS PGothic" panose="020B0600070205080204" pitchFamily="34" charset="-128"/>
              <a:cs typeface="Times New Roman" panose="02020603050405020304" pitchFamily="18" charset="0"/>
            </a:endParaRPr>
          </a:p>
          <a:p>
            <a:pPr marL="0" indent="0" algn="ctr">
              <a:lnSpc>
                <a:spcPct val="150000"/>
              </a:lnSpc>
              <a:buNone/>
            </a:pPr>
            <a:endParaRPr lang="en-US" altLang="en-US" sz="2000" b="1" dirty="0">
              <a:latin typeface="Times New Roman" panose="02020603050405020304" pitchFamily="18" charset="0"/>
              <a:ea typeface="MS PGothic" panose="020B0600070205080204" pitchFamily="34" charset="-128"/>
              <a:cs typeface="Times New Roman" panose="02020603050405020304" pitchFamily="18" charset="0"/>
            </a:endParaRPr>
          </a:p>
          <a:p>
            <a:pPr marL="0" indent="0" algn="ctr">
              <a:lnSpc>
                <a:spcPct val="150000"/>
              </a:lnSpc>
              <a:buNone/>
            </a:pPr>
            <a:r>
              <a:rPr lang="en-US" altLang="en-US" sz="6000" b="1" dirty="0">
                <a:latin typeface="Times New Roman" panose="02020603050405020304" pitchFamily="18" charset="0"/>
                <a:ea typeface="MS PGothic" panose="020B0600070205080204" pitchFamily="34" charset="-128"/>
                <a:cs typeface="Times New Roman" panose="02020603050405020304" pitchFamily="18" charset="0"/>
              </a:rPr>
              <a:t>Thank</a:t>
            </a:r>
            <a:r>
              <a:rPr lang="en-US" altLang="en-US" sz="4800" b="1" dirty="0">
                <a:latin typeface="Times New Roman" panose="02020603050405020304" pitchFamily="18" charset="0"/>
                <a:ea typeface="MS PGothic" panose="020B0600070205080204" pitchFamily="34" charset="-128"/>
                <a:cs typeface="Times New Roman" panose="02020603050405020304" pitchFamily="18" charset="0"/>
              </a:rPr>
              <a:t> You</a:t>
            </a:r>
            <a:endParaRPr lang="en-US" altLang="en-US" sz="4800" dirty="0">
              <a:latin typeface="Times New Roman" panose="02020603050405020304" pitchFamily="18" charset="0"/>
              <a:ea typeface="MS PGothic" panose="020B0600070205080204" pitchFamily="34" charset="-128"/>
              <a:cs typeface="Times New Roman" panose="02020603050405020304" pitchFamily="18" charset="0"/>
            </a:endParaRPr>
          </a:p>
          <a:p>
            <a:pPr algn="just">
              <a:lnSpc>
                <a:spcPct val="150000"/>
              </a:lnSpc>
            </a:pPr>
            <a:endParaRPr lang="en-US" altLang="en-US" sz="2000" dirty="0">
              <a:latin typeface="Times New Roman" panose="02020603050405020304" pitchFamily="18" charset="0"/>
              <a:ea typeface="MS PGothic" panose="020B0600070205080204" pitchFamily="34" charset="-128"/>
              <a:cs typeface="Times New Roman" panose="02020603050405020304" pitchFamily="18" charset="0"/>
            </a:endParaRPr>
          </a:p>
          <a:p>
            <a:pPr algn="just">
              <a:lnSpc>
                <a:spcPct val="150000"/>
              </a:lnSpc>
            </a:pPr>
            <a:endParaRPr lang="en-US" altLang="en-US" sz="2000" dirty="0">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3" name="Slide Number Placeholder 2">
            <a:extLst>
              <a:ext uri="{FF2B5EF4-FFF2-40B4-BE49-F238E27FC236}">
                <a16:creationId xmlns:a16="http://schemas.microsoft.com/office/drawing/2014/main" id="{D6778669-CF82-51E8-5955-F88FE49CC5BC}"/>
              </a:ext>
            </a:extLst>
          </p:cNvPr>
          <p:cNvSpPr>
            <a:spLocks noGrp="1"/>
          </p:cNvSpPr>
          <p:nvPr>
            <p:ph type="sldNum" sz="quarter" idx="12"/>
          </p:nvPr>
        </p:nvSpPr>
        <p:spPr/>
        <p:txBody>
          <a:bodyPr/>
          <a:lstStyle/>
          <a:p>
            <a:pPr>
              <a:defRPr/>
            </a:pPr>
            <a:fld id="{B5FE2A26-DC9F-42F1-A962-09E4BC9C80CA}" type="slidenum">
              <a:rPr lang="en-US" altLang="en-US" smtClean="0"/>
              <a:pPr>
                <a:defRPr/>
              </a:pPr>
              <a:t>21</a:t>
            </a:fld>
            <a:endParaRPr lang="en-US" altLang="en-US"/>
          </a:p>
        </p:txBody>
      </p:sp>
    </p:spTree>
    <p:extLst>
      <p:ext uri="{BB962C8B-B14F-4D97-AF65-F5344CB8AC3E}">
        <p14:creationId xmlns:p14="http://schemas.microsoft.com/office/powerpoint/2010/main" val="23158653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37770</TotalTime>
  <Words>1606</Words>
  <Application>Microsoft Office PowerPoint</Application>
  <PresentationFormat>Custom</PresentationFormat>
  <Paragraphs>154</Paragraphs>
  <Slides>21</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Times New Roman</vt:lpstr>
      <vt:lpstr>Wingdings</vt:lpstr>
      <vt:lpstr>Office Theme</vt:lpstr>
      <vt:lpstr>PowerPoint Presentation</vt:lpstr>
      <vt:lpstr>Docker </vt:lpstr>
      <vt:lpstr>Docker                Cont’d</vt:lpstr>
      <vt:lpstr>Docker              Cont’d</vt:lpstr>
      <vt:lpstr>Docker               Cont’d</vt:lpstr>
      <vt:lpstr>Docker                Architecture</vt:lpstr>
      <vt:lpstr>Docker                Architecture</vt:lpstr>
      <vt:lpstr>Docker              vs. Virtual Machine</vt:lpstr>
      <vt:lpstr>Docker              vs. Virtual Machine</vt:lpstr>
      <vt:lpstr>Docker                vs. Virtual Machine</vt:lpstr>
      <vt:lpstr>Kubernetes (K8s)</vt:lpstr>
      <vt:lpstr>Kubernetes Architecture</vt:lpstr>
      <vt:lpstr>Kubernetes Architecture Cont’d</vt:lpstr>
      <vt:lpstr>Kubernetes Architecture Cont’d</vt:lpstr>
      <vt:lpstr>Kubernetes Architecture Cont’d</vt:lpstr>
      <vt:lpstr>Kubernetes Architecture Cont’d</vt:lpstr>
      <vt:lpstr>Kubernetes Architecture Cont’d</vt:lpstr>
      <vt:lpstr>Kubernetes Architecture Cont’d</vt:lpstr>
      <vt:lpstr>Advantages</vt:lpstr>
      <vt:lpstr>Key Points</vt:lpstr>
      <vt:lpstr> </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pummy dhiman</cp:lastModifiedBy>
  <cp:revision>2652</cp:revision>
  <dcterms:created xsi:type="dcterms:W3CDTF">2010-04-09T07:36:15Z</dcterms:created>
  <dcterms:modified xsi:type="dcterms:W3CDTF">2025-11-03T10:21:33Z</dcterms:modified>
</cp:coreProperties>
</file>