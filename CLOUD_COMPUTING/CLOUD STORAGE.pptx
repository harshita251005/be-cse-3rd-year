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8231175" cx="143303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593">
          <p15:clr>
            <a:srgbClr val="A4A3A4"/>
          </p15:clr>
        </p15:guide>
        <p15:guide id="4" pos="4579">
          <p15:clr>
            <a:srgbClr val="A4A3A4"/>
          </p15:clr>
        </p15:guide>
        <p15:guide id="5" orient="horz" pos="2079">
          <p15:clr>
            <a:srgbClr val="A4A3A4"/>
          </p15:clr>
        </p15:guide>
        <p15:guide id="6" orient="horz" pos="2496">
          <p15:clr>
            <a:srgbClr val="A4A3A4"/>
          </p15:clr>
        </p15:guide>
        <p15:guide id="7" orient="horz" pos="2245">
          <p15:clr>
            <a:srgbClr val="A4A3A4"/>
          </p15:clr>
        </p15:guide>
        <p15:guide id="8" orient="horz" pos="2694">
          <p15:clr>
            <a:srgbClr val="A4A3A4"/>
          </p15:clr>
        </p15:guide>
        <p15:guide id="9" orient="horz" pos="2162">
          <p15:clr>
            <a:srgbClr val="A4A3A4"/>
          </p15:clr>
        </p15:guide>
        <p15:guide id="10" orient="horz" pos="2594">
          <p15:clr>
            <a:srgbClr val="A4A3A4"/>
          </p15:clr>
        </p15:guide>
        <p15:guide id="11" pos="3785">
          <p15:clr>
            <a:srgbClr val="A4A3A4"/>
          </p15:clr>
        </p15:guide>
        <p15:guide id="12" pos="4514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iTm8AkRsA1lsaRiQhZNIso/4rS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93" orient="horz"/>
        <p:guide pos="4579"/>
        <p:guide pos="2079" orient="horz"/>
        <p:guide pos="2496" orient="horz"/>
        <p:guide pos="2245" orient="horz"/>
        <p:guide pos="2694" orient="horz"/>
        <p:guide pos="2162" orient="horz"/>
        <p:guide pos="2594" orient="horz"/>
        <p:guide pos="3785"/>
        <p:guide pos="451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gif" id="25" name="Google Shape;25;p11"/>
          <p:cNvPicPr preferRelativeResize="0"/>
          <p:nvPr/>
        </p:nvPicPr>
        <p:blipFill rotWithShape="1">
          <a:blip r:embed="rId2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11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7" name="Google Shape;27;p11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8" name="Google Shape;28;p11"/>
            <p:cNvPicPr preferRelativeResize="0"/>
            <p:nvPr/>
          </p:nvPicPr>
          <p:blipFill rotWithShape="1">
            <a:blip r:embed="rId2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11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30" name="Google Shape;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1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ctrTitle"/>
          </p:nvPr>
        </p:nvSpPr>
        <p:spPr>
          <a:xfrm>
            <a:off x="10" y="3"/>
            <a:ext cx="8598218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subTitle"/>
          </p:nvPr>
        </p:nvSpPr>
        <p:spPr>
          <a:xfrm>
            <a:off x="835942" y="1646241"/>
            <a:ext cx="12777907" cy="5670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3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6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0"/>
          <p:cNvSpPr/>
          <p:nvPr/>
        </p:nvSpPr>
        <p:spPr>
          <a:xfrm>
            <a:off x="6" y="2"/>
            <a:ext cx="14330363" cy="1006034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0"/>
          <p:cNvSpPr/>
          <p:nvPr/>
        </p:nvSpPr>
        <p:spPr>
          <a:xfrm flipH="1" rot="10800000">
            <a:off x="6" y="8048276"/>
            <a:ext cx="14330363" cy="2377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gif" id="17" name="Google Shape;17;p10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8" name="Google Shape;18;p10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0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0" name="Google Shape;20;p10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1" name="Google Shape;21;p10"/>
            <p:cNvPicPr preferRelativeResize="0"/>
            <p:nvPr/>
          </p:nvPicPr>
          <p:blipFill rotWithShape="1">
            <a:blip r:embed="rId1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10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3" name="Google Shape;2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/>
        </p:nvSpPr>
        <p:spPr>
          <a:xfrm>
            <a:off x="3134773" y="7036631"/>
            <a:ext cx="81503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 Institute of Engineering and Technology,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Punjab, India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3205359" y="6477391"/>
            <a:ext cx="7830086" cy="5592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1782613" y="2024154"/>
            <a:ext cx="881156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CLOUD STORAGE </a:t>
            </a:r>
            <a:endParaRPr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3583781" y="3865685"/>
            <a:ext cx="8534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Engineering- Computer Science &amp; Engineering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5204653" y="4892639"/>
            <a:ext cx="3531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Computing (CC)(2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3C</a:t>
            </a: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S0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09</a:t>
            </a: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5031581" y="5631350"/>
            <a:ext cx="47954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/>
        </p:nvSpPr>
        <p:spPr>
          <a:xfrm>
            <a:off x="611981" y="153194"/>
            <a:ext cx="71925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7381" y="1296194"/>
            <a:ext cx="10972800" cy="6315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916781" y="197128"/>
            <a:ext cx="71925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3149" y="1387461"/>
            <a:ext cx="8958832" cy="6468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230981" y="2"/>
            <a:ext cx="991969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/>
          </a:p>
        </p:txBody>
      </p:sp>
      <p:sp>
        <p:nvSpPr>
          <p:cNvPr id="77" name="Google Shape;77;p4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5981" y="1296454"/>
            <a:ext cx="9753600" cy="6325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 b="1" i="1"/>
          </a:p>
        </p:txBody>
      </p:sp>
      <p:pic>
        <p:nvPicPr>
          <p:cNvPr id="84" name="Google Shape;84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1681" y="1186656"/>
            <a:ext cx="10286999" cy="58578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/>
          </a:p>
        </p:txBody>
      </p:sp>
      <p:sp>
        <p:nvSpPr>
          <p:cNvPr id="91" name="Google Shape;91;p6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981" y="1153076"/>
            <a:ext cx="11630266" cy="5925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 u="sng"/>
          </a:p>
        </p:txBody>
      </p:sp>
      <p:sp>
        <p:nvSpPr>
          <p:cNvPr id="98" name="Google Shape;98;p7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" name="Google Shape;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1181" y="1243405"/>
            <a:ext cx="10210800" cy="5744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/>
          </a:p>
        </p:txBody>
      </p:sp>
      <p:sp>
        <p:nvSpPr>
          <p:cNvPr id="105" name="Google Shape;105;p8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6" name="Google Shape;1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7381" y="1448594"/>
            <a:ext cx="10058400" cy="5963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3" name="Google Shape;113;p9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4" name="Google Shape;1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781" y="1248880"/>
            <a:ext cx="13258800" cy="6380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