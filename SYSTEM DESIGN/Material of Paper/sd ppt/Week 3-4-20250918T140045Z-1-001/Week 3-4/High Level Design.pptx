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Lst>
  <p:sldSz cy="8231175" cx="1433035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3840">
          <p15:clr>
            <a:srgbClr val="A4A3A4"/>
          </p15:clr>
        </p15:guide>
        <p15:guide id="3" orient="horz" pos="2593">
          <p15:clr>
            <a:srgbClr val="A4A3A4"/>
          </p15:clr>
        </p15:guide>
        <p15:guide id="4" pos="4579">
          <p15:clr>
            <a:srgbClr val="A4A3A4"/>
          </p15:clr>
        </p15:guide>
        <p15:guide id="5" orient="horz" pos="2079">
          <p15:clr>
            <a:srgbClr val="A4A3A4"/>
          </p15:clr>
        </p15:guide>
        <p15:guide id="6" orient="horz" pos="2496">
          <p15:clr>
            <a:srgbClr val="A4A3A4"/>
          </p15:clr>
        </p15:guide>
        <p15:guide id="7" orient="horz" pos="2245">
          <p15:clr>
            <a:srgbClr val="A4A3A4"/>
          </p15:clr>
        </p15:guide>
        <p15:guide id="8" orient="horz" pos="2694">
          <p15:clr>
            <a:srgbClr val="A4A3A4"/>
          </p15:clr>
        </p15:guide>
        <p15:guide id="9" orient="horz" pos="2162">
          <p15:clr>
            <a:srgbClr val="A4A3A4"/>
          </p15:clr>
        </p15:guide>
        <p15:guide id="10" orient="horz" pos="2594">
          <p15:clr>
            <a:srgbClr val="A4A3A4"/>
          </p15:clr>
        </p15:guide>
        <p15:guide id="11" pos="3785">
          <p15:clr>
            <a:srgbClr val="A4A3A4"/>
          </p15:clr>
        </p15:guide>
        <p15:guide id="12" pos="4514">
          <p15:clr>
            <a:srgbClr val="A4A3A4"/>
          </p15:clr>
        </p15:guide>
      </p15:sldGuideLst>
    </p:ext>
    <p:ext uri="GoogleSlidesCustomDataVersion2">
      <go:slidesCustomData xmlns:go="http://customooxmlschemas.google.com/" r:id="rId21" roundtripDataSignature="AMtx7mgSPumZNYlbZ50k+jIV7oU5Feyiq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3840"/>
        <p:guide pos="2593" orient="horz"/>
        <p:guide pos="4579"/>
        <p:guide pos="2079" orient="horz"/>
        <p:guide pos="2496" orient="horz"/>
        <p:guide pos="2245" orient="horz"/>
        <p:guide pos="2694" orient="horz"/>
        <p:guide pos="2162" orient="horz"/>
        <p:guide pos="2594" orient="horz"/>
        <p:guide pos="3785"/>
        <p:guide pos="4514"/>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11" Type="http://schemas.openxmlformats.org/officeDocument/2006/relationships/slide" Target="slides/slide6.xml"/><Relationship Id="rId10" Type="http://schemas.openxmlformats.org/officeDocument/2006/relationships/slide" Target="slides/slide5.xml"/><Relationship Id="rId21" Type="http://customschemas.google.com/relationships/presentationmetadata" Target="metadata"/><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5" Type="http://schemas.openxmlformats.org/officeDocument/2006/relationships/notesMaster" Target="notesMasters/notesMaster1.xml"/><Relationship Id="rId19" Type="http://schemas.openxmlformats.org/officeDocument/2006/relationships/slide" Target="slides/slide14.xml"/><Relationship Id="rId6" Type="http://schemas.openxmlformats.org/officeDocument/2006/relationships/slide" Target="slides/slide1.xml"/><Relationship Id="rId18" Type="http://schemas.openxmlformats.org/officeDocument/2006/relationships/slide" Target="slides/slide13.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72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4" name="Google Shape;4;n"/>
          <p:cNvSpPr txBox="1"/>
          <p:nvPr>
            <p:ph idx="10" type="dt"/>
          </p:nvPr>
        </p:nvSpPr>
        <p:spPr>
          <a:xfrm>
            <a:off x="3884613" y="0"/>
            <a:ext cx="2971800" cy="457200"/>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5" name="Google Shape;5;n"/>
          <p:cNvSpPr/>
          <p:nvPr>
            <p:ph idx="3" type="sldImg"/>
          </p:nvPr>
        </p:nvSpPr>
        <p:spPr>
          <a:xfrm>
            <a:off x="444500" y="685800"/>
            <a:ext cx="5969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36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36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36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36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36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7200"/>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8" name="Google Shape;8;n"/>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 name="Shape 28"/>
        <p:cNvGrpSpPr/>
        <p:nvPr/>
      </p:nvGrpSpPr>
      <p:grpSpPr>
        <a:xfrm>
          <a:off x="0" y="0"/>
          <a:ext cx="0" cy="0"/>
          <a:chOff x="0" y="0"/>
          <a:chExt cx="0" cy="0"/>
        </a:xfrm>
      </p:grpSpPr>
      <p:sp>
        <p:nvSpPr>
          <p:cNvPr id="29" name="Google Shape;29;g36f0cc52d99_1_62:notes"/>
          <p:cNvSpPr/>
          <p:nvPr>
            <p:ph idx="2" type="sldImg"/>
          </p:nvPr>
        </p:nvSpPr>
        <p:spPr>
          <a:xfrm>
            <a:off x="444500" y="685800"/>
            <a:ext cx="5969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0" name="Google Shape;30;g36f0cc52d99_1_6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31" name="Google Shape;31;g36f0cc52d99_1_62: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 name="Shape 36"/>
        <p:cNvGrpSpPr/>
        <p:nvPr/>
      </p:nvGrpSpPr>
      <p:grpSpPr>
        <a:xfrm>
          <a:off x="0" y="0"/>
          <a:ext cx="0" cy="0"/>
          <a:chOff x="0" y="0"/>
          <a:chExt cx="0" cy="0"/>
        </a:xfrm>
      </p:grpSpPr>
      <p:sp>
        <p:nvSpPr>
          <p:cNvPr id="37" name="Google Shape;37;g36f0cc52d99_1_70:notes"/>
          <p:cNvSpPr/>
          <p:nvPr>
            <p:ph idx="2" type="sldImg"/>
          </p:nvPr>
        </p:nvSpPr>
        <p:spPr>
          <a:xfrm>
            <a:off x="444500" y="685800"/>
            <a:ext cx="5969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8" name="Google Shape;38;g36f0cc52d99_1_7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39" name="Google Shape;39;g36f0cc52d99_1_70: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 name="Shape 43"/>
        <p:cNvGrpSpPr/>
        <p:nvPr/>
      </p:nvGrpSpPr>
      <p:grpSpPr>
        <a:xfrm>
          <a:off x="0" y="0"/>
          <a:ext cx="0" cy="0"/>
          <a:chOff x="0" y="0"/>
          <a:chExt cx="0" cy="0"/>
        </a:xfrm>
      </p:grpSpPr>
      <p:sp>
        <p:nvSpPr>
          <p:cNvPr id="44" name="Google Shape;44;g36f0cc52d99_1_78:notes"/>
          <p:cNvSpPr/>
          <p:nvPr>
            <p:ph idx="2" type="sldImg"/>
          </p:nvPr>
        </p:nvSpPr>
        <p:spPr>
          <a:xfrm>
            <a:off x="444500" y="685800"/>
            <a:ext cx="5969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5" name="Google Shape;45;g36f0cc52d99_1_7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46" name="Google Shape;46;g36f0cc52d99_1_78: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g36f0cc52d99_1_84:notes"/>
          <p:cNvSpPr/>
          <p:nvPr>
            <p:ph idx="2" type="sldImg"/>
          </p:nvPr>
        </p:nvSpPr>
        <p:spPr>
          <a:xfrm>
            <a:off x="444500" y="685800"/>
            <a:ext cx="5969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2" name="Google Shape;52;g36f0cc52d99_1_8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53" name="Google Shape;53;g36f0cc52d99_1_84: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 name="Shape 57"/>
        <p:cNvGrpSpPr/>
        <p:nvPr/>
      </p:nvGrpSpPr>
      <p:grpSpPr>
        <a:xfrm>
          <a:off x="0" y="0"/>
          <a:ext cx="0" cy="0"/>
          <a:chOff x="0" y="0"/>
          <a:chExt cx="0" cy="0"/>
        </a:xfrm>
      </p:grpSpPr>
      <p:sp>
        <p:nvSpPr>
          <p:cNvPr id="58" name="Google Shape;58;g36f0cc52d99_1_91:notes"/>
          <p:cNvSpPr/>
          <p:nvPr>
            <p:ph idx="2" type="sldImg"/>
          </p:nvPr>
        </p:nvSpPr>
        <p:spPr>
          <a:xfrm>
            <a:off x="444500" y="685800"/>
            <a:ext cx="5969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9" name="Google Shape;59;g36f0cc52d99_1_9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60" name="Google Shape;60;g36f0cc52d99_1_91: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 name="Shape 65"/>
        <p:cNvGrpSpPr/>
        <p:nvPr/>
      </p:nvGrpSpPr>
      <p:grpSpPr>
        <a:xfrm>
          <a:off x="0" y="0"/>
          <a:ext cx="0" cy="0"/>
          <a:chOff x="0" y="0"/>
          <a:chExt cx="0" cy="0"/>
        </a:xfrm>
      </p:grpSpPr>
      <p:sp>
        <p:nvSpPr>
          <p:cNvPr id="66" name="Google Shape;66;g36f0cc52d99_1_100:notes"/>
          <p:cNvSpPr/>
          <p:nvPr>
            <p:ph idx="2" type="sldImg"/>
          </p:nvPr>
        </p:nvSpPr>
        <p:spPr>
          <a:xfrm>
            <a:off x="444500" y="685800"/>
            <a:ext cx="5969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7" name="Google Shape;67;g36f0cc52d99_1_10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68" name="Google Shape;68;g36f0cc52d99_1_100: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 name="Shape 72"/>
        <p:cNvGrpSpPr/>
        <p:nvPr/>
      </p:nvGrpSpPr>
      <p:grpSpPr>
        <a:xfrm>
          <a:off x="0" y="0"/>
          <a:ext cx="0" cy="0"/>
          <a:chOff x="0" y="0"/>
          <a:chExt cx="0" cy="0"/>
        </a:xfrm>
      </p:grpSpPr>
      <p:sp>
        <p:nvSpPr>
          <p:cNvPr id="73" name="Google Shape;73;g36f0cc52d99_1_107:notes"/>
          <p:cNvSpPr/>
          <p:nvPr>
            <p:ph idx="2" type="sldImg"/>
          </p:nvPr>
        </p:nvSpPr>
        <p:spPr>
          <a:xfrm>
            <a:off x="444500" y="685800"/>
            <a:ext cx="5969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4" name="Google Shape;74;g36f0cc52d99_1_10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75" name="Google Shape;75;g36f0cc52d99_1_107: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 name="Shape 79"/>
        <p:cNvGrpSpPr/>
        <p:nvPr/>
      </p:nvGrpSpPr>
      <p:grpSpPr>
        <a:xfrm>
          <a:off x="0" y="0"/>
          <a:ext cx="0" cy="0"/>
          <a:chOff x="0" y="0"/>
          <a:chExt cx="0" cy="0"/>
        </a:xfrm>
      </p:grpSpPr>
      <p:sp>
        <p:nvSpPr>
          <p:cNvPr id="80" name="Google Shape;80;g36f0cc52d99_1_121:notes"/>
          <p:cNvSpPr/>
          <p:nvPr>
            <p:ph idx="2" type="sldImg"/>
          </p:nvPr>
        </p:nvSpPr>
        <p:spPr>
          <a:xfrm>
            <a:off x="444500" y="685800"/>
            <a:ext cx="5969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1" name="Google Shape;81;g36f0cc52d99_1_12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82" name="Google Shape;82;g36f0cc52d99_1_121: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g36f0cc52d99_1_129:notes"/>
          <p:cNvSpPr/>
          <p:nvPr>
            <p:ph idx="2" type="sldImg"/>
          </p:nvPr>
        </p:nvSpPr>
        <p:spPr>
          <a:xfrm>
            <a:off x="444500" y="685800"/>
            <a:ext cx="5969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8" name="Google Shape;88;g36f0cc52d99_1_12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89" name="Google Shape;89;g36f0cc52d99_1_129: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 name="Shape 93"/>
        <p:cNvGrpSpPr/>
        <p:nvPr/>
      </p:nvGrpSpPr>
      <p:grpSpPr>
        <a:xfrm>
          <a:off x="0" y="0"/>
          <a:ext cx="0" cy="0"/>
          <a:chOff x="0" y="0"/>
          <a:chExt cx="0" cy="0"/>
        </a:xfrm>
      </p:grpSpPr>
      <p:sp>
        <p:nvSpPr>
          <p:cNvPr id="94" name="Google Shape;94;g36f0cc52d99_1_114:notes"/>
          <p:cNvSpPr/>
          <p:nvPr>
            <p:ph idx="2" type="sldImg"/>
          </p:nvPr>
        </p:nvSpPr>
        <p:spPr>
          <a:xfrm>
            <a:off x="444500" y="685800"/>
            <a:ext cx="5969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5" name="Google Shape;95;g36f0cc52d99_1_11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96" name="Google Shape;96;g36f0cc52d99_1_114: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p10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02" name="Google Shape;102;p100:notes"/>
          <p:cNvSpPr/>
          <p:nvPr>
            <p:ph idx="2" type="sldImg"/>
          </p:nvPr>
        </p:nvSpPr>
        <p:spPr>
          <a:xfrm>
            <a:off x="444500" y="685800"/>
            <a:ext cx="5969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p10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09" name="Google Shape;109;p101:notes"/>
          <p:cNvSpPr/>
          <p:nvPr>
            <p:ph idx="2" type="sldImg"/>
          </p:nvPr>
        </p:nvSpPr>
        <p:spPr>
          <a:xfrm>
            <a:off x="444500" y="685800"/>
            <a:ext cx="5969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g372f66d9c66_0_0:notes"/>
          <p:cNvSpPr/>
          <p:nvPr>
            <p:ph idx="2" type="sldImg"/>
          </p:nvPr>
        </p:nvSpPr>
        <p:spPr>
          <a:xfrm>
            <a:off x="444500" y="685800"/>
            <a:ext cx="5969100" cy="3429000"/>
          </a:xfrm>
          <a:custGeom>
            <a:rect b="b" l="l" r="r" t="t"/>
            <a:pathLst>
              <a:path extrusionOk="0" h="120000" w="120000">
                <a:moveTo>
                  <a:pt x="0" y="0"/>
                </a:moveTo>
                <a:lnTo>
                  <a:pt x="120000" y="0"/>
                </a:lnTo>
                <a:lnTo>
                  <a:pt x="120000" y="120000"/>
                </a:lnTo>
                <a:lnTo>
                  <a:pt x="0" y="120000"/>
                </a:lnTo>
                <a:close/>
              </a:path>
            </a:pathLst>
          </a:custGeom>
        </p:spPr>
      </p:sp>
      <p:sp>
        <p:nvSpPr>
          <p:cNvPr id="116" name="Google Shape;116;g372f66d9c66_0_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17" name="Google Shape;117;g372f66d9c66_0_0: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g372f66d9c66_0_7:notes"/>
          <p:cNvSpPr/>
          <p:nvPr>
            <p:ph idx="2" type="sldImg"/>
          </p:nvPr>
        </p:nvSpPr>
        <p:spPr>
          <a:xfrm>
            <a:off x="444500" y="685800"/>
            <a:ext cx="5969100" cy="3429000"/>
          </a:xfrm>
          <a:custGeom>
            <a:rect b="b" l="l" r="r" t="t"/>
            <a:pathLst>
              <a:path extrusionOk="0" h="120000" w="120000">
                <a:moveTo>
                  <a:pt x="0" y="0"/>
                </a:moveTo>
                <a:lnTo>
                  <a:pt x="120000" y="0"/>
                </a:lnTo>
                <a:lnTo>
                  <a:pt x="120000" y="120000"/>
                </a:lnTo>
                <a:lnTo>
                  <a:pt x="0" y="120000"/>
                </a:lnTo>
                <a:close/>
              </a:path>
            </a:pathLst>
          </a:custGeom>
        </p:spPr>
      </p:sp>
      <p:sp>
        <p:nvSpPr>
          <p:cNvPr id="123" name="Google Shape;123;g372f66d9c66_0_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24" name="Google Shape;124;g372f66d9c66_0_7: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p10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30" name="Google Shape;130;p106:notes"/>
          <p:cNvSpPr/>
          <p:nvPr>
            <p:ph idx="2" type="sldImg"/>
          </p:nvPr>
        </p:nvSpPr>
        <p:spPr>
          <a:xfrm>
            <a:off x="444500" y="685800"/>
            <a:ext cx="5969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24" name="Shape 24"/>
        <p:cNvGrpSpPr/>
        <p:nvPr/>
      </p:nvGrpSpPr>
      <p:grpSpPr>
        <a:xfrm>
          <a:off x="0" y="0"/>
          <a:ext cx="0" cy="0"/>
          <a:chOff x="0" y="0"/>
          <a:chExt cx="0" cy="0"/>
        </a:xfrm>
      </p:grpSpPr>
      <p:sp>
        <p:nvSpPr>
          <p:cNvPr id="25" name="Google Shape;25;p105"/>
          <p:cNvSpPr txBox="1"/>
          <p:nvPr>
            <p:ph idx="10" type="dt"/>
          </p:nvPr>
        </p:nvSpPr>
        <p:spPr>
          <a:xfrm>
            <a:off x="716518" y="7629104"/>
            <a:ext cx="3343752" cy="43823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6" name="Google Shape;26;p105"/>
          <p:cNvSpPr txBox="1"/>
          <p:nvPr>
            <p:ph idx="11" type="ftr"/>
          </p:nvPr>
        </p:nvSpPr>
        <p:spPr>
          <a:xfrm>
            <a:off x="4896212" y="7629104"/>
            <a:ext cx="4537948" cy="43823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7" name="Google Shape;27;p105"/>
          <p:cNvSpPr txBox="1"/>
          <p:nvPr>
            <p:ph idx="12" type="sldNum"/>
          </p:nvPr>
        </p:nvSpPr>
        <p:spPr>
          <a:xfrm>
            <a:off x="10270093" y="7629104"/>
            <a:ext cx="3343752" cy="43823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6.jpg"/><Relationship Id="rId3"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02"/>
          <p:cNvSpPr txBox="1"/>
          <p:nvPr>
            <p:ph type="title"/>
          </p:nvPr>
        </p:nvSpPr>
        <p:spPr>
          <a:xfrm>
            <a:off x="1" y="2"/>
            <a:ext cx="10150674" cy="1006034"/>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3000" u="none" cap="none" strike="noStrike">
                <a:solidFill>
                  <a:schemeClr val="dk1"/>
                </a:solidFill>
                <a:latin typeface="Calibri"/>
                <a:ea typeface="Calibri"/>
                <a:cs typeface="Calibri"/>
                <a:sym typeface="Calibri"/>
              </a:defRPr>
            </a:lvl1pPr>
            <a:lvl2pPr lvl="1" marR="0" rtl="0" algn="ctr">
              <a:lnSpc>
                <a:spcPct val="100000"/>
              </a:lnSpc>
              <a:spcBef>
                <a:spcPts val="0"/>
              </a:spcBef>
              <a:spcAft>
                <a:spcPts val="0"/>
              </a:spcAft>
              <a:buClr>
                <a:srgbClr val="000000"/>
              </a:buClr>
              <a:buSzPts val="1400"/>
              <a:buFont typeface="Arial"/>
              <a:buNone/>
              <a:defRPr b="0" i="0" sz="3000" u="none" cap="none" strike="noStrike">
                <a:solidFill>
                  <a:schemeClr val="dk1"/>
                </a:solidFill>
                <a:latin typeface="Calibri"/>
                <a:ea typeface="Calibri"/>
                <a:cs typeface="Calibri"/>
                <a:sym typeface="Calibri"/>
              </a:defRPr>
            </a:lvl2pPr>
            <a:lvl3pPr lvl="2" marR="0" rtl="0" algn="ctr">
              <a:lnSpc>
                <a:spcPct val="100000"/>
              </a:lnSpc>
              <a:spcBef>
                <a:spcPts val="0"/>
              </a:spcBef>
              <a:spcAft>
                <a:spcPts val="0"/>
              </a:spcAft>
              <a:buClr>
                <a:srgbClr val="000000"/>
              </a:buClr>
              <a:buSzPts val="1400"/>
              <a:buFont typeface="Arial"/>
              <a:buNone/>
              <a:defRPr b="0" i="0" sz="3000" u="none" cap="none" strike="noStrike">
                <a:solidFill>
                  <a:schemeClr val="dk1"/>
                </a:solidFill>
                <a:latin typeface="Calibri"/>
                <a:ea typeface="Calibri"/>
                <a:cs typeface="Calibri"/>
                <a:sym typeface="Calibri"/>
              </a:defRPr>
            </a:lvl3pPr>
            <a:lvl4pPr lvl="3" marR="0" rtl="0" algn="ctr">
              <a:lnSpc>
                <a:spcPct val="100000"/>
              </a:lnSpc>
              <a:spcBef>
                <a:spcPts val="0"/>
              </a:spcBef>
              <a:spcAft>
                <a:spcPts val="0"/>
              </a:spcAft>
              <a:buClr>
                <a:srgbClr val="000000"/>
              </a:buClr>
              <a:buSzPts val="1400"/>
              <a:buFont typeface="Arial"/>
              <a:buNone/>
              <a:defRPr b="0" i="0" sz="3000" u="none" cap="none" strike="noStrike">
                <a:solidFill>
                  <a:schemeClr val="dk1"/>
                </a:solidFill>
                <a:latin typeface="Calibri"/>
                <a:ea typeface="Calibri"/>
                <a:cs typeface="Calibri"/>
                <a:sym typeface="Calibri"/>
              </a:defRPr>
            </a:lvl4pPr>
            <a:lvl5pPr lvl="4" marR="0" rtl="0" algn="ctr">
              <a:lnSpc>
                <a:spcPct val="100000"/>
              </a:lnSpc>
              <a:spcBef>
                <a:spcPts val="0"/>
              </a:spcBef>
              <a:spcAft>
                <a:spcPts val="0"/>
              </a:spcAft>
              <a:buClr>
                <a:srgbClr val="000000"/>
              </a:buClr>
              <a:buSzPts val="1400"/>
              <a:buFont typeface="Arial"/>
              <a:buNone/>
              <a:defRPr b="0" i="0" sz="3000" u="none" cap="none" strike="noStrike">
                <a:solidFill>
                  <a:schemeClr val="dk1"/>
                </a:solidFill>
                <a:latin typeface="Calibri"/>
                <a:ea typeface="Calibri"/>
                <a:cs typeface="Calibri"/>
                <a:sym typeface="Calibri"/>
              </a:defRPr>
            </a:lvl5pPr>
            <a:lvl6pPr lvl="5" marR="0" rtl="0" algn="ctr">
              <a:lnSpc>
                <a:spcPct val="100000"/>
              </a:lnSpc>
              <a:spcBef>
                <a:spcPts val="0"/>
              </a:spcBef>
              <a:spcAft>
                <a:spcPts val="0"/>
              </a:spcAft>
              <a:buClr>
                <a:srgbClr val="000000"/>
              </a:buClr>
              <a:buSzPts val="1400"/>
              <a:buFont typeface="Arial"/>
              <a:buNone/>
              <a:defRPr b="0" i="0" sz="3000" u="none" cap="none" strike="noStrike">
                <a:solidFill>
                  <a:schemeClr val="dk1"/>
                </a:solidFill>
                <a:latin typeface="Calibri"/>
                <a:ea typeface="Calibri"/>
                <a:cs typeface="Calibri"/>
                <a:sym typeface="Calibri"/>
              </a:defRPr>
            </a:lvl6pPr>
            <a:lvl7pPr lvl="6" marR="0" rtl="0" algn="ctr">
              <a:lnSpc>
                <a:spcPct val="100000"/>
              </a:lnSpc>
              <a:spcBef>
                <a:spcPts val="0"/>
              </a:spcBef>
              <a:spcAft>
                <a:spcPts val="0"/>
              </a:spcAft>
              <a:buClr>
                <a:srgbClr val="000000"/>
              </a:buClr>
              <a:buSzPts val="1400"/>
              <a:buFont typeface="Arial"/>
              <a:buNone/>
              <a:defRPr b="0" i="0" sz="3000" u="none" cap="none" strike="noStrike">
                <a:solidFill>
                  <a:schemeClr val="dk1"/>
                </a:solidFill>
                <a:latin typeface="Calibri"/>
                <a:ea typeface="Calibri"/>
                <a:cs typeface="Calibri"/>
                <a:sym typeface="Calibri"/>
              </a:defRPr>
            </a:lvl7pPr>
            <a:lvl8pPr lvl="7" marR="0" rtl="0" algn="ctr">
              <a:lnSpc>
                <a:spcPct val="100000"/>
              </a:lnSpc>
              <a:spcBef>
                <a:spcPts val="0"/>
              </a:spcBef>
              <a:spcAft>
                <a:spcPts val="0"/>
              </a:spcAft>
              <a:buClr>
                <a:srgbClr val="000000"/>
              </a:buClr>
              <a:buSzPts val="1400"/>
              <a:buFont typeface="Arial"/>
              <a:buNone/>
              <a:defRPr b="0" i="0" sz="3000" u="none" cap="none" strike="noStrike">
                <a:solidFill>
                  <a:schemeClr val="dk1"/>
                </a:solidFill>
                <a:latin typeface="Calibri"/>
                <a:ea typeface="Calibri"/>
                <a:cs typeface="Calibri"/>
                <a:sym typeface="Calibri"/>
              </a:defRPr>
            </a:lvl8pPr>
            <a:lvl9pPr lvl="8" marR="0" rtl="0" algn="ctr">
              <a:lnSpc>
                <a:spcPct val="100000"/>
              </a:lnSpc>
              <a:spcBef>
                <a:spcPts val="0"/>
              </a:spcBef>
              <a:spcAft>
                <a:spcPts val="0"/>
              </a:spcAft>
              <a:buClr>
                <a:srgbClr val="000000"/>
              </a:buClr>
              <a:buSzPts val="1400"/>
              <a:buFont typeface="Arial"/>
              <a:buNone/>
              <a:defRPr b="0" i="0" sz="3000" u="none" cap="none" strike="noStrike">
                <a:solidFill>
                  <a:schemeClr val="dk1"/>
                </a:solidFill>
                <a:latin typeface="Calibri"/>
                <a:ea typeface="Calibri"/>
                <a:cs typeface="Calibri"/>
                <a:sym typeface="Calibri"/>
              </a:defRPr>
            </a:lvl9pPr>
          </a:lstStyle>
          <a:p/>
        </p:txBody>
      </p:sp>
      <p:sp>
        <p:nvSpPr>
          <p:cNvPr id="11" name="Google Shape;11;p102"/>
          <p:cNvSpPr txBox="1"/>
          <p:nvPr>
            <p:ph idx="1" type="body"/>
          </p:nvPr>
        </p:nvSpPr>
        <p:spPr>
          <a:xfrm>
            <a:off x="716522" y="1646250"/>
            <a:ext cx="12897326" cy="5432203"/>
          </a:xfrm>
          <a:prstGeom prst="rect">
            <a:avLst/>
          </a:prstGeom>
          <a:noFill/>
          <a:ln>
            <a:noFill/>
          </a:ln>
        </p:spPr>
        <p:txBody>
          <a:bodyPr anchorCtr="0" anchor="t" bIns="45700" lIns="91425" spcFirstLastPara="1" rIns="91425" wrap="square" tIns="45700">
            <a:noAutofit/>
          </a:bodyPr>
          <a:lstStyle>
            <a:lvl1pPr indent="-431800" lvl="0" marL="457200" marR="0" rtl="0" algn="l">
              <a:lnSpc>
                <a:spcPct val="100000"/>
              </a:lnSpc>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12" name="Google Shape;12;p102"/>
          <p:cNvSpPr txBox="1"/>
          <p:nvPr>
            <p:ph idx="10" type="dt"/>
          </p:nvPr>
        </p:nvSpPr>
        <p:spPr>
          <a:xfrm>
            <a:off x="716518" y="7629104"/>
            <a:ext cx="3343752" cy="438234"/>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98989"/>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13" name="Google Shape;13;p102"/>
          <p:cNvSpPr txBox="1"/>
          <p:nvPr>
            <p:ph idx="11" type="ftr"/>
          </p:nvPr>
        </p:nvSpPr>
        <p:spPr>
          <a:xfrm>
            <a:off x="4896212" y="7629104"/>
            <a:ext cx="4537948" cy="438234"/>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98989"/>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14" name="Google Shape;14;p102"/>
          <p:cNvSpPr txBox="1"/>
          <p:nvPr>
            <p:ph idx="12" type="sldNum"/>
          </p:nvPr>
        </p:nvSpPr>
        <p:spPr>
          <a:xfrm>
            <a:off x="10270093" y="7629104"/>
            <a:ext cx="3343752" cy="438234"/>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
        <p:nvSpPr>
          <p:cNvPr id="15" name="Google Shape;15;p102"/>
          <p:cNvSpPr/>
          <p:nvPr/>
        </p:nvSpPr>
        <p:spPr>
          <a:xfrm>
            <a:off x="6" y="2"/>
            <a:ext cx="14330363" cy="1006034"/>
          </a:xfrm>
          <a:prstGeom prst="rect">
            <a:avLst/>
          </a:prstGeom>
          <a:solidFill>
            <a:srgbClr val="FF33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6" name="Google Shape;16;p102"/>
          <p:cNvSpPr/>
          <p:nvPr/>
        </p:nvSpPr>
        <p:spPr>
          <a:xfrm flipH="1" rot="10800000">
            <a:off x="6" y="8048276"/>
            <a:ext cx="14330363" cy="237786"/>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descr="LOGO.gif" id="17" name="Google Shape;17;p102"/>
          <p:cNvPicPr preferRelativeResize="0"/>
          <p:nvPr/>
        </p:nvPicPr>
        <p:blipFill rotWithShape="1">
          <a:blip r:embed="rId1">
            <a:alphaModFix/>
          </a:blip>
          <a:srcRect b="10713" l="0" r="0" t="0"/>
          <a:stretch/>
        </p:blipFill>
        <p:spPr>
          <a:xfrm>
            <a:off x="10270103" y="274375"/>
            <a:ext cx="3224332" cy="762147"/>
          </a:xfrm>
          <a:prstGeom prst="rect">
            <a:avLst/>
          </a:prstGeom>
          <a:noFill/>
          <a:ln>
            <a:noFill/>
          </a:ln>
        </p:spPr>
      </p:pic>
      <p:pic>
        <p:nvPicPr>
          <p:cNvPr descr="LOGO.gif" id="18" name="Google Shape;18;p102"/>
          <p:cNvPicPr preferRelativeResize="0"/>
          <p:nvPr/>
        </p:nvPicPr>
        <p:blipFill rotWithShape="1">
          <a:blip r:embed="rId1">
            <a:alphaModFix/>
          </a:blip>
          <a:srcRect b="10713" l="0" r="0" t="0"/>
          <a:stretch/>
        </p:blipFill>
        <p:spPr>
          <a:xfrm>
            <a:off x="10270103" y="274375"/>
            <a:ext cx="3224332" cy="762147"/>
          </a:xfrm>
          <a:prstGeom prst="rect">
            <a:avLst/>
          </a:prstGeom>
          <a:noFill/>
          <a:ln>
            <a:noFill/>
          </a:ln>
        </p:spPr>
      </p:pic>
      <p:grpSp>
        <p:nvGrpSpPr>
          <p:cNvPr id="19" name="Google Shape;19;p102"/>
          <p:cNvGrpSpPr/>
          <p:nvPr/>
        </p:nvGrpSpPr>
        <p:grpSpPr>
          <a:xfrm>
            <a:off x="9633189" y="2"/>
            <a:ext cx="4697174" cy="1051763"/>
            <a:chOff x="6096000" y="3924300"/>
            <a:chExt cx="2997200" cy="876300"/>
          </a:xfrm>
        </p:grpSpPr>
        <p:sp>
          <p:nvSpPr>
            <p:cNvPr id="20" name="Google Shape;20;p102"/>
            <p:cNvSpPr/>
            <p:nvPr/>
          </p:nvSpPr>
          <p:spPr>
            <a:xfrm>
              <a:off x="6096000" y="3924300"/>
              <a:ext cx="2997200" cy="838200"/>
            </a:xfrm>
            <a:prstGeom prst="rect">
              <a:avLst/>
            </a:prstGeom>
            <a:solidFill>
              <a:srgbClr val="FF33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descr="LOGO.gif" id="21" name="Google Shape;21;p102"/>
            <p:cNvPicPr preferRelativeResize="0"/>
            <p:nvPr/>
          </p:nvPicPr>
          <p:blipFill rotWithShape="1">
            <a:blip r:embed="rId1">
              <a:alphaModFix/>
            </a:blip>
            <a:srcRect b="10713" l="0" r="0" t="0"/>
            <a:stretch/>
          </p:blipFill>
          <p:spPr>
            <a:xfrm>
              <a:off x="6502400" y="4152900"/>
              <a:ext cx="2057400" cy="635000"/>
            </a:xfrm>
            <a:prstGeom prst="rect">
              <a:avLst/>
            </a:prstGeom>
            <a:noFill/>
            <a:ln>
              <a:noFill/>
            </a:ln>
          </p:spPr>
        </p:pic>
        <p:sp>
          <p:nvSpPr>
            <p:cNvPr id="22" name="Google Shape;22;p102"/>
            <p:cNvSpPr/>
            <p:nvPr/>
          </p:nvSpPr>
          <p:spPr>
            <a:xfrm>
              <a:off x="6477000" y="4114800"/>
              <a:ext cx="2076450" cy="6858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grpSp>
      <p:pic>
        <p:nvPicPr>
          <p:cNvPr descr="logo.jpg" id="23" name="Google Shape;23;p102"/>
          <p:cNvPicPr preferRelativeResize="0"/>
          <p:nvPr/>
        </p:nvPicPr>
        <p:blipFill rotWithShape="1">
          <a:blip r:embed="rId2">
            <a:alphaModFix/>
          </a:blip>
          <a:srcRect b="0" l="0" r="0" t="0"/>
          <a:stretch/>
        </p:blipFill>
        <p:spPr>
          <a:xfrm>
            <a:off x="10270101" y="274378"/>
            <a:ext cx="3010371" cy="731662"/>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49" r:id="rId3"/>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hyperlink" Target="https://www.geeksforgeeks.org/what-is-high-level-design-learn-system-design/" TargetMode="Externa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7.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8.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 name="Shape 32"/>
        <p:cNvGrpSpPr/>
        <p:nvPr/>
      </p:nvGrpSpPr>
      <p:grpSpPr>
        <a:xfrm>
          <a:off x="0" y="0"/>
          <a:ext cx="0" cy="0"/>
          <a:chOff x="0" y="0"/>
          <a:chExt cx="0" cy="0"/>
        </a:xfrm>
      </p:grpSpPr>
      <p:sp>
        <p:nvSpPr>
          <p:cNvPr id="33" name="Google Shape;33;g36f0cc52d99_1_62"/>
          <p:cNvSpPr txBox="1"/>
          <p:nvPr>
            <p:ph idx="12" type="sldNum"/>
          </p:nvPr>
        </p:nvSpPr>
        <p:spPr>
          <a:xfrm>
            <a:off x="10270093" y="7629104"/>
            <a:ext cx="3343800" cy="4383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
        <p:nvSpPr>
          <p:cNvPr id="34" name="Google Shape;34;g36f0cc52d99_1_62"/>
          <p:cNvSpPr txBox="1"/>
          <p:nvPr/>
        </p:nvSpPr>
        <p:spPr>
          <a:xfrm>
            <a:off x="72025" y="1018600"/>
            <a:ext cx="14112900" cy="69621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1200"/>
              </a:spcBef>
              <a:spcAft>
                <a:spcPts val="0"/>
              </a:spcAft>
              <a:buClr>
                <a:schemeClr val="dk1"/>
              </a:buClr>
              <a:buSzPts val="1100"/>
              <a:buFont typeface="Arial"/>
              <a:buNone/>
            </a:pPr>
            <a:r>
              <a:rPr b="0" i="0" lang="en-US" sz="1800" u="none" cap="none" strike="noStrike">
                <a:solidFill>
                  <a:schemeClr val="dk1"/>
                </a:solidFill>
                <a:latin typeface="Times New Roman"/>
                <a:ea typeface="Times New Roman"/>
                <a:cs typeface="Times New Roman"/>
                <a:sym typeface="Times New Roman"/>
              </a:rPr>
              <a:t>High-Level Design (HLD) provides a macro view of the system. It outlines the architecture, subsystems, modules, and how they interact. Unlike Low-Level Design, which deals with specific implementations, HLD focuses on−</a:t>
            </a:r>
            <a:endParaRPr b="0" i="0" sz="1800" u="none" cap="none" strike="noStrike">
              <a:solidFill>
                <a:schemeClr val="dk1"/>
              </a:solidFill>
              <a:latin typeface="Times New Roman"/>
              <a:ea typeface="Times New Roman"/>
              <a:cs typeface="Times New Roman"/>
              <a:sym typeface="Times New Roman"/>
            </a:endParaRPr>
          </a:p>
          <a:p>
            <a:pPr indent="-342900" lvl="0" marL="457200" marR="0" rtl="0" algn="l">
              <a:lnSpc>
                <a:spcPct val="115000"/>
              </a:lnSpc>
              <a:spcBef>
                <a:spcPts val="1200"/>
              </a:spcBef>
              <a:spcAft>
                <a:spcPts val="0"/>
              </a:spcAft>
              <a:buClr>
                <a:schemeClr val="dk1"/>
              </a:buClr>
              <a:buSzPts val="1800"/>
              <a:buFont typeface="Times New Roman"/>
              <a:buChar char="●"/>
            </a:pPr>
            <a:r>
              <a:rPr b="0" i="0" lang="en-US" sz="1800" u="none" cap="none" strike="noStrike">
                <a:solidFill>
                  <a:schemeClr val="dk1"/>
                </a:solidFill>
                <a:latin typeface="Times New Roman"/>
                <a:ea typeface="Times New Roman"/>
                <a:cs typeface="Times New Roman"/>
                <a:sym typeface="Times New Roman"/>
              </a:rPr>
              <a:t>The system's major components.</a:t>
            </a:r>
            <a:endParaRPr b="0" i="0" sz="1800" u="none" cap="none" strike="noStrike">
              <a:solidFill>
                <a:schemeClr val="dk1"/>
              </a:solidFill>
              <a:latin typeface="Times New Roman"/>
              <a:ea typeface="Times New Roman"/>
              <a:cs typeface="Times New Roman"/>
              <a:sym typeface="Times New Roman"/>
            </a:endParaRPr>
          </a:p>
          <a:p>
            <a:pPr indent="-342900" lvl="0" marL="457200" marR="0" rtl="0" algn="l">
              <a:lnSpc>
                <a:spcPct val="115000"/>
              </a:lnSpc>
              <a:spcBef>
                <a:spcPts val="0"/>
              </a:spcBef>
              <a:spcAft>
                <a:spcPts val="0"/>
              </a:spcAft>
              <a:buClr>
                <a:schemeClr val="dk1"/>
              </a:buClr>
              <a:buSzPts val="1800"/>
              <a:buFont typeface="Times New Roman"/>
              <a:buChar char="●"/>
            </a:pPr>
            <a:r>
              <a:rPr b="0" i="0" lang="en-US" sz="1800" u="none" cap="none" strike="noStrike">
                <a:solidFill>
                  <a:schemeClr val="dk1"/>
                </a:solidFill>
                <a:latin typeface="Times New Roman"/>
                <a:ea typeface="Times New Roman"/>
                <a:cs typeface="Times New Roman"/>
                <a:sym typeface="Times New Roman"/>
              </a:rPr>
              <a:t>Communication protocols between components.</a:t>
            </a:r>
            <a:endParaRPr b="0" i="0" sz="1800" u="none" cap="none" strike="noStrike">
              <a:solidFill>
                <a:schemeClr val="dk1"/>
              </a:solidFill>
              <a:latin typeface="Times New Roman"/>
              <a:ea typeface="Times New Roman"/>
              <a:cs typeface="Times New Roman"/>
              <a:sym typeface="Times New Roman"/>
            </a:endParaRPr>
          </a:p>
          <a:p>
            <a:pPr indent="-342900" lvl="0" marL="457200" marR="0" rtl="0" algn="l">
              <a:lnSpc>
                <a:spcPct val="115000"/>
              </a:lnSpc>
              <a:spcBef>
                <a:spcPts val="0"/>
              </a:spcBef>
              <a:spcAft>
                <a:spcPts val="0"/>
              </a:spcAft>
              <a:buClr>
                <a:schemeClr val="dk1"/>
              </a:buClr>
              <a:buSzPts val="1800"/>
              <a:buFont typeface="Times New Roman"/>
              <a:buChar char="●"/>
            </a:pPr>
            <a:r>
              <a:rPr b="0" i="0" lang="en-US" sz="1800" u="none" cap="none" strike="noStrike">
                <a:solidFill>
                  <a:schemeClr val="dk1"/>
                </a:solidFill>
                <a:latin typeface="Times New Roman"/>
                <a:ea typeface="Times New Roman"/>
                <a:cs typeface="Times New Roman"/>
                <a:sym typeface="Times New Roman"/>
              </a:rPr>
              <a:t>Scalability and performance considerations.</a:t>
            </a:r>
            <a:endParaRPr b="0" i="0" sz="1800" u="none" cap="none" strike="noStrike">
              <a:solidFill>
                <a:schemeClr val="dk1"/>
              </a:solidFill>
              <a:latin typeface="Times New Roman"/>
              <a:ea typeface="Times New Roman"/>
              <a:cs typeface="Times New Roman"/>
              <a:sym typeface="Times New Roman"/>
            </a:endParaRPr>
          </a:p>
          <a:p>
            <a:pPr indent="0" lvl="0" marL="0" marR="0" rtl="0" algn="l">
              <a:lnSpc>
                <a:spcPct val="115000"/>
              </a:lnSpc>
              <a:spcBef>
                <a:spcPts val="1200"/>
              </a:spcBef>
              <a:spcAft>
                <a:spcPts val="0"/>
              </a:spcAft>
              <a:buClr>
                <a:schemeClr val="dk1"/>
              </a:buClr>
              <a:buSzPts val="1100"/>
              <a:buFont typeface="Arial"/>
              <a:buNone/>
            </a:pPr>
            <a:r>
              <a:rPr b="0" i="0" lang="en-US" sz="1800" u="none" cap="none" strike="noStrike">
                <a:solidFill>
                  <a:schemeClr val="dk1"/>
                </a:solidFill>
                <a:latin typeface="Times New Roman"/>
                <a:ea typeface="Times New Roman"/>
                <a:cs typeface="Times New Roman"/>
                <a:sym typeface="Times New Roman"/>
              </a:rPr>
              <a:t>HLD often represents the "what" of a system, while LLD answers the "how."</a:t>
            </a:r>
            <a:endParaRPr b="0" i="0" sz="1800" u="none" cap="none" strike="noStrike">
              <a:solidFill>
                <a:schemeClr val="dk1"/>
              </a:solidFill>
              <a:latin typeface="Times New Roman"/>
              <a:ea typeface="Times New Roman"/>
              <a:cs typeface="Times New Roman"/>
              <a:sym typeface="Times New Roman"/>
            </a:endParaRPr>
          </a:p>
          <a:p>
            <a:pPr indent="0" lvl="0" marL="0" marR="0" rtl="0" algn="l">
              <a:lnSpc>
                <a:spcPct val="115000"/>
              </a:lnSpc>
              <a:spcBef>
                <a:spcPts val="1400"/>
              </a:spcBef>
              <a:spcAft>
                <a:spcPts val="0"/>
              </a:spcAft>
              <a:buClr>
                <a:schemeClr val="dk1"/>
              </a:buClr>
              <a:buSzPts val="1100"/>
              <a:buFont typeface="Arial"/>
              <a:buNone/>
            </a:pPr>
            <a:r>
              <a:rPr b="1" i="0" lang="en-US" sz="1800" u="none" cap="none" strike="noStrike">
                <a:solidFill>
                  <a:schemeClr val="dk1"/>
                </a:solidFill>
                <a:latin typeface="Times New Roman"/>
                <a:ea typeface="Times New Roman"/>
                <a:cs typeface="Times New Roman"/>
                <a:sym typeface="Times New Roman"/>
              </a:rPr>
              <a:t>Goals of High-Level Design</a:t>
            </a:r>
            <a:endParaRPr b="1" i="0" sz="1800" u="none" cap="none" strike="noStrike">
              <a:solidFill>
                <a:schemeClr val="dk1"/>
              </a:solidFill>
              <a:latin typeface="Times New Roman"/>
              <a:ea typeface="Times New Roman"/>
              <a:cs typeface="Times New Roman"/>
              <a:sym typeface="Times New Roman"/>
            </a:endParaRPr>
          </a:p>
          <a:p>
            <a:pPr indent="-342900" lvl="0" marL="457200" marR="0" rtl="0" algn="l">
              <a:lnSpc>
                <a:spcPct val="115000"/>
              </a:lnSpc>
              <a:spcBef>
                <a:spcPts val="1200"/>
              </a:spcBef>
              <a:spcAft>
                <a:spcPts val="0"/>
              </a:spcAft>
              <a:buClr>
                <a:schemeClr val="dk1"/>
              </a:buClr>
              <a:buSzPts val="1800"/>
              <a:buFont typeface="Arial"/>
              <a:buChar char="●"/>
            </a:pPr>
            <a:r>
              <a:rPr b="1" i="0" lang="en-US" sz="1800" u="none" cap="none" strike="noStrike">
                <a:solidFill>
                  <a:schemeClr val="dk1"/>
                </a:solidFill>
                <a:latin typeface="Times New Roman"/>
                <a:ea typeface="Times New Roman"/>
                <a:cs typeface="Times New Roman"/>
                <a:sym typeface="Times New Roman"/>
              </a:rPr>
              <a:t>Clarity</a:t>
            </a:r>
            <a:r>
              <a:rPr b="0" i="0" lang="en-US" sz="1800" u="none" cap="none" strike="noStrike">
                <a:solidFill>
                  <a:schemeClr val="dk1"/>
                </a:solidFill>
                <a:latin typeface="Times New Roman"/>
                <a:ea typeface="Times New Roman"/>
                <a:cs typeface="Times New Roman"/>
                <a:sym typeface="Times New Roman"/>
              </a:rPr>
              <a:t>− Provide a clear and shared understanding of the system's architecture.</a:t>
            </a:r>
            <a:endParaRPr b="0" i="0" sz="1800" u="none" cap="none" strike="noStrike">
              <a:solidFill>
                <a:schemeClr val="dk1"/>
              </a:solidFill>
              <a:latin typeface="Times New Roman"/>
              <a:ea typeface="Times New Roman"/>
              <a:cs typeface="Times New Roman"/>
              <a:sym typeface="Times New Roman"/>
            </a:endParaRPr>
          </a:p>
          <a:p>
            <a:pPr indent="-342900" lvl="0" marL="457200" marR="0" rtl="0" algn="l">
              <a:lnSpc>
                <a:spcPct val="115000"/>
              </a:lnSpc>
              <a:spcBef>
                <a:spcPts val="0"/>
              </a:spcBef>
              <a:spcAft>
                <a:spcPts val="0"/>
              </a:spcAft>
              <a:buClr>
                <a:schemeClr val="dk1"/>
              </a:buClr>
              <a:buSzPts val="1800"/>
              <a:buFont typeface="Arial"/>
              <a:buChar char="●"/>
            </a:pPr>
            <a:r>
              <a:rPr b="1" i="0" lang="en-US" sz="1800" u="none" cap="none" strike="noStrike">
                <a:solidFill>
                  <a:schemeClr val="dk1"/>
                </a:solidFill>
                <a:latin typeface="Times New Roman"/>
                <a:ea typeface="Times New Roman"/>
                <a:cs typeface="Times New Roman"/>
                <a:sym typeface="Times New Roman"/>
              </a:rPr>
              <a:t>Direction</a:t>
            </a:r>
            <a:r>
              <a:rPr b="0" i="0" lang="en-US" sz="1800" u="none" cap="none" strike="noStrike">
                <a:solidFill>
                  <a:schemeClr val="dk1"/>
                </a:solidFill>
                <a:latin typeface="Times New Roman"/>
                <a:ea typeface="Times New Roman"/>
                <a:cs typeface="Times New Roman"/>
                <a:sym typeface="Times New Roman"/>
              </a:rPr>
              <a:t>− Guide developers by offering an architectural roadmap.</a:t>
            </a:r>
            <a:endParaRPr b="0" i="0" sz="1800" u="none" cap="none" strike="noStrike">
              <a:solidFill>
                <a:schemeClr val="dk1"/>
              </a:solidFill>
              <a:latin typeface="Times New Roman"/>
              <a:ea typeface="Times New Roman"/>
              <a:cs typeface="Times New Roman"/>
              <a:sym typeface="Times New Roman"/>
            </a:endParaRPr>
          </a:p>
          <a:p>
            <a:pPr indent="-342900" lvl="0" marL="457200" marR="0" rtl="0" algn="l">
              <a:lnSpc>
                <a:spcPct val="115000"/>
              </a:lnSpc>
              <a:spcBef>
                <a:spcPts val="0"/>
              </a:spcBef>
              <a:spcAft>
                <a:spcPts val="0"/>
              </a:spcAft>
              <a:buClr>
                <a:schemeClr val="dk1"/>
              </a:buClr>
              <a:buSzPts val="1800"/>
              <a:buFont typeface="Arial"/>
              <a:buChar char="●"/>
            </a:pPr>
            <a:r>
              <a:rPr b="1" i="0" lang="en-US" sz="1800" u="none" cap="none" strike="noStrike">
                <a:solidFill>
                  <a:schemeClr val="dk1"/>
                </a:solidFill>
                <a:latin typeface="Times New Roman"/>
                <a:ea typeface="Times New Roman"/>
                <a:cs typeface="Times New Roman"/>
                <a:sym typeface="Times New Roman"/>
              </a:rPr>
              <a:t>Scalability</a:t>
            </a:r>
            <a:r>
              <a:rPr b="0" i="0" lang="en-US" sz="1800" u="none" cap="none" strike="noStrike">
                <a:solidFill>
                  <a:schemeClr val="dk1"/>
                </a:solidFill>
                <a:latin typeface="Times New Roman"/>
                <a:ea typeface="Times New Roman"/>
                <a:cs typeface="Times New Roman"/>
                <a:sym typeface="Times New Roman"/>
              </a:rPr>
              <a:t>− Anticipate future growth and design for it.</a:t>
            </a:r>
            <a:endParaRPr b="0" i="0" sz="1800" u="none" cap="none" strike="noStrike">
              <a:solidFill>
                <a:schemeClr val="dk1"/>
              </a:solidFill>
              <a:latin typeface="Times New Roman"/>
              <a:ea typeface="Times New Roman"/>
              <a:cs typeface="Times New Roman"/>
              <a:sym typeface="Times New Roman"/>
            </a:endParaRPr>
          </a:p>
          <a:p>
            <a:pPr indent="-342900" lvl="0" marL="457200" marR="0" rtl="0" algn="l">
              <a:lnSpc>
                <a:spcPct val="115000"/>
              </a:lnSpc>
              <a:spcBef>
                <a:spcPts val="0"/>
              </a:spcBef>
              <a:spcAft>
                <a:spcPts val="0"/>
              </a:spcAft>
              <a:buClr>
                <a:schemeClr val="dk1"/>
              </a:buClr>
              <a:buSzPts val="1800"/>
              <a:buFont typeface="Arial"/>
              <a:buChar char="●"/>
            </a:pPr>
            <a:r>
              <a:rPr b="1" i="0" lang="en-US" sz="1800" u="none" cap="none" strike="noStrike">
                <a:solidFill>
                  <a:schemeClr val="dk1"/>
                </a:solidFill>
                <a:latin typeface="Times New Roman"/>
                <a:ea typeface="Times New Roman"/>
                <a:cs typeface="Times New Roman"/>
                <a:sym typeface="Times New Roman"/>
              </a:rPr>
              <a:t>Alignment</a:t>
            </a:r>
            <a:r>
              <a:rPr b="0" i="0" lang="en-US" sz="1800" u="none" cap="none" strike="noStrike">
                <a:solidFill>
                  <a:schemeClr val="dk1"/>
                </a:solidFill>
                <a:latin typeface="Times New Roman"/>
                <a:ea typeface="Times New Roman"/>
                <a:cs typeface="Times New Roman"/>
                <a:sym typeface="Times New Roman"/>
              </a:rPr>
              <a:t>− Ensure that technical decisions align with business objectives.</a:t>
            </a:r>
            <a:endParaRPr b="0" i="0" sz="1800" u="none" cap="none" strike="noStrike">
              <a:solidFill>
                <a:schemeClr val="dk1"/>
              </a:solidFill>
              <a:latin typeface="Times New Roman"/>
              <a:ea typeface="Times New Roman"/>
              <a:cs typeface="Times New Roman"/>
              <a:sym typeface="Times New Roman"/>
            </a:endParaRPr>
          </a:p>
          <a:p>
            <a:pPr indent="0" lvl="0" marL="0" marR="0" rtl="0" algn="l">
              <a:lnSpc>
                <a:spcPct val="115000"/>
              </a:lnSpc>
              <a:spcBef>
                <a:spcPts val="1200"/>
              </a:spcBef>
              <a:spcAft>
                <a:spcPts val="0"/>
              </a:spcAft>
              <a:buClr>
                <a:srgbClr val="000000"/>
              </a:buClr>
              <a:buSzPts val="1800"/>
              <a:buFont typeface="Arial"/>
              <a:buNone/>
            </a:pPr>
            <a:r>
              <a:t/>
            </a:r>
            <a:endParaRPr b="0" i="0" sz="1800" u="none" cap="none" strike="noStrike">
              <a:solidFill>
                <a:schemeClr val="dk1"/>
              </a:solidFill>
              <a:highlight>
                <a:srgbClr val="FFFF00"/>
              </a:highlight>
              <a:latin typeface="Times New Roman"/>
              <a:ea typeface="Times New Roman"/>
              <a:cs typeface="Times New Roman"/>
              <a:sym typeface="Times New Roman"/>
            </a:endParaRPr>
          </a:p>
          <a:p>
            <a:pPr indent="0" lvl="0" marL="0" marR="0" rtl="0" algn="l">
              <a:lnSpc>
                <a:spcPct val="115000"/>
              </a:lnSpc>
              <a:spcBef>
                <a:spcPts val="1200"/>
              </a:spcBef>
              <a:spcAft>
                <a:spcPts val="0"/>
              </a:spcAft>
              <a:buClr>
                <a:srgbClr val="000000"/>
              </a:buClr>
              <a:buSzPts val="1800"/>
              <a:buFont typeface="Arial"/>
              <a:buNone/>
            </a:pPr>
            <a:r>
              <a:rPr b="0" i="0" lang="en-US" sz="1800" u="none" cap="none" strike="noStrike">
                <a:solidFill>
                  <a:schemeClr val="dk1"/>
                </a:solidFill>
                <a:highlight>
                  <a:srgbClr val="FFFF00"/>
                </a:highlight>
                <a:latin typeface="Times New Roman"/>
                <a:ea typeface="Times New Roman"/>
                <a:cs typeface="Times New Roman"/>
                <a:sym typeface="Times New Roman"/>
              </a:rPr>
              <a:t>High-level design is an initial step in the development of applications where the overall structure of a system is planned. High-level design focuses mainly on how different components of the system work together without getting to know about internal coding and implementation.</a:t>
            </a:r>
            <a:endParaRPr b="0" i="0" sz="1800" u="none" cap="none" strike="noStrike">
              <a:solidFill>
                <a:schemeClr val="dk1"/>
              </a:solidFill>
              <a:highlight>
                <a:srgbClr val="FFFF00"/>
              </a:highlight>
              <a:latin typeface="Times New Roman"/>
              <a:ea typeface="Times New Roman"/>
              <a:cs typeface="Times New Roman"/>
              <a:sym typeface="Times New Roman"/>
            </a:endParaRPr>
          </a:p>
          <a:p>
            <a:pPr indent="0" lvl="0" marL="0" marR="0" rtl="0" algn="l">
              <a:lnSpc>
                <a:spcPct val="100000"/>
              </a:lnSpc>
              <a:spcBef>
                <a:spcPts val="1200"/>
              </a:spcBef>
              <a:spcAft>
                <a:spcPts val="0"/>
              </a:spcAft>
              <a:buClr>
                <a:srgbClr val="000000"/>
              </a:buClr>
              <a:buSzPts val="3200"/>
              <a:buFont typeface="Arial"/>
              <a:buNone/>
            </a:pPr>
            <a:r>
              <a:t/>
            </a:r>
            <a:endParaRPr b="0" i="0" sz="3200" u="none" cap="none" strike="noStrike">
              <a:solidFill>
                <a:schemeClr val="dk1"/>
              </a:solidFill>
              <a:latin typeface="Calibri"/>
              <a:ea typeface="Calibri"/>
              <a:cs typeface="Calibri"/>
              <a:sym typeface="Calibri"/>
            </a:endParaRPr>
          </a:p>
        </p:txBody>
      </p:sp>
      <p:sp>
        <p:nvSpPr>
          <p:cNvPr id="35" name="Google Shape;35;g36f0cc52d99_1_62"/>
          <p:cNvSpPr txBox="1"/>
          <p:nvPr/>
        </p:nvSpPr>
        <p:spPr>
          <a:xfrm>
            <a:off x="157775" y="24000"/>
            <a:ext cx="5230200" cy="9945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200"/>
              <a:buFont typeface="Arial"/>
              <a:buNone/>
            </a:pPr>
            <a:r>
              <a:rPr b="1" i="0" lang="en-US" sz="3200" u="none" cap="none" strike="noStrike">
                <a:solidFill>
                  <a:schemeClr val="dk1"/>
                </a:solidFill>
                <a:latin typeface="Calibri"/>
                <a:ea typeface="Calibri"/>
                <a:cs typeface="Calibri"/>
                <a:sym typeface="Calibri"/>
              </a:rPr>
              <a:t>HIGH LEVEL DESIGN</a:t>
            </a:r>
            <a:endParaRPr b="1" i="0" sz="3200" u="none" cap="none" strike="noStrike">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 name="Shape 40"/>
        <p:cNvGrpSpPr/>
        <p:nvPr/>
      </p:nvGrpSpPr>
      <p:grpSpPr>
        <a:xfrm>
          <a:off x="0" y="0"/>
          <a:ext cx="0" cy="0"/>
          <a:chOff x="0" y="0"/>
          <a:chExt cx="0" cy="0"/>
        </a:xfrm>
      </p:grpSpPr>
      <p:sp>
        <p:nvSpPr>
          <p:cNvPr id="41" name="Google Shape;41;g36f0cc52d99_1_70"/>
          <p:cNvSpPr txBox="1"/>
          <p:nvPr>
            <p:ph idx="12" type="sldNum"/>
          </p:nvPr>
        </p:nvSpPr>
        <p:spPr>
          <a:xfrm>
            <a:off x="10270093" y="7629104"/>
            <a:ext cx="3343800" cy="4383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
        <p:nvSpPr>
          <p:cNvPr id="42" name="Google Shape;42;g36f0cc52d99_1_70"/>
          <p:cNvSpPr txBox="1"/>
          <p:nvPr/>
        </p:nvSpPr>
        <p:spPr>
          <a:xfrm>
            <a:off x="72025" y="1018600"/>
            <a:ext cx="13958700" cy="69108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1800"/>
              </a:spcBef>
              <a:spcAft>
                <a:spcPts val="0"/>
              </a:spcAft>
              <a:buClr>
                <a:schemeClr val="dk1"/>
              </a:buClr>
              <a:buSzPts val="1100"/>
              <a:buFont typeface="Arial"/>
              <a:buNone/>
            </a:pPr>
            <a:r>
              <a:rPr b="1" i="0" lang="en-US" sz="1700" u="none" cap="none" strike="noStrike">
                <a:solidFill>
                  <a:schemeClr val="dk1"/>
                </a:solidFill>
                <a:latin typeface="Arial"/>
                <a:ea typeface="Arial"/>
                <a:cs typeface="Arial"/>
                <a:sym typeface="Arial"/>
              </a:rPr>
              <a:t>Key Components of High-Level Design</a:t>
            </a:r>
            <a:endParaRPr b="1" i="0" sz="1700" u="none" cap="none" strike="noStrike">
              <a:solidFill>
                <a:schemeClr val="dk1"/>
              </a:solidFill>
              <a:latin typeface="Arial"/>
              <a:ea typeface="Arial"/>
              <a:cs typeface="Arial"/>
              <a:sym typeface="Arial"/>
            </a:endParaRPr>
          </a:p>
          <a:p>
            <a:pPr indent="0" lvl="0" marL="0" marR="0" rtl="0" algn="l">
              <a:lnSpc>
                <a:spcPct val="115000"/>
              </a:lnSpc>
              <a:spcBef>
                <a:spcPts val="1200"/>
              </a:spcBef>
              <a:spcAft>
                <a:spcPts val="0"/>
              </a:spcAft>
              <a:buClr>
                <a:schemeClr val="dk1"/>
              </a:buClr>
              <a:buSzPts val="1100"/>
              <a:buFont typeface="Arial"/>
              <a:buNone/>
            </a:pPr>
            <a:r>
              <a:rPr b="0" i="0" lang="en-US" sz="1800" u="none" cap="none" strike="noStrike">
                <a:solidFill>
                  <a:schemeClr val="dk1"/>
                </a:solidFill>
                <a:latin typeface="Times New Roman"/>
                <a:ea typeface="Times New Roman"/>
                <a:cs typeface="Times New Roman"/>
                <a:sym typeface="Times New Roman"/>
              </a:rPr>
              <a:t>A well-defined High-Level Design typically includes−</a:t>
            </a:r>
            <a:endParaRPr b="0" i="0" sz="1800" u="none" cap="none" strike="noStrike">
              <a:solidFill>
                <a:schemeClr val="dk1"/>
              </a:solidFill>
              <a:latin typeface="Times New Roman"/>
              <a:ea typeface="Times New Roman"/>
              <a:cs typeface="Times New Roman"/>
              <a:sym typeface="Times New Roman"/>
            </a:endParaRPr>
          </a:p>
          <a:p>
            <a:pPr indent="0" lvl="0" marL="0" marR="0" rtl="0" algn="l">
              <a:lnSpc>
                <a:spcPct val="115000"/>
              </a:lnSpc>
              <a:spcBef>
                <a:spcPts val="1400"/>
              </a:spcBef>
              <a:spcAft>
                <a:spcPts val="0"/>
              </a:spcAft>
              <a:buClr>
                <a:schemeClr val="dk1"/>
              </a:buClr>
              <a:buSzPts val="1100"/>
              <a:buFont typeface="Arial"/>
              <a:buNone/>
            </a:pPr>
            <a:r>
              <a:rPr b="1" i="0" lang="en-US" sz="1800" u="none" cap="none" strike="noStrike">
                <a:solidFill>
                  <a:schemeClr val="dk1"/>
                </a:solidFill>
                <a:latin typeface="Times New Roman"/>
                <a:ea typeface="Times New Roman"/>
                <a:cs typeface="Times New Roman"/>
                <a:sym typeface="Times New Roman"/>
              </a:rPr>
              <a:t>System Architecture</a:t>
            </a:r>
            <a:endParaRPr b="1" i="0" sz="1800" u="none" cap="none" strike="noStrike">
              <a:solidFill>
                <a:schemeClr val="dk1"/>
              </a:solidFill>
              <a:latin typeface="Times New Roman"/>
              <a:ea typeface="Times New Roman"/>
              <a:cs typeface="Times New Roman"/>
              <a:sym typeface="Times New Roman"/>
            </a:endParaRPr>
          </a:p>
          <a:p>
            <a:pPr indent="0" lvl="0" marL="0" marR="0" rtl="0" algn="l">
              <a:lnSpc>
                <a:spcPct val="115000"/>
              </a:lnSpc>
              <a:spcBef>
                <a:spcPts val="400"/>
              </a:spcBef>
              <a:spcAft>
                <a:spcPts val="0"/>
              </a:spcAft>
              <a:buClr>
                <a:schemeClr val="dk1"/>
              </a:buClr>
              <a:buSzPts val="1100"/>
              <a:buFont typeface="Arial"/>
              <a:buNone/>
            </a:pPr>
            <a:r>
              <a:rPr b="0" i="0" lang="en-US" sz="1800" u="none" cap="none" strike="noStrike">
                <a:solidFill>
                  <a:schemeClr val="dk1"/>
                </a:solidFill>
                <a:latin typeface="Times New Roman"/>
                <a:ea typeface="Times New Roman"/>
                <a:cs typeface="Times New Roman"/>
                <a:sym typeface="Times New Roman"/>
              </a:rPr>
              <a:t>This defines the overall structure, including−</a:t>
            </a:r>
            <a:endParaRPr b="0" i="0" sz="1800" u="none" cap="none" strike="noStrike">
              <a:solidFill>
                <a:schemeClr val="dk1"/>
              </a:solidFill>
              <a:latin typeface="Times New Roman"/>
              <a:ea typeface="Times New Roman"/>
              <a:cs typeface="Times New Roman"/>
              <a:sym typeface="Times New Roman"/>
            </a:endParaRPr>
          </a:p>
          <a:p>
            <a:pPr indent="-342900" lvl="0" marL="457200" marR="0" rtl="0" algn="l">
              <a:lnSpc>
                <a:spcPct val="115000"/>
              </a:lnSpc>
              <a:spcBef>
                <a:spcPts val="1200"/>
              </a:spcBef>
              <a:spcAft>
                <a:spcPts val="0"/>
              </a:spcAft>
              <a:buClr>
                <a:schemeClr val="dk1"/>
              </a:buClr>
              <a:buSzPts val="1800"/>
              <a:buFont typeface="Arial"/>
              <a:buChar char="●"/>
            </a:pPr>
            <a:r>
              <a:rPr b="1" i="0" lang="en-US" sz="1800" u="none" cap="none" strike="noStrike">
                <a:solidFill>
                  <a:schemeClr val="dk1"/>
                </a:solidFill>
                <a:latin typeface="Times New Roman"/>
                <a:ea typeface="Times New Roman"/>
                <a:cs typeface="Times New Roman"/>
                <a:sym typeface="Times New Roman"/>
              </a:rPr>
              <a:t>Architectural pattern</a:t>
            </a:r>
            <a:r>
              <a:rPr b="0" i="0" lang="en-US" sz="1800" u="none" cap="none" strike="noStrike">
                <a:solidFill>
                  <a:schemeClr val="dk1"/>
                </a:solidFill>
                <a:latin typeface="Times New Roman"/>
                <a:ea typeface="Times New Roman"/>
                <a:cs typeface="Times New Roman"/>
                <a:sym typeface="Times New Roman"/>
              </a:rPr>
              <a:t>− Monolithic, Microservices, Event-driven, or Serverless.</a:t>
            </a:r>
            <a:endParaRPr b="0" i="0" sz="1800" u="none" cap="none" strike="noStrike">
              <a:solidFill>
                <a:schemeClr val="dk1"/>
              </a:solidFill>
              <a:latin typeface="Times New Roman"/>
              <a:ea typeface="Times New Roman"/>
              <a:cs typeface="Times New Roman"/>
              <a:sym typeface="Times New Roman"/>
            </a:endParaRPr>
          </a:p>
          <a:p>
            <a:pPr indent="-342900" lvl="0" marL="457200" marR="0" rtl="0" algn="l">
              <a:lnSpc>
                <a:spcPct val="115000"/>
              </a:lnSpc>
              <a:spcBef>
                <a:spcPts val="0"/>
              </a:spcBef>
              <a:spcAft>
                <a:spcPts val="0"/>
              </a:spcAft>
              <a:buClr>
                <a:schemeClr val="dk1"/>
              </a:buClr>
              <a:buSzPts val="1800"/>
              <a:buFont typeface="Arial"/>
              <a:buChar char="●"/>
            </a:pPr>
            <a:r>
              <a:rPr b="1" i="0" lang="en-US" sz="1800" u="none" cap="none" strike="noStrike">
                <a:solidFill>
                  <a:schemeClr val="dk1"/>
                </a:solidFill>
                <a:latin typeface="Times New Roman"/>
                <a:ea typeface="Times New Roman"/>
                <a:cs typeface="Times New Roman"/>
                <a:sym typeface="Times New Roman"/>
              </a:rPr>
              <a:t>Core layers</a:t>
            </a:r>
            <a:r>
              <a:rPr b="0" i="0" lang="en-US" sz="1800" u="none" cap="none" strike="noStrike">
                <a:solidFill>
                  <a:schemeClr val="dk1"/>
                </a:solidFill>
                <a:latin typeface="Times New Roman"/>
                <a:ea typeface="Times New Roman"/>
                <a:cs typeface="Times New Roman"/>
                <a:sym typeface="Times New Roman"/>
              </a:rPr>
              <a:t>− Presentation layer, business logic layer, and data layer.</a:t>
            </a:r>
            <a:endParaRPr b="0" i="0" sz="1800" u="none" cap="none" strike="noStrike">
              <a:solidFill>
                <a:schemeClr val="dk1"/>
              </a:solidFill>
              <a:latin typeface="Times New Roman"/>
              <a:ea typeface="Times New Roman"/>
              <a:cs typeface="Times New Roman"/>
              <a:sym typeface="Times New Roman"/>
            </a:endParaRPr>
          </a:p>
          <a:p>
            <a:pPr indent="-342900" lvl="0" marL="457200" marR="0" rtl="0" algn="l">
              <a:lnSpc>
                <a:spcPct val="115000"/>
              </a:lnSpc>
              <a:spcBef>
                <a:spcPts val="0"/>
              </a:spcBef>
              <a:spcAft>
                <a:spcPts val="0"/>
              </a:spcAft>
              <a:buClr>
                <a:schemeClr val="dk1"/>
              </a:buClr>
              <a:buSzPts val="1800"/>
              <a:buFont typeface="Arial"/>
              <a:buChar char="●"/>
            </a:pPr>
            <a:r>
              <a:rPr b="1" i="0" lang="en-US" sz="1800" u="none" cap="none" strike="noStrike">
                <a:solidFill>
                  <a:schemeClr val="dk1"/>
                </a:solidFill>
                <a:latin typeface="Times New Roman"/>
                <a:ea typeface="Times New Roman"/>
                <a:cs typeface="Times New Roman"/>
                <a:sym typeface="Times New Roman"/>
              </a:rPr>
              <a:t>Deployment model</a:t>
            </a:r>
            <a:r>
              <a:rPr b="0" i="0" lang="en-US" sz="1800" u="none" cap="none" strike="noStrike">
                <a:solidFill>
                  <a:schemeClr val="dk1"/>
                </a:solidFill>
                <a:latin typeface="Times New Roman"/>
                <a:ea typeface="Times New Roman"/>
                <a:cs typeface="Times New Roman"/>
                <a:sym typeface="Times New Roman"/>
              </a:rPr>
              <a:t>− On-premises, cloud, or hybrid.</a:t>
            </a:r>
            <a:endParaRPr b="0" i="0" sz="1800" u="none" cap="none" strike="noStrike">
              <a:solidFill>
                <a:schemeClr val="dk1"/>
              </a:solidFill>
              <a:latin typeface="Times New Roman"/>
              <a:ea typeface="Times New Roman"/>
              <a:cs typeface="Times New Roman"/>
              <a:sym typeface="Times New Roman"/>
            </a:endParaRPr>
          </a:p>
          <a:p>
            <a:pPr indent="0" lvl="0" marL="0" marR="0" rtl="0" algn="l">
              <a:lnSpc>
                <a:spcPct val="115000"/>
              </a:lnSpc>
              <a:spcBef>
                <a:spcPts val="1400"/>
              </a:spcBef>
              <a:spcAft>
                <a:spcPts val="0"/>
              </a:spcAft>
              <a:buClr>
                <a:schemeClr val="dk1"/>
              </a:buClr>
              <a:buSzPts val="1100"/>
              <a:buFont typeface="Arial"/>
              <a:buNone/>
            </a:pPr>
            <a:r>
              <a:rPr b="1" i="0" lang="en-US" sz="1800" u="none" cap="none" strike="noStrike">
                <a:solidFill>
                  <a:schemeClr val="dk1"/>
                </a:solidFill>
                <a:latin typeface="Times New Roman"/>
                <a:ea typeface="Times New Roman"/>
                <a:cs typeface="Times New Roman"/>
                <a:sym typeface="Times New Roman"/>
              </a:rPr>
              <a:t>Subsystems and Modules</a:t>
            </a:r>
            <a:endParaRPr b="1" i="0" sz="1800" u="none" cap="none" strike="noStrike">
              <a:solidFill>
                <a:schemeClr val="dk1"/>
              </a:solidFill>
              <a:latin typeface="Times New Roman"/>
              <a:ea typeface="Times New Roman"/>
              <a:cs typeface="Times New Roman"/>
              <a:sym typeface="Times New Roman"/>
            </a:endParaRPr>
          </a:p>
          <a:p>
            <a:pPr indent="0" lvl="0" marL="0" marR="0" rtl="0" algn="l">
              <a:lnSpc>
                <a:spcPct val="115000"/>
              </a:lnSpc>
              <a:spcBef>
                <a:spcPts val="400"/>
              </a:spcBef>
              <a:spcAft>
                <a:spcPts val="0"/>
              </a:spcAft>
              <a:buClr>
                <a:schemeClr val="dk1"/>
              </a:buClr>
              <a:buSzPts val="1100"/>
              <a:buFont typeface="Arial"/>
              <a:buNone/>
            </a:pPr>
            <a:r>
              <a:rPr b="0" i="0" lang="en-US" sz="1800" u="none" cap="none" strike="noStrike">
                <a:solidFill>
                  <a:schemeClr val="dk1"/>
                </a:solidFill>
                <a:latin typeface="Times New Roman"/>
                <a:ea typeface="Times New Roman"/>
                <a:cs typeface="Times New Roman"/>
                <a:sym typeface="Times New Roman"/>
              </a:rPr>
              <a:t>HLD breaks down the system into logical subsystems or modules. For example−</a:t>
            </a:r>
            <a:endParaRPr b="0" i="0" sz="1800" u="none" cap="none" strike="noStrike">
              <a:solidFill>
                <a:schemeClr val="dk1"/>
              </a:solidFill>
              <a:latin typeface="Times New Roman"/>
              <a:ea typeface="Times New Roman"/>
              <a:cs typeface="Times New Roman"/>
              <a:sym typeface="Times New Roman"/>
            </a:endParaRPr>
          </a:p>
          <a:p>
            <a:pPr indent="-342900" lvl="0" marL="457200" marR="0" rtl="0" algn="l">
              <a:lnSpc>
                <a:spcPct val="115000"/>
              </a:lnSpc>
              <a:spcBef>
                <a:spcPts val="1200"/>
              </a:spcBef>
              <a:spcAft>
                <a:spcPts val="0"/>
              </a:spcAft>
              <a:buClr>
                <a:schemeClr val="dk1"/>
              </a:buClr>
              <a:buSzPts val="1800"/>
              <a:buFont typeface="Arial"/>
              <a:buChar char="●"/>
            </a:pPr>
            <a:r>
              <a:rPr b="1" i="0" lang="en-US" sz="1800" u="none" cap="none" strike="noStrike">
                <a:solidFill>
                  <a:schemeClr val="dk1"/>
                </a:solidFill>
                <a:latin typeface="Times New Roman"/>
                <a:ea typeface="Times New Roman"/>
                <a:cs typeface="Times New Roman"/>
                <a:sym typeface="Times New Roman"/>
              </a:rPr>
              <a:t>E-commerce system</a:t>
            </a:r>
            <a:r>
              <a:rPr b="0" i="0" lang="en-US" sz="1800" u="none" cap="none" strike="noStrike">
                <a:solidFill>
                  <a:schemeClr val="dk1"/>
                </a:solidFill>
                <a:latin typeface="Times New Roman"/>
                <a:ea typeface="Times New Roman"/>
                <a:cs typeface="Times New Roman"/>
                <a:sym typeface="Times New Roman"/>
              </a:rPr>
              <a:t>− Modules like User Management, Order Management, and Inventory.</a:t>
            </a:r>
            <a:endParaRPr b="0" i="0" sz="1800" u="none" cap="none" strike="noStrike">
              <a:solidFill>
                <a:schemeClr val="dk1"/>
              </a:solidFill>
              <a:latin typeface="Times New Roman"/>
              <a:ea typeface="Times New Roman"/>
              <a:cs typeface="Times New Roman"/>
              <a:sym typeface="Times New Roman"/>
            </a:endParaRPr>
          </a:p>
          <a:p>
            <a:pPr indent="0" lvl="0" marL="0" marR="0" rtl="0" algn="l">
              <a:lnSpc>
                <a:spcPct val="115000"/>
              </a:lnSpc>
              <a:spcBef>
                <a:spcPts val="1400"/>
              </a:spcBef>
              <a:spcAft>
                <a:spcPts val="0"/>
              </a:spcAft>
              <a:buClr>
                <a:schemeClr val="dk1"/>
              </a:buClr>
              <a:buSzPts val="1100"/>
              <a:buFont typeface="Arial"/>
              <a:buNone/>
            </a:pPr>
            <a:r>
              <a:rPr b="1" i="0" lang="en-US" sz="1800" u="none" cap="none" strike="noStrike">
                <a:solidFill>
                  <a:schemeClr val="dk1"/>
                </a:solidFill>
                <a:latin typeface="Times New Roman"/>
                <a:ea typeface="Times New Roman"/>
                <a:cs typeface="Times New Roman"/>
                <a:sym typeface="Times New Roman"/>
              </a:rPr>
              <a:t>Data Flow</a:t>
            </a:r>
            <a:endParaRPr b="1" i="0" sz="1800" u="none" cap="none" strike="noStrike">
              <a:solidFill>
                <a:schemeClr val="dk1"/>
              </a:solidFill>
              <a:latin typeface="Times New Roman"/>
              <a:ea typeface="Times New Roman"/>
              <a:cs typeface="Times New Roman"/>
              <a:sym typeface="Times New Roman"/>
            </a:endParaRPr>
          </a:p>
          <a:p>
            <a:pPr indent="0" lvl="0" marL="0" marR="0" rtl="0" algn="l">
              <a:lnSpc>
                <a:spcPct val="115000"/>
              </a:lnSpc>
              <a:spcBef>
                <a:spcPts val="400"/>
              </a:spcBef>
              <a:spcAft>
                <a:spcPts val="0"/>
              </a:spcAft>
              <a:buClr>
                <a:schemeClr val="dk1"/>
              </a:buClr>
              <a:buSzPts val="1100"/>
              <a:buFont typeface="Arial"/>
              <a:buNone/>
            </a:pPr>
            <a:r>
              <a:rPr b="0" i="0" lang="en-US" sz="1800" u="none" cap="none" strike="noStrike">
                <a:solidFill>
                  <a:schemeClr val="dk1"/>
                </a:solidFill>
                <a:latin typeface="Times New Roman"/>
                <a:ea typeface="Times New Roman"/>
                <a:cs typeface="Times New Roman"/>
                <a:sym typeface="Times New Roman"/>
              </a:rPr>
              <a:t>Describes how data flows across components and external systems. This includes−</a:t>
            </a:r>
            <a:endParaRPr b="0" i="0" sz="1800" u="none" cap="none" strike="noStrike">
              <a:solidFill>
                <a:schemeClr val="dk1"/>
              </a:solidFill>
              <a:latin typeface="Times New Roman"/>
              <a:ea typeface="Times New Roman"/>
              <a:cs typeface="Times New Roman"/>
              <a:sym typeface="Times New Roman"/>
            </a:endParaRPr>
          </a:p>
          <a:p>
            <a:pPr indent="-342900" lvl="0" marL="457200" marR="0" rtl="0" algn="l">
              <a:lnSpc>
                <a:spcPct val="115000"/>
              </a:lnSpc>
              <a:spcBef>
                <a:spcPts val="1200"/>
              </a:spcBef>
              <a:spcAft>
                <a:spcPts val="0"/>
              </a:spcAft>
              <a:buClr>
                <a:schemeClr val="dk1"/>
              </a:buClr>
              <a:buSzPts val="1800"/>
              <a:buFont typeface="Times New Roman"/>
              <a:buChar char="●"/>
            </a:pPr>
            <a:r>
              <a:rPr b="0" i="0" lang="en-US" sz="1800" u="none" cap="none" strike="noStrike">
                <a:solidFill>
                  <a:schemeClr val="dk1"/>
                </a:solidFill>
                <a:latin typeface="Times New Roman"/>
                <a:ea typeface="Times New Roman"/>
                <a:cs typeface="Times New Roman"/>
                <a:sym typeface="Times New Roman"/>
              </a:rPr>
              <a:t>Input/Output specifications.</a:t>
            </a:r>
            <a:endParaRPr b="0" i="0" sz="1800" u="none" cap="none" strike="noStrike">
              <a:solidFill>
                <a:schemeClr val="dk1"/>
              </a:solidFill>
              <a:latin typeface="Times New Roman"/>
              <a:ea typeface="Times New Roman"/>
              <a:cs typeface="Times New Roman"/>
              <a:sym typeface="Times New Roman"/>
            </a:endParaRPr>
          </a:p>
          <a:p>
            <a:pPr indent="-342900" lvl="0" marL="457200" marR="0" rtl="0" algn="l">
              <a:lnSpc>
                <a:spcPct val="115000"/>
              </a:lnSpc>
              <a:spcBef>
                <a:spcPts val="0"/>
              </a:spcBef>
              <a:spcAft>
                <a:spcPts val="0"/>
              </a:spcAft>
              <a:buClr>
                <a:schemeClr val="dk1"/>
              </a:buClr>
              <a:buSzPts val="1800"/>
              <a:buFont typeface="Times New Roman"/>
              <a:buChar char="●"/>
            </a:pPr>
            <a:r>
              <a:rPr b="0" i="0" lang="en-US" sz="1800" u="none" cap="none" strike="noStrike">
                <a:solidFill>
                  <a:schemeClr val="dk1"/>
                </a:solidFill>
                <a:latin typeface="Times New Roman"/>
                <a:ea typeface="Times New Roman"/>
                <a:cs typeface="Times New Roman"/>
                <a:sym typeface="Times New Roman"/>
              </a:rPr>
              <a:t>Communication protocols (e.g., HTTP, gRPC).</a:t>
            </a:r>
            <a:endParaRPr b="0" i="0" sz="1800" u="none" cap="none" strike="noStrike">
              <a:solidFill>
                <a:schemeClr val="dk1"/>
              </a:solidFill>
              <a:latin typeface="Times New Roman"/>
              <a:ea typeface="Times New Roman"/>
              <a:cs typeface="Times New Roman"/>
              <a:sym typeface="Times New Roman"/>
            </a:endParaRPr>
          </a:p>
          <a:p>
            <a:pPr indent="-342900" lvl="0" marL="457200" marR="0" rtl="0" algn="l">
              <a:lnSpc>
                <a:spcPct val="115000"/>
              </a:lnSpc>
              <a:spcBef>
                <a:spcPts val="0"/>
              </a:spcBef>
              <a:spcAft>
                <a:spcPts val="0"/>
              </a:spcAft>
              <a:buClr>
                <a:schemeClr val="dk1"/>
              </a:buClr>
              <a:buSzPts val="1800"/>
              <a:buFont typeface="Times New Roman"/>
              <a:buChar char="●"/>
            </a:pPr>
            <a:r>
              <a:rPr b="0" i="0" lang="en-US" sz="1800" u="none" cap="none" strike="noStrike">
                <a:solidFill>
                  <a:schemeClr val="dk1"/>
                </a:solidFill>
                <a:latin typeface="Times New Roman"/>
                <a:ea typeface="Times New Roman"/>
                <a:cs typeface="Times New Roman"/>
                <a:sym typeface="Times New Roman"/>
              </a:rPr>
              <a:t>External integrations (e.g., APIs, message queues).</a:t>
            </a:r>
            <a:endParaRPr b="0" i="0" sz="1800" u="none" cap="none" strike="noStrike">
              <a:solidFill>
                <a:schemeClr val="dk1"/>
              </a:solidFill>
              <a:latin typeface="Times New Roman"/>
              <a:ea typeface="Times New Roman"/>
              <a:cs typeface="Times New Roman"/>
              <a:sym typeface="Times New Roman"/>
            </a:endParaRPr>
          </a:p>
          <a:p>
            <a:pPr indent="0" lvl="0" marL="0" marR="0" rtl="0" algn="l">
              <a:lnSpc>
                <a:spcPct val="100000"/>
              </a:lnSpc>
              <a:spcBef>
                <a:spcPts val="1200"/>
              </a:spcBef>
              <a:spcAft>
                <a:spcPts val="0"/>
              </a:spcAft>
              <a:buClr>
                <a:srgbClr val="000000"/>
              </a:buClr>
              <a:buSzPts val="3200"/>
              <a:buFont typeface="Arial"/>
              <a:buNone/>
            </a:pPr>
            <a:r>
              <a:t/>
            </a:r>
            <a:endParaRPr b="0" i="0" sz="3200" u="none" cap="none" strike="noStrike">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 name="Shape 47"/>
        <p:cNvGrpSpPr/>
        <p:nvPr/>
      </p:nvGrpSpPr>
      <p:grpSpPr>
        <a:xfrm>
          <a:off x="0" y="0"/>
          <a:ext cx="0" cy="0"/>
          <a:chOff x="0" y="0"/>
          <a:chExt cx="0" cy="0"/>
        </a:xfrm>
      </p:grpSpPr>
      <p:sp>
        <p:nvSpPr>
          <p:cNvPr id="48" name="Google Shape;48;g36f0cc52d99_1_78"/>
          <p:cNvSpPr txBox="1"/>
          <p:nvPr>
            <p:ph idx="12" type="sldNum"/>
          </p:nvPr>
        </p:nvSpPr>
        <p:spPr>
          <a:xfrm>
            <a:off x="10270093" y="7629104"/>
            <a:ext cx="3343800" cy="4383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
        <p:nvSpPr>
          <p:cNvPr id="49" name="Google Shape;49;g36f0cc52d99_1_78"/>
          <p:cNvSpPr txBox="1"/>
          <p:nvPr/>
        </p:nvSpPr>
        <p:spPr>
          <a:xfrm>
            <a:off x="106325" y="1070050"/>
            <a:ext cx="14044500" cy="69108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1400"/>
              </a:spcBef>
              <a:spcAft>
                <a:spcPts val="0"/>
              </a:spcAft>
              <a:buClr>
                <a:schemeClr val="dk1"/>
              </a:buClr>
              <a:buSzPts val="1100"/>
              <a:buFont typeface="Arial"/>
              <a:buNone/>
            </a:pPr>
            <a:r>
              <a:rPr b="1" i="0" lang="en-US" sz="1800" u="none" cap="none" strike="noStrike">
                <a:solidFill>
                  <a:schemeClr val="dk1"/>
                </a:solidFill>
                <a:latin typeface="Times New Roman"/>
                <a:ea typeface="Times New Roman"/>
                <a:cs typeface="Times New Roman"/>
                <a:sym typeface="Times New Roman"/>
              </a:rPr>
              <a:t>Database Design</a:t>
            </a:r>
            <a:endParaRPr b="1" i="0" sz="1800" u="none" cap="none" strike="noStrike">
              <a:solidFill>
                <a:schemeClr val="dk1"/>
              </a:solidFill>
              <a:latin typeface="Times New Roman"/>
              <a:ea typeface="Times New Roman"/>
              <a:cs typeface="Times New Roman"/>
              <a:sym typeface="Times New Roman"/>
            </a:endParaRPr>
          </a:p>
          <a:p>
            <a:pPr indent="0" lvl="0" marL="0" marR="0" rtl="0" algn="l">
              <a:lnSpc>
                <a:spcPct val="115000"/>
              </a:lnSpc>
              <a:spcBef>
                <a:spcPts val="400"/>
              </a:spcBef>
              <a:spcAft>
                <a:spcPts val="0"/>
              </a:spcAft>
              <a:buClr>
                <a:schemeClr val="dk1"/>
              </a:buClr>
              <a:buSzPts val="1100"/>
              <a:buFont typeface="Arial"/>
              <a:buNone/>
            </a:pPr>
            <a:r>
              <a:rPr b="0" i="0" lang="en-US" sz="1800" u="none" cap="none" strike="noStrike">
                <a:solidFill>
                  <a:schemeClr val="dk1"/>
                </a:solidFill>
                <a:latin typeface="Times New Roman"/>
                <a:ea typeface="Times New Roman"/>
                <a:cs typeface="Times New Roman"/>
                <a:sym typeface="Times New Roman"/>
              </a:rPr>
              <a:t>Defines high-level database structures, such as−</a:t>
            </a:r>
            <a:endParaRPr b="0" i="0" sz="1800" u="none" cap="none" strike="noStrike">
              <a:solidFill>
                <a:schemeClr val="dk1"/>
              </a:solidFill>
              <a:latin typeface="Times New Roman"/>
              <a:ea typeface="Times New Roman"/>
              <a:cs typeface="Times New Roman"/>
              <a:sym typeface="Times New Roman"/>
            </a:endParaRPr>
          </a:p>
          <a:p>
            <a:pPr indent="-342900" lvl="0" marL="457200" marR="0" rtl="0" algn="l">
              <a:lnSpc>
                <a:spcPct val="115000"/>
              </a:lnSpc>
              <a:spcBef>
                <a:spcPts val="1200"/>
              </a:spcBef>
              <a:spcAft>
                <a:spcPts val="0"/>
              </a:spcAft>
              <a:buClr>
                <a:schemeClr val="dk1"/>
              </a:buClr>
              <a:buSzPts val="1800"/>
              <a:buFont typeface="Arial"/>
              <a:buChar char="●"/>
            </a:pPr>
            <a:r>
              <a:rPr b="1" i="0" lang="en-US" sz="1800" u="none" cap="none" strike="noStrike">
                <a:solidFill>
                  <a:schemeClr val="dk1"/>
                </a:solidFill>
                <a:latin typeface="Times New Roman"/>
                <a:ea typeface="Times New Roman"/>
                <a:cs typeface="Times New Roman"/>
                <a:sym typeface="Times New Roman"/>
              </a:rPr>
              <a:t>Choice of databases</a:t>
            </a:r>
            <a:r>
              <a:rPr b="0" i="0" lang="en-US" sz="1800" u="none" cap="none" strike="noStrike">
                <a:solidFill>
                  <a:schemeClr val="dk1"/>
                </a:solidFill>
                <a:latin typeface="Times New Roman"/>
                <a:ea typeface="Times New Roman"/>
                <a:cs typeface="Times New Roman"/>
                <a:sym typeface="Times New Roman"/>
              </a:rPr>
              <a:t>− Relational (MySQL) or NoSQL (MongoDB).</a:t>
            </a:r>
            <a:endParaRPr b="0" i="0" sz="1800" u="none" cap="none" strike="noStrike">
              <a:solidFill>
                <a:schemeClr val="dk1"/>
              </a:solidFill>
              <a:latin typeface="Times New Roman"/>
              <a:ea typeface="Times New Roman"/>
              <a:cs typeface="Times New Roman"/>
              <a:sym typeface="Times New Roman"/>
            </a:endParaRPr>
          </a:p>
          <a:p>
            <a:pPr indent="-342900" lvl="0" marL="457200" marR="0" rtl="0" algn="l">
              <a:lnSpc>
                <a:spcPct val="115000"/>
              </a:lnSpc>
              <a:spcBef>
                <a:spcPts val="0"/>
              </a:spcBef>
              <a:spcAft>
                <a:spcPts val="0"/>
              </a:spcAft>
              <a:buClr>
                <a:schemeClr val="dk1"/>
              </a:buClr>
              <a:buSzPts val="1800"/>
              <a:buFont typeface="Times New Roman"/>
              <a:buChar char="●"/>
            </a:pPr>
            <a:r>
              <a:rPr b="0" i="0" lang="en-US" sz="1800" u="none" cap="none" strike="noStrike">
                <a:solidFill>
                  <a:schemeClr val="dk1"/>
                </a:solidFill>
                <a:latin typeface="Times New Roman"/>
                <a:ea typeface="Times New Roman"/>
                <a:cs typeface="Times New Roman"/>
                <a:sym typeface="Times New Roman"/>
              </a:rPr>
              <a:t>Partitioning and sharding strategies for scalability.</a:t>
            </a:r>
            <a:endParaRPr b="0" i="0" sz="1800" u="none" cap="none" strike="noStrike">
              <a:solidFill>
                <a:schemeClr val="dk1"/>
              </a:solidFill>
              <a:latin typeface="Times New Roman"/>
              <a:ea typeface="Times New Roman"/>
              <a:cs typeface="Times New Roman"/>
              <a:sym typeface="Times New Roman"/>
            </a:endParaRPr>
          </a:p>
          <a:p>
            <a:pPr indent="0" lvl="0" marL="0" marR="0" rtl="0" algn="l">
              <a:lnSpc>
                <a:spcPct val="115000"/>
              </a:lnSpc>
              <a:spcBef>
                <a:spcPts val="1400"/>
              </a:spcBef>
              <a:spcAft>
                <a:spcPts val="0"/>
              </a:spcAft>
              <a:buClr>
                <a:schemeClr val="dk1"/>
              </a:buClr>
              <a:buSzPts val="1100"/>
              <a:buFont typeface="Arial"/>
              <a:buNone/>
            </a:pPr>
            <a:r>
              <a:rPr b="1" i="0" lang="en-US" sz="1800" u="none" cap="none" strike="noStrike">
                <a:solidFill>
                  <a:schemeClr val="dk1"/>
                </a:solidFill>
                <a:latin typeface="Times New Roman"/>
                <a:ea typeface="Times New Roman"/>
                <a:cs typeface="Times New Roman"/>
                <a:sym typeface="Times New Roman"/>
              </a:rPr>
              <a:t>Non-Functional Requirements (NFRs)</a:t>
            </a:r>
            <a:endParaRPr b="1" i="0" sz="1800" u="none" cap="none" strike="noStrike">
              <a:solidFill>
                <a:schemeClr val="dk1"/>
              </a:solidFill>
              <a:latin typeface="Times New Roman"/>
              <a:ea typeface="Times New Roman"/>
              <a:cs typeface="Times New Roman"/>
              <a:sym typeface="Times New Roman"/>
            </a:endParaRPr>
          </a:p>
          <a:p>
            <a:pPr indent="0" lvl="0" marL="0" marR="0" rtl="0" algn="l">
              <a:lnSpc>
                <a:spcPct val="115000"/>
              </a:lnSpc>
              <a:spcBef>
                <a:spcPts val="400"/>
              </a:spcBef>
              <a:spcAft>
                <a:spcPts val="0"/>
              </a:spcAft>
              <a:buClr>
                <a:schemeClr val="dk1"/>
              </a:buClr>
              <a:buSzPts val="1100"/>
              <a:buFont typeface="Arial"/>
              <a:buNone/>
            </a:pPr>
            <a:r>
              <a:rPr b="0" i="0" lang="en-US" sz="1800" u="none" cap="none" strike="noStrike">
                <a:solidFill>
                  <a:schemeClr val="dk1"/>
                </a:solidFill>
                <a:latin typeface="Times New Roman"/>
                <a:ea typeface="Times New Roman"/>
                <a:cs typeface="Times New Roman"/>
                <a:sym typeface="Times New Roman"/>
              </a:rPr>
              <a:t>Addresses aspects like−</a:t>
            </a:r>
            <a:endParaRPr b="0" i="0" sz="1800" u="none" cap="none" strike="noStrike">
              <a:solidFill>
                <a:schemeClr val="dk1"/>
              </a:solidFill>
              <a:latin typeface="Times New Roman"/>
              <a:ea typeface="Times New Roman"/>
              <a:cs typeface="Times New Roman"/>
              <a:sym typeface="Times New Roman"/>
            </a:endParaRPr>
          </a:p>
          <a:p>
            <a:pPr indent="-342900" lvl="0" marL="457200" marR="0" rtl="0" algn="l">
              <a:lnSpc>
                <a:spcPct val="115000"/>
              </a:lnSpc>
              <a:spcBef>
                <a:spcPts val="1200"/>
              </a:spcBef>
              <a:spcAft>
                <a:spcPts val="0"/>
              </a:spcAft>
              <a:buClr>
                <a:schemeClr val="dk1"/>
              </a:buClr>
              <a:buSzPts val="1800"/>
              <a:buFont typeface="Arial"/>
              <a:buChar char="●"/>
            </a:pPr>
            <a:r>
              <a:rPr b="1" i="0" lang="en-US" sz="1800" u="none" cap="none" strike="noStrike">
                <a:solidFill>
                  <a:schemeClr val="dk1"/>
                </a:solidFill>
                <a:latin typeface="Times New Roman"/>
                <a:ea typeface="Times New Roman"/>
                <a:cs typeface="Times New Roman"/>
                <a:sym typeface="Times New Roman"/>
              </a:rPr>
              <a:t>Scalability</a:t>
            </a:r>
            <a:r>
              <a:rPr b="0" i="0" lang="en-US" sz="1800" u="none" cap="none" strike="noStrike">
                <a:solidFill>
                  <a:schemeClr val="dk1"/>
                </a:solidFill>
                <a:latin typeface="Times New Roman"/>
                <a:ea typeface="Times New Roman"/>
                <a:cs typeface="Times New Roman"/>
                <a:sym typeface="Times New Roman"/>
              </a:rPr>
              <a:t>− Handle increasing load efficiently.</a:t>
            </a:r>
            <a:endParaRPr b="0" i="0" sz="1800" u="none" cap="none" strike="noStrike">
              <a:solidFill>
                <a:schemeClr val="dk1"/>
              </a:solidFill>
              <a:latin typeface="Times New Roman"/>
              <a:ea typeface="Times New Roman"/>
              <a:cs typeface="Times New Roman"/>
              <a:sym typeface="Times New Roman"/>
            </a:endParaRPr>
          </a:p>
          <a:p>
            <a:pPr indent="-342900" lvl="0" marL="457200" marR="0" rtl="0" algn="l">
              <a:lnSpc>
                <a:spcPct val="115000"/>
              </a:lnSpc>
              <a:spcBef>
                <a:spcPts val="0"/>
              </a:spcBef>
              <a:spcAft>
                <a:spcPts val="0"/>
              </a:spcAft>
              <a:buClr>
                <a:schemeClr val="dk1"/>
              </a:buClr>
              <a:buSzPts val="1800"/>
              <a:buFont typeface="Arial"/>
              <a:buChar char="●"/>
            </a:pPr>
            <a:r>
              <a:rPr b="1" i="0" lang="en-US" sz="1800" u="none" cap="none" strike="noStrike">
                <a:solidFill>
                  <a:schemeClr val="dk1"/>
                </a:solidFill>
                <a:latin typeface="Times New Roman"/>
                <a:ea typeface="Times New Roman"/>
                <a:cs typeface="Times New Roman"/>
                <a:sym typeface="Times New Roman"/>
              </a:rPr>
              <a:t>Availability</a:t>
            </a:r>
            <a:r>
              <a:rPr b="0" i="0" lang="en-US" sz="1800" u="none" cap="none" strike="noStrike">
                <a:solidFill>
                  <a:schemeClr val="dk1"/>
                </a:solidFill>
                <a:latin typeface="Times New Roman"/>
                <a:ea typeface="Times New Roman"/>
                <a:cs typeface="Times New Roman"/>
                <a:sym typeface="Times New Roman"/>
              </a:rPr>
              <a:t>− Minimize downtime (e.g., 99.99% uptime).</a:t>
            </a:r>
            <a:endParaRPr b="0" i="0" sz="1800" u="none" cap="none" strike="noStrike">
              <a:solidFill>
                <a:schemeClr val="dk1"/>
              </a:solidFill>
              <a:latin typeface="Times New Roman"/>
              <a:ea typeface="Times New Roman"/>
              <a:cs typeface="Times New Roman"/>
              <a:sym typeface="Times New Roman"/>
            </a:endParaRPr>
          </a:p>
          <a:p>
            <a:pPr indent="-342900" lvl="0" marL="457200" marR="0" rtl="0" algn="l">
              <a:lnSpc>
                <a:spcPct val="115000"/>
              </a:lnSpc>
              <a:spcBef>
                <a:spcPts val="0"/>
              </a:spcBef>
              <a:spcAft>
                <a:spcPts val="0"/>
              </a:spcAft>
              <a:buClr>
                <a:schemeClr val="dk1"/>
              </a:buClr>
              <a:buSzPts val="1800"/>
              <a:buFont typeface="Arial"/>
              <a:buChar char="●"/>
            </a:pPr>
            <a:r>
              <a:rPr b="1" i="0" lang="en-US" sz="1800" u="none" cap="none" strike="noStrike">
                <a:solidFill>
                  <a:schemeClr val="dk1"/>
                </a:solidFill>
                <a:latin typeface="Times New Roman"/>
                <a:ea typeface="Times New Roman"/>
                <a:cs typeface="Times New Roman"/>
                <a:sym typeface="Times New Roman"/>
              </a:rPr>
              <a:t>Security</a:t>
            </a:r>
            <a:r>
              <a:rPr b="0" i="0" lang="en-US" sz="1800" u="none" cap="none" strike="noStrike">
                <a:solidFill>
                  <a:schemeClr val="dk1"/>
                </a:solidFill>
                <a:latin typeface="Times New Roman"/>
                <a:ea typeface="Times New Roman"/>
                <a:cs typeface="Times New Roman"/>
                <a:sym typeface="Times New Roman"/>
              </a:rPr>
              <a:t>− Protect sensitive data.</a:t>
            </a:r>
            <a:endParaRPr b="0" i="0" sz="1800" u="none" cap="none" strike="noStrike">
              <a:solidFill>
                <a:schemeClr val="dk1"/>
              </a:solidFill>
              <a:latin typeface="Times New Roman"/>
              <a:ea typeface="Times New Roman"/>
              <a:cs typeface="Times New Roman"/>
              <a:sym typeface="Times New Roman"/>
            </a:endParaRPr>
          </a:p>
          <a:p>
            <a:pPr indent="-342900" lvl="0" marL="457200" marR="0" rtl="0" algn="l">
              <a:lnSpc>
                <a:spcPct val="115000"/>
              </a:lnSpc>
              <a:spcBef>
                <a:spcPts val="0"/>
              </a:spcBef>
              <a:spcAft>
                <a:spcPts val="0"/>
              </a:spcAft>
              <a:buClr>
                <a:schemeClr val="dk1"/>
              </a:buClr>
              <a:buSzPts val="1800"/>
              <a:buFont typeface="Arial"/>
              <a:buChar char="●"/>
            </a:pPr>
            <a:r>
              <a:rPr b="1" i="0" lang="en-US" sz="1800" u="none" cap="none" strike="noStrike">
                <a:solidFill>
                  <a:schemeClr val="dk1"/>
                </a:solidFill>
                <a:latin typeface="Times New Roman"/>
                <a:ea typeface="Times New Roman"/>
                <a:cs typeface="Times New Roman"/>
                <a:sym typeface="Times New Roman"/>
              </a:rPr>
              <a:t>Performance</a:t>
            </a:r>
            <a:r>
              <a:rPr b="0" i="0" lang="en-US" sz="1800" u="none" cap="none" strike="noStrike">
                <a:solidFill>
                  <a:schemeClr val="dk1"/>
                </a:solidFill>
                <a:latin typeface="Times New Roman"/>
                <a:ea typeface="Times New Roman"/>
                <a:cs typeface="Times New Roman"/>
                <a:sym typeface="Times New Roman"/>
              </a:rPr>
              <a:t>− Optimize for latency and throughput.</a:t>
            </a:r>
            <a:endParaRPr b="0" i="0" sz="1800" u="none" cap="none" strike="noStrike">
              <a:solidFill>
                <a:schemeClr val="dk1"/>
              </a:solidFill>
              <a:latin typeface="Times New Roman"/>
              <a:ea typeface="Times New Roman"/>
              <a:cs typeface="Times New Roman"/>
              <a:sym typeface="Times New Roman"/>
            </a:endParaRPr>
          </a:p>
          <a:p>
            <a:pPr indent="0" lvl="0" marL="0" marR="0" rtl="0" algn="l">
              <a:lnSpc>
                <a:spcPct val="115000"/>
              </a:lnSpc>
              <a:spcBef>
                <a:spcPts val="1400"/>
              </a:spcBef>
              <a:spcAft>
                <a:spcPts val="0"/>
              </a:spcAft>
              <a:buClr>
                <a:schemeClr val="dk1"/>
              </a:buClr>
              <a:buSzPts val="1100"/>
              <a:buFont typeface="Arial"/>
              <a:buNone/>
            </a:pPr>
            <a:r>
              <a:rPr b="1" i="0" lang="en-US" sz="1800" u="none" cap="none" strike="noStrike">
                <a:solidFill>
                  <a:schemeClr val="dk1"/>
                </a:solidFill>
                <a:latin typeface="Times New Roman"/>
                <a:ea typeface="Times New Roman"/>
                <a:cs typeface="Times New Roman"/>
                <a:sym typeface="Times New Roman"/>
              </a:rPr>
              <a:t>Interfaces and APIs</a:t>
            </a:r>
            <a:endParaRPr b="1" i="0" sz="1800" u="none" cap="none" strike="noStrike">
              <a:solidFill>
                <a:schemeClr val="dk1"/>
              </a:solidFill>
              <a:latin typeface="Times New Roman"/>
              <a:ea typeface="Times New Roman"/>
              <a:cs typeface="Times New Roman"/>
              <a:sym typeface="Times New Roman"/>
            </a:endParaRPr>
          </a:p>
          <a:p>
            <a:pPr indent="0" lvl="0" marL="0" marR="0" rtl="0" algn="l">
              <a:lnSpc>
                <a:spcPct val="115000"/>
              </a:lnSpc>
              <a:spcBef>
                <a:spcPts val="400"/>
              </a:spcBef>
              <a:spcAft>
                <a:spcPts val="0"/>
              </a:spcAft>
              <a:buClr>
                <a:schemeClr val="dk1"/>
              </a:buClr>
              <a:buSzPts val="1100"/>
              <a:buFont typeface="Arial"/>
              <a:buNone/>
            </a:pPr>
            <a:r>
              <a:rPr b="0" i="0" lang="en-US" sz="1800" u="none" cap="none" strike="noStrike">
                <a:solidFill>
                  <a:schemeClr val="dk1"/>
                </a:solidFill>
                <a:latin typeface="Times New Roman"/>
                <a:ea typeface="Times New Roman"/>
                <a:cs typeface="Times New Roman"/>
                <a:sym typeface="Times New Roman"/>
              </a:rPr>
              <a:t>Defines interaction points between internal and external systems. For example−</a:t>
            </a:r>
            <a:endParaRPr b="0" i="0" sz="1800" u="none" cap="none" strike="noStrike">
              <a:solidFill>
                <a:schemeClr val="dk1"/>
              </a:solidFill>
              <a:latin typeface="Times New Roman"/>
              <a:ea typeface="Times New Roman"/>
              <a:cs typeface="Times New Roman"/>
              <a:sym typeface="Times New Roman"/>
            </a:endParaRPr>
          </a:p>
          <a:p>
            <a:pPr indent="-342900" lvl="0" marL="457200" marR="0" rtl="0" algn="l">
              <a:lnSpc>
                <a:spcPct val="115000"/>
              </a:lnSpc>
              <a:spcBef>
                <a:spcPts val="1200"/>
              </a:spcBef>
              <a:spcAft>
                <a:spcPts val="0"/>
              </a:spcAft>
              <a:buClr>
                <a:schemeClr val="dk1"/>
              </a:buClr>
              <a:buSzPts val="1800"/>
              <a:buFont typeface="Times New Roman"/>
              <a:buChar char="●"/>
            </a:pPr>
            <a:r>
              <a:rPr b="0" i="0" lang="en-US" sz="1800" u="none" cap="none" strike="noStrike">
                <a:solidFill>
                  <a:schemeClr val="dk1"/>
                </a:solidFill>
                <a:latin typeface="Times New Roman"/>
                <a:ea typeface="Times New Roman"/>
                <a:cs typeface="Times New Roman"/>
                <a:sym typeface="Times New Roman"/>
              </a:rPr>
              <a:t>RESTful APIs or GraphQL endpoints.</a:t>
            </a:r>
            <a:endParaRPr b="0" i="0" sz="1800" u="none" cap="none" strike="noStrike">
              <a:solidFill>
                <a:schemeClr val="dk1"/>
              </a:solidFill>
              <a:latin typeface="Times New Roman"/>
              <a:ea typeface="Times New Roman"/>
              <a:cs typeface="Times New Roman"/>
              <a:sym typeface="Times New Roman"/>
            </a:endParaRPr>
          </a:p>
          <a:p>
            <a:pPr indent="-342900" lvl="0" marL="457200" marR="0" rtl="0" algn="l">
              <a:lnSpc>
                <a:spcPct val="115000"/>
              </a:lnSpc>
              <a:spcBef>
                <a:spcPts val="0"/>
              </a:spcBef>
              <a:spcAft>
                <a:spcPts val="0"/>
              </a:spcAft>
              <a:buClr>
                <a:schemeClr val="dk1"/>
              </a:buClr>
              <a:buSzPts val="1800"/>
              <a:buFont typeface="Times New Roman"/>
              <a:buChar char="●"/>
            </a:pPr>
            <a:r>
              <a:rPr b="0" i="0" lang="en-US" sz="1800" u="none" cap="none" strike="noStrike">
                <a:solidFill>
                  <a:schemeClr val="dk1"/>
                </a:solidFill>
                <a:latin typeface="Times New Roman"/>
                <a:ea typeface="Times New Roman"/>
                <a:cs typeface="Times New Roman"/>
                <a:sym typeface="Times New Roman"/>
              </a:rPr>
              <a:t>Data formats like JSON or XML.</a:t>
            </a:r>
            <a:endParaRPr b="0" i="0" sz="1800" u="none" cap="none" strike="noStrike">
              <a:solidFill>
                <a:schemeClr val="dk1"/>
              </a:solidFill>
              <a:latin typeface="Times New Roman"/>
              <a:ea typeface="Times New Roman"/>
              <a:cs typeface="Times New Roman"/>
              <a:sym typeface="Times New Roman"/>
            </a:endParaRPr>
          </a:p>
          <a:p>
            <a:pPr indent="0" lvl="0" marL="0" marR="0" rtl="0" algn="l">
              <a:lnSpc>
                <a:spcPct val="100000"/>
              </a:lnSpc>
              <a:spcBef>
                <a:spcPts val="1200"/>
              </a:spcBef>
              <a:spcAft>
                <a:spcPts val="0"/>
              </a:spcAft>
              <a:buClr>
                <a:schemeClr val="dk1"/>
              </a:buClr>
              <a:buSzPts val="1100"/>
              <a:buFont typeface="Arial"/>
              <a:buNone/>
            </a:pPr>
            <a:r>
              <a:t/>
            </a:r>
            <a:endParaRPr b="0" i="0" sz="32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3200"/>
              <a:buFont typeface="Arial"/>
              <a:buNone/>
            </a:pPr>
            <a:r>
              <a:t/>
            </a:r>
            <a:endParaRPr b="0" i="0" sz="3200" u="none" cap="none" strike="noStrike">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 name="Shape 54"/>
        <p:cNvGrpSpPr/>
        <p:nvPr/>
      </p:nvGrpSpPr>
      <p:grpSpPr>
        <a:xfrm>
          <a:off x="0" y="0"/>
          <a:ext cx="0" cy="0"/>
          <a:chOff x="0" y="0"/>
          <a:chExt cx="0" cy="0"/>
        </a:xfrm>
      </p:grpSpPr>
      <p:sp>
        <p:nvSpPr>
          <p:cNvPr id="55" name="Google Shape;55;g36f0cc52d99_1_84"/>
          <p:cNvSpPr txBox="1"/>
          <p:nvPr>
            <p:ph idx="12" type="sldNum"/>
          </p:nvPr>
        </p:nvSpPr>
        <p:spPr>
          <a:xfrm>
            <a:off x="10270093" y="7629104"/>
            <a:ext cx="3343800" cy="4383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
        <p:nvSpPr>
          <p:cNvPr id="56" name="Google Shape;56;g36f0cc52d99_1_84"/>
          <p:cNvSpPr txBox="1"/>
          <p:nvPr/>
        </p:nvSpPr>
        <p:spPr>
          <a:xfrm>
            <a:off x="174925" y="1052900"/>
            <a:ext cx="13924500" cy="68937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1800"/>
              </a:spcBef>
              <a:spcAft>
                <a:spcPts val="0"/>
              </a:spcAft>
              <a:buClr>
                <a:schemeClr val="dk1"/>
              </a:buClr>
              <a:buSzPts val="1100"/>
              <a:buFont typeface="Arial"/>
              <a:buNone/>
            </a:pPr>
            <a:r>
              <a:rPr b="1" i="0" lang="en-US" sz="1800" u="none" cap="none" strike="noStrike">
                <a:solidFill>
                  <a:schemeClr val="dk1"/>
                </a:solidFill>
                <a:latin typeface="Times New Roman"/>
                <a:ea typeface="Times New Roman"/>
                <a:cs typeface="Times New Roman"/>
                <a:sym typeface="Times New Roman"/>
              </a:rPr>
              <a:t>Principles of High-Level Design</a:t>
            </a:r>
            <a:endParaRPr b="1" i="0" sz="1800" u="none" cap="none" strike="noStrike">
              <a:solidFill>
                <a:schemeClr val="dk1"/>
              </a:solidFill>
              <a:latin typeface="Times New Roman"/>
              <a:ea typeface="Times New Roman"/>
              <a:cs typeface="Times New Roman"/>
              <a:sym typeface="Times New Roman"/>
            </a:endParaRPr>
          </a:p>
          <a:p>
            <a:pPr indent="0" lvl="0" marL="0" marR="0" rtl="0" algn="l">
              <a:lnSpc>
                <a:spcPct val="115000"/>
              </a:lnSpc>
              <a:spcBef>
                <a:spcPts val="1200"/>
              </a:spcBef>
              <a:spcAft>
                <a:spcPts val="0"/>
              </a:spcAft>
              <a:buClr>
                <a:schemeClr val="dk1"/>
              </a:buClr>
              <a:buSzPts val="1100"/>
              <a:buFont typeface="Arial"/>
              <a:buNone/>
            </a:pPr>
            <a:r>
              <a:rPr b="0" i="0" lang="en-US" sz="1800" u="none" cap="none" strike="noStrike">
                <a:solidFill>
                  <a:schemeClr val="dk1"/>
                </a:solidFill>
                <a:latin typeface="Times New Roman"/>
                <a:ea typeface="Times New Roman"/>
                <a:cs typeface="Times New Roman"/>
                <a:sym typeface="Times New Roman"/>
              </a:rPr>
              <a:t>High-Level Design must adhere to key principles to ensure a robust system−</a:t>
            </a:r>
            <a:endParaRPr b="0" i="0" sz="1800" u="none" cap="none" strike="noStrike">
              <a:solidFill>
                <a:schemeClr val="dk1"/>
              </a:solidFill>
              <a:latin typeface="Times New Roman"/>
              <a:ea typeface="Times New Roman"/>
              <a:cs typeface="Times New Roman"/>
              <a:sym typeface="Times New Roman"/>
            </a:endParaRPr>
          </a:p>
          <a:p>
            <a:pPr indent="-342900" lvl="0" marL="457200" marR="0" rtl="0" algn="l">
              <a:lnSpc>
                <a:spcPct val="115000"/>
              </a:lnSpc>
              <a:spcBef>
                <a:spcPts val="1200"/>
              </a:spcBef>
              <a:spcAft>
                <a:spcPts val="0"/>
              </a:spcAft>
              <a:buClr>
                <a:schemeClr val="dk1"/>
              </a:buClr>
              <a:buSzPts val="1800"/>
              <a:buFont typeface="Arial"/>
              <a:buAutoNum type="arabicPeriod"/>
            </a:pPr>
            <a:r>
              <a:rPr b="1" i="0" lang="en-US" sz="1800" u="none" cap="none" strike="noStrike">
                <a:solidFill>
                  <a:schemeClr val="dk1"/>
                </a:solidFill>
                <a:latin typeface="Times New Roman"/>
                <a:ea typeface="Times New Roman"/>
                <a:cs typeface="Times New Roman"/>
                <a:sym typeface="Times New Roman"/>
              </a:rPr>
              <a:t>Modularity</a:t>
            </a:r>
            <a:r>
              <a:rPr b="0" i="0" lang="en-US" sz="1800" u="none" cap="none" strike="noStrike">
                <a:solidFill>
                  <a:schemeClr val="dk1"/>
                </a:solidFill>
                <a:latin typeface="Times New Roman"/>
                <a:ea typeface="Times New Roman"/>
                <a:cs typeface="Times New Roman"/>
                <a:sym typeface="Times New Roman"/>
              </a:rPr>
              <a:t>− Divide the system into independent, loosely coupled modules to improve maintainability.</a:t>
            </a:r>
            <a:endParaRPr b="0" i="0" sz="1800" u="none" cap="none" strike="noStrike">
              <a:solidFill>
                <a:schemeClr val="dk1"/>
              </a:solidFill>
              <a:latin typeface="Times New Roman"/>
              <a:ea typeface="Times New Roman"/>
              <a:cs typeface="Times New Roman"/>
              <a:sym typeface="Times New Roman"/>
            </a:endParaRPr>
          </a:p>
          <a:p>
            <a:pPr indent="-342900" lvl="0" marL="457200" marR="0" rtl="0" algn="l">
              <a:lnSpc>
                <a:spcPct val="115000"/>
              </a:lnSpc>
              <a:spcBef>
                <a:spcPts val="0"/>
              </a:spcBef>
              <a:spcAft>
                <a:spcPts val="0"/>
              </a:spcAft>
              <a:buClr>
                <a:schemeClr val="dk1"/>
              </a:buClr>
              <a:buSzPts val="1800"/>
              <a:buFont typeface="Arial"/>
              <a:buAutoNum type="arabicPeriod"/>
            </a:pPr>
            <a:r>
              <a:rPr b="1" i="0" lang="en-US" sz="1800" u="none" cap="none" strike="noStrike">
                <a:solidFill>
                  <a:schemeClr val="dk1"/>
                </a:solidFill>
                <a:latin typeface="Times New Roman"/>
                <a:ea typeface="Times New Roman"/>
                <a:cs typeface="Times New Roman"/>
                <a:sym typeface="Times New Roman"/>
              </a:rPr>
              <a:t>Scalability</a:t>
            </a:r>
            <a:r>
              <a:rPr b="0" i="0" lang="en-US" sz="1800" u="none" cap="none" strike="noStrike">
                <a:solidFill>
                  <a:schemeClr val="dk1"/>
                </a:solidFill>
                <a:latin typeface="Times New Roman"/>
                <a:ea typeface="Times New Roman"/>
                <a:cs typeface="Times New Roman"/>
                <a:sym typeface="Times New Roman"/>
              </a:rPr>
              <a:t>− Design to handle future growth in users, traffic, or data.</a:t>
            </a:r>
            <a:endParaRPr b="0" i="0" sz="1800" u="none" cap="none" strike="noStrike">
              <a:solidFill>
                <a:schemeClr val="dk1"/>
              </a:solidFill>
              <a:latin typeface="Times New Roman"/>
              <a:ea typeface="Times New Roman"/>
              <a:cs typeface="Times New Roman"/>
              <a:sym typeface="Times New Roman"/>
            </a:endParaRPr>
          </a:p>
          <a:p>
            <a:pPr indent="-342900" lvl="0" marL="457200" marR="0" rtl="0" algn="l">
              <a:lnSpc>
                <a:spcPct val="115000"/>
              </a:lnSpc>
              <a:spcBef>
                <a:spcPts val="0"/>
              </a:spcBef>
              <a:spcAft>
                <a:spcPts val="0"/>
              </a:spcAft>
              <a:buClr>
                <a:schemeClr val="dk1"/>
              </a:buClr>
              <a:buSzPts val="1800"/>
              <a:buFont typeface="Arial"/>
              <a:buAutoNum type="arabicPeriod"/>
            </a:pPr>
            <a:r>
              <a:rPr b="1" i="0" lang="en-US" sz="1800" u="none" cap="none" strike="noStrike">
                <a:solidFill>
                  <a:schemeClr val="dk1"/>
                </a:solidFill>
                <a:latin typeface="Times New Roman"/>
                <a:ea typeface="Times New Roman"/>
                <a:cs typeface="Times New Roman"/>
                <a:sym typeface="Times New Roman"/>
              </a:rPr>
              <a:t>Performance</a:t>
            </a:r>
            <a:r>
              <a:rPr b="0" i="0" lang="en-US" sz="1800" u="none" cap="none" strike="noStrike">
                <a:solidFill>
                  <a:schemeClr val="dk1"/>
                </a:solidFill>
                <a:latin typeface="Times New Roman"/>
                <a:ea typeface="Times New Roman"/>
                <a:cs typeface="Times New Roman"/>
                <a:sym typeface="Times New Roman"/>
              </a:rPr>
              <a:t>− Optimize response times and minimize resource usage.</a:t>
            </a:r>
            <a:endParaRPr b="0" i="0" sz="1800" u="none" cap="none" strike="noStrike">
              <a:solidFill>
                <a:schemeClr val="dk1"/>
              </a:solidFill>
              <a:latin typeface="Times New Roman"/>
              <a:ea typeface="Times New Roman"/>
              <a:cs typeface="Times New Roman"/>
              <a:sym typeface="Times New Roman"/>
            </a:endParaRPr>
          </a:p>
          <a:p>
            <a:pPr indent="-342900" lvl="0" marL="457200" marR="0" rtl="0" algn="l">
              <a:lnSpc>
                <a:spcPct val="115000"/>
              </a:lnSpc>
              <a:spcBef>
                <a:spcPts val="0"/>
              </a:spcBef>
              <a:spcAft>
                <a:spcPts val="0"/>
              </a:spcAft>
              <a:buClr>
                <a:schemeClr val="dk1"/>
              </a:buClr>
              <a:buSzPts val="1800"/>
              <a:buFont typeface="Arial"/>
              <a:buAutoNum type="arabicPeriod"/>
            </a:pPr>
            <a:r>
              <a:rPr b="1" i="0" lang="en-US" sz="1800" u="none" cap="none" strike="noStrike">
                <a:solidFill>
                  <a:schemeClr val="dk1"/>
                </a:solidFill>
                <a:latin typeface="Times New Roman"/>
                <a:ea typeface="Times New Roman"/>
                <a:cs typeface="Times New Roman"/>
                <a:sym typeface="Times New Roman"/>
              </a:rPr>
              <a:t>Security</a:t>
            </a:r>
            <a:r>
              <a:rPr b="0" i="0" lang="en-US" sz="1800" u="none" cap="none" strike="noStrike">
                <a:solidFill>
                  <a:schemeClr val="dk1"/>
                </a:solidFill>
                <a:latin typeface="Times New Roman"/>
                <a:ea typeface="Times New Roman"/>
                <a:cs typeface="Times New Roman"/>
                <a:sym typeface="Times New Roman"/>
              </a:rPr>
              <a:t>− Ensure components are protected from potential vulnerabilities.</a:t>
            </a:r>
            <a:endParaRPr b="0" i="0" sz="1800" u="none" cap="none" strike="noStrike">
              <a:solidFill>
                <a:schemeClr val="dk1"/>
              </a:solidFill>
              <a:latin typeface="Times New Roman"/>
              <a:ea typeface="Times New Roman"/>
              <a:cs typeface="Times New Roman"/>
              <a:sym typeface="Times New Roman"/>
            </a:endParaRPr>
          </a:p>
          <a:p>
            <a:pPr indent="-342900" lvl="0" marL="457200" marR="0" rtl="0" algn="l">
              <a:lnSpc>
                <a:spcPct val="115000"/>
              </a:lnSpc>
              <a:spcBef>
                <a:spcPts val="0"/>
              </a:spcBef>
              <a:spcAft>
                <a:spcPts val="0"/>
              </a:spcAft>
              <a:buClr>
                <a:schemeClr val="dk1"/>
              </a:buClr>
              <a:buSzPts val="1800"/>
              <a:buFont typeface="Arial"/>
              <a:buAutoNum type="arabicPeriod"/>
            </a:pPr>
            <a:r>
              <a:rPr b="1" i="0" lang="en-US" sz="1800" u="none" cap="none" strike="noStrike">
                <a:solidFill>
                  <a:schemeClr val="dk1"/>
                </a:solidFill>
                <a:latin typeface="Times New Roman"/>
                <a:ea typeface="Times New Roman"/>
                <a:cs typeface="Times New Roman"/>
                <a:sym typeface="Times New Roman"/>
              </a:rPr>
              <a:t>Reusability</a:t>
            </a:r>
            <a:r>
              <a:rPr b="0" i="0" lang="en-US" sz="1800" u="none" cap="none" strike="noStrike">
                <a:solidFill>
                  <a:schemeClr val="dk1"/>
                </a:solidFill>
                <a:latin typeface="Times New Roman"/>
                <a:ea typeface="Times New Roman"/>
                <a:cs typeface="Times New Roman"/>
                <a:sym typeface="Times New Roman"/>
              </a:rPr>
              <a:t>− Design modules that can be reused across multiple projects.</a:t>
            </a:r>
            <a:endParaRPr b="0" i="0" sz="1800" u="none" cap="none" strike="noStrike">
              <a:solidFill>
                <a:schemeClr val="dk1"/>
              </a:solidFill>
              <a:latin typeface="Times New Roman"/>
              <a:ea typeface="Times New Roman"/>
              <a:cs typeface="Times New Roman"/>
              <a:sym typeface="Times New Roman"/>
            </a:endParaRPr>
          </a:p>
          <a:p>
            <a:pPr indent="-342900" lvl="0" marL="457200" marR="0" rtl="0" algn="l">
              <a:lnSpc>
                <a:spcPct val="115000"/>
              </a:lnSpc>
              <a:spcBef>
                <a:spcPts val="0"/>
              </a:spcBef>
              <a:spcAft>
                <a:spcPts val="0"/>
              </a:spcAft>
              <a:buClr>
                <a:schemeClr val="dk1"/>
              </a:buClr>
              <a:buSzPts val="1800"/>
              <a:buFont typeface="Arial"/>
              <a:buAutoNum type="arabicPeriod"/>
            </a:pPr>
            <a:r>
              <a:rPr b="1" i="0" lang="en-US" sz="1800" u="none" cap="none" strike="noStrike">
                <a:solidFill>
                  <a:schemeClr val="dk1"/>
                </a:solidFill>
                <a:latin typeface="Times New Roman"/>
                <a:ea typeface="Times New Roman"/>
                <a:cs typeface="Times New Roman"/>
                <a:sym typeface="Times New Roman"/>
              </a:rPr>
              <a:t>Reliability and Fault Tolerance</a:t>
            </a:r>
            <a:r>
              <a:rPr b="0" i="0" lang="en-US" sz="1800" u="none" cap="none" strike="noStrike">
                <a:solidFill>
                  <a:schemeClr val="dk1"/>
                </a:solidFill>
                <a:latin typeface="Times New Roman"/>
                <a:ea typeface="Times New Roman"/>
                <a:cs typeface="Times New Roman"/>
                <a:sym typeface="Times New Roman"/>
              </a:rPr>
              <a:t>− Create fail-safe mechanisms to handle errors or outages gracefully.</a:t>
            </a:r>
            <a:endParaRPr b="0" i="0" sz="1800" u="none" cap="none" strike="noStrike">
              <a:solidFill>
                <a:schemeClr val="dk1"/>
              </a:solidFill>
              <a:latin typeface="Times New Roman"/>
              <a:ea typeface="Times New Roman"/>
              <a:cs typeface="Times New Roman"/>
              <a:sym typeface="Times New Roman"/>
            </a:endParaRPr>
          </a:p>
          <a:p>
            <a:pPr indent="-342900" lvl="0" marL="457200" marR="0" rtl="0" algn="l">
              <a:lnSpc>
                <a:spcPct val="115000"/>
              </a:lnSpc>
              <a:spcBef>
                <a:spcPts val="0"/>
              </a:spcBef>
              <a:spcAft>
                <a:spcPts val="0"/>
              </a:spcAft>
              <a:buClr>
                <a:schemeClr val="dk1"/>
              </a:buClr>
              <a:buSzPts val="1800"/>
              <a:buFont typeface="Arial"/>
              <a:buAutoNum type="arabicPeriod"/>
            </a:pPr>
            <a:r>
              <a:rPr b="1" i="0" lang="en-US" sz="1800" u="none" cap="none" strike="noStrike">
                <a:solidFill>
                  <a:schemeClr val="dk1"/>
                </a:solidFill>
                <a:latin typeface="Times New Roman"/>
                <a:ea typeface="Times New Roman"/>
                <a:cs typeface="Times New Roman"/>
                <a:sym typeface="Times New Roman"/>
              </a:rPr>
              <a:t>Simplicity</a:t>
            </a:r>
            <a:r>
              <a:rPr b="0" i="0" lang="en-US" sz="1800" u="none" cap="none" strike="noStrike">
                <a:solidFill>
                  <a:schemeClr val="dk1"/>
                </a:solidFill>
                <a:latin typeface="Times New Roman"/>
                <a:ea typeface="Times New Roman"/>
                <a:cs typeface="Times New Roman"/>
                <a:sym typeface="Times New Roman"/>
              </a:rPr>
              <a:t>− Avoid over-engineering; keep the design easy to understand and implement.</a:t>
            </a:r>
            <a:endParaRPr b="0" i="0" sz="1800" u="none" cap="none" strike="noStrike">
              <a:solidFill>
                <a:schemeClr val="dk1"/>
              </a:solidFill>
              <a:latin typeface="Times New Roman"/>
              <a:ea typeface="Times New Roman"/>
              <a:cs typeface="Times New Roman"/>
              <a:sym typeface="Times New Roman"/>
            </a:endParaRPr>
          </a:p>
          <a:p>
            <a:pPr indent="0" lvl="0" marL="0" marR="0" rtl="0" algn="l">
              <a:lnSpc>
                <a:spcPct val="100000"/>
              </a:lnSpc>
              <a:spcBef>
                <a:spcPts val="1200"/>
              </a:spcBef>
              <a:spcAft>
                <a:spcPts val="0"/>
              </a:spcAft>
              <a:buClr>
                <a:srgbClr val="000000"/>
              </a:buClr>
              <a:buSzPts val="1800"/>
              <a:buFont typeface="Arial"/>
              <a:buNone/>
            </a:pPr>
            <a:r>
              <a:t/>
            </a:r>
            <a:endParaRPr b="0" i="0" sz="1800" u="none" cap="none" strike="noStrike">
              <a:solidFill>
                <a:schemeClr val="dk1"/>
              </a:solidFill>
              <a:latin typeface="Times New Roman"/>
              <a:ea typeface="Times New Roman"/>
              <a:cs typeface="Times New Roman"/>
              <a:sym typeface="Times New Roman"/>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 name="Shape 61"/>
        <p:cNvGrpSpPr/>
        <p:nvPr/>
      </p:nvGrpSpPr>
      <p:grpSpPr>
        <a:xfrm>
          <a:off x="0" y="0"/>
          <a:ext cx="0" cy="0"/>
          <a:chOff x="0" y="0"/>
          <a:chExt cx="0" cy="0"/>
        </a:xfrm>
      </p:grpSpPr>
      <p:sp>
        <p:nvSpPr>
          <p:cNvPr id="62" name="Google Shape;62;g36f0cc52d99_1_91"/>
          <p:cNvSpPr txBox="1"/>
          <p:nvPr>
            <p:ph idx="12" type="sldNum"/>
          </p:nvPr>
        </p:nvSpPr>
        <p:spPr>
          <a:xfrm>
            <a:off x="10270093" y="7629104"/>
            <a:ext cx="3343800" cy="4383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
        <p:nvSpPr>
          <p:cNvPr id="63" name="Google Shape;63;g36f0cc52d99_1_91"/>
          <p:cNvSpPr txBox="1"/>
          <p:nvPr/>
        </p:nvSpPr>
        <p:spPr>
          <a:xfrm>
            <a:off x="157775" y="1018600"/>
            <a:ext cx="13941600" cy="69279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1800"/>
              </a:spcBef>
              <a:spcAft>
                <a:spcPts val="0"/>
              </a:spcAft>
              <a:buClr>
                <a:schemeClr val="dk1"/>
              </a:buClr>
              <a:buSzPts val="1100"/>
              <a:buFont typeface="Arial"/>
              <a:buNone/>
            </a:pPr>
            <a:r>
              <a:rPr b="1" i="0" lang="en-US" sz="1800" u="none" cap="none" strike="noStrike">
                <a:solidFill>
                  <a:schemeClr val="dk1"/>
                </a:solidFill>
                <a:latin typeface="Times New Roman"/>
                <a:ea typeface="Times New Roman"/>
                <a:cs typeface="Times New Roman"/>
                <a:sym typeface="Times New Roman"/>
              </a:rPr>
              <a:t>The Process of High-Level Design</a:t>
            </a:r>
            <a:endParaRPr b="1" i="0" sz="1800" u="none" cap="none" strike="noStrike">
              <a:solidFill>
                <a:schemeClr val="dk1"/>
              </a:solidFill>
              <a:latin typeface="Times New Roman"/>
              <a:ea typeface="Times New Roman"/>
              <a:cs typeface="Times New Roman"/>
              <a:sym typeface="Times New Roman"/>
            </a:endParaRPr>
          </a:p>
          <a:p>
            <a:pPr indent="0" lvl="0" marL="0" marR="0" rtl="0" algn="l">
              <a:lnSpc>
                <a:spcPct val="115000"/>
              </a:lnSpc>
              <a:spcBef>
                <a:spcPts val="1200"/>
              </a:spcBef>
              <a:spcAft>
                <a:spcPts val="0"/>
              </a:spcAft>
              <a:buClr>
                <a:schemeClr val="dk1"/>
              </a:buClr>
              <a:buSzPts val="1100"/>
              <a:buFont typeface="Arial"/>
              <a:buNone/>
            </a:pPr>
            <a:r>
              <a:rPr b="0" i="0" lang="en-US" sz="1800" u="none" cap="none" strike="noStrike">
                <a:solidFill>
                  <a:schemeClr val="dk1"/>
                </a:solidFill>
                <a:latin typeface="Times New Roman"/>
                <a:ea typeface="Times New Roman"/>
                <a:cs typeface="Times New Roman"/>
                <a:sym typeface="Times New Roman"/>
              </a:rPr>
              <a:t>Creating a High-Level Design involves several steps−</a:t>
            </a:r>
            <a:endParaRPr b="0" i="0" sz="1800" u="none" cap="none" strike="noStrike">
              <a:solidFill>
                <a:schemeClr val="dk1"/>
              </a:solidFill>
              <a:latin typeface="Times New Roman"/>
              <a:ea typeface="Times New Roman"/>
              <a:cs typeface="Times New Roman"/>
              <a:sym typeface="Times New Roman"/>
            </a:endParaRPr>
          </a:p>
          <a:p>
            <a:pPr indent="0" lvl="0" marL="0" marR="0" rtl="0" algn="l">
              <a:lnSpc>
                <a:spcPct val="115000"/>
              </a:lnSpc>
              <a:spcBef>
                <a:spcPts val="1400"/>
              </a:spcBef>
              <a:spcAft>
                <a:spcPts val="0"/>
              </a:spcAft>
              <a:buClr>
                <a:schemeClr val="dk1"/>
              </a:buClr>
              <a:buSzPts val="1100"/>
              <a:buFont typeface="Arial"/>
              <a:buNone/>
            </a:pPr>
            <a:r>
              <a:rPr b="1" i="0" lang="en-US" sz="1800" u="none" cap="none" strike="noStrike">
                <a:solidFill>
                  <a:schemeClr val="dk1"/>
                </a:solidFill>
                <a:latin typeface="Times New Roman"/>
                <a:ea typeface="Times New Roman"/>
                <a:cs typeface="Times New Roman"/>
                <a:sym typeface="Times New Roman"/>
              </a:rPr>
              <a:t>Gather Requirements</a:t>
            </a:r>
            <a:endParaRPr b="1" i="0" sz="1800" u="none" cap="none" strike="noStrike">
              <a:solidFill>
                <a:schemeClr val="dk1"/>
              </a:solidFill>
              <a:latin typeface="Times New Roman"/>
              <a:ea typeface="Times New Roman"/>
              <a:cs typeface="Times New Roman"/>
              <a:sym typeface="Times New Roman"/>
            </a:endParaRPr>
          </a:p>
          <a:p>
            <a:pPr indent="0" lvl="0" marL="0" marR="0" rtl="0" algn="l">
              <a:lnSpc>
                <a:spcPct val="115000"/>
              </a:lnSpc>
              <a:spcBef>
                <a:spcPts val="1200"/>
              </a:spcBef>
              <a:spcAft>
                <a:spcPts val="0"/>
              </a:spcAft>
              <a:buClr>
                <a:schemeClr val="dk1"/>
              </a:buClr>
              <a:buSzPts val="1100"/>
              <a:buFont typeface="Arial"/>
              <a:buNone/>
            </a:pPr>
            <a:r>
              <a:rPr b="0" i="0" lang="en-US" sz="1800" u="none" cap="none" strike="noStrike">
                <a:solidFill>
                  <a:schemeClr val="dk1"/>
                </a:solidFill>
                <a:latin typeface="Times New Roman"/>
                <a:ea typeface="Times New Roman"/>
                <a:cs typeface="Times New Roman"/>
                <a:sym typeface="Times New Roman"/>
              </a:rPr>
              <a:t>Collect functional and non-functional requirements from stakeholders. For example−</a:t>
            </a:r>
            <a:endParaRPr b="0" i="0" sz="1800" u="none" cap="none" strike="noStrike">
              <a:solidFill>
                <a:schemeClr val="dk1"/>
              </a:solidFill>
              <a:latin typeface="Times New Roman"/>
              <a:ea typeface="Times New Roman"/>
              <a:cs typeface="Times New Roman"/>
              <a:sym typeface="Times New Roman"/>
            </a:endParaRPr>
          </a:p>
          <a:p>
            <a:pPr indent="-342900" lvl="0" marL="457200" marR="0" rtl="0" algn="l">
              <a:lnSpc>
                <a:spcPct val="115000"/>
              </a:lnSpc>
              <a:spcBef>
                <a:spcPts val="1200"/>
              </a:spcBef>
              <a:spcAft>
                <a:spcPts val="0"/>
              </a:spcAft>
              <a:buClr>
                <a:schemeClr val="dk1"/>
              </a:buClr>
              <a:buSzPts val="1800"/>
              <a:buFont typeface="Arial"/>
              <a:buChar char="●"/>
            </a:pPr>
            <a:r>
              <a:rPr b="1" i="0" lang="en-US" sz="1800" u="none" cap="none" strike="noStrike">
                <a:solidFill>
                  <a:schemeClr val="dk1"/>
                </a:solidFill>
                <a:latin typeface="Times New Roman"/>
                <a:ea typeface="Times New Roman"/>
                <a:cs typeface="Times New Roman"/>
                <a:sym typeface="Times New Roman"/>
              </a:rPr>
              <a:t>Functional</a:t>
            </a:r>
            <a:r>
              <a:rPr b="0" i="0" lang="en-US" sz="1800" u="none" cap="none" strike="noStrike">
                <a:solidFill>
                  <a:schemeClr val="dk1"/>
                </a:solidFill>
                <a:latin typeface="Times New Roman"/>
                <a:ea typeface="Times New Roman"/>
                <a:cs typeface="Times New Roman"/>
                <a:sym typeface="Times New Roman"/>
              </a:rPr>
              <a:t>− User authentication, product recommendations.</a:t>
            </a:r>
            <a:endParaRPr b="0" i="0" sz="1800" u="none" cap="none" strike="noStrike">
              <a:solidFill>
                <a:schemeClr val="dk1"/>
              </a:solidFill>
              <a:latin typeface="Times New Roman"/>
              <a:ea typeface="Times New Roman"/>
              <a:cs typeface="Times New Roman"/>
              <a:sym typeface="Times New Roman"/>
            </a:endParaRPr>
          </a:p>
          <a:p>
            <a:pPr indent="-342900" lvl="0" marL="457200" marR="0" rtl="0" algn="l">
              <a:lnSpc>
                <a:spcPct val="115000"/>
              </a:lnSpc>
              <a:spcBef>
                <a:spcPts val="0"/>
              </a:spcBef>
              <a:spcAft>
                <a:spcPts val="0"/>
              </a:spcAft>
              <a:buClr>
                <a:schemeClr val="dk1"/>
              </a:buClr>
              <a:buSzPts val="1800"/>
              <a:buFont typeface="Arial"/>
              <a:buChar char="●"/>
            </a:pPr>
            <a:r>
              <a:rPr b="1" i="0" lang="en-US" sz="1800" u="none" cap="none" strike="noStrike">
                <a:solidFill>
                  <a:schemeClr val="dk1"/>
                </a:solidFill>
                <a:latin typeface="Times New Roman"/>
                <a:ea typeface="Times New Roman"/>
                <a:cs typeface="Times New Roman"/>
                <a:sym typeface="Times New Roman"/>
              </a:rPr>
              <a:t>Non-functional</a:t>
            </a:r>
            <a:r>
              <a:rPr b="0" i="0" lang="en-US" sz="1800" u="none" cap="none" strike="noStrike">
                <a:solidFill>
                  <a:schemeClr val="dk1"/>
                </a:solidFill>
                <a:latin typeface="Times New Roman"/>
                <a:ea typeface="Times New Roman"/>
                <a:cs typeface="Times New Roman"/>
                <a:sym typeface="Times New Roman"/>
              </a:rPr>
              <a:t>− 99.99% uptime, 200ms response time.</a:t>
            </a:r>
            <a:endParaRPr b="0" i="0" sz="1800" u="none" cap="none" strike="noStrike">
              <a:solidFill>
                <a:schemeClr val="dk1"/>
              </a:solidFill>
              <a:latin typeface="Times New Roman"/>
              <a:ea typeface="Times New Roman"/>
              <a:cs typeface="Times New Roman"/>
              <a:sym typeface="Times New Roman"/>
            </a:endParaRPr>
          </a:p>
          <a:p>
            <a:pPr indent="0" lvl="0" marL="0" marR="0" rtl="0" algn="l">
              <a:lnSpc>
                <a:spcPct val="115000"/>
              </a:lnSpc>
              <a:spcBef>
                <a:spcPts val="1400"/>
              </a:spcBef>
              <a:spcAft>
                <a:spcPts val="0"/>
              </a:spcAft>
              <a:buClr>
                <a:schemeClr val="dk1"/>
              </a:buClr>
              <a:buSzPts val="1100"/>
              <a:buFont typeface="Arial"/>
              <a:buNone/>
            </a:pPr>
            <a:r>
              <a:rPr b="1" i="0" lang="en-US" sz="1800" u="none" cap="none" strike="noStrike">
                <a:solidFill>
                  <a:schemeClr val="dk1"/>
                </a:solidFill>
                <a:latin typeface="Times New Roman"/>
                <a:ea typeface="Times New Roman"/>
                <a:cs typeface="Times New Roman"/>
                <a:sym typeface="Times New Roman"/>
              </a:rPr>
              <a:t>Choose an Architecture</a:t>
            </a:r>
            <a:endParaRPr b="1" i="0" sz="1800" u="none" cap="none" strike="noStrike">
              <a:solidFill>
                <a:schemeClr val="dk1"/>
              </a:solidFill>
              <a:latin typeface="Times New Roman"/>
              <a:ea typeface="Times New Roman"/>
              <a:cs typeface="Times New Roman"/>
              <a:sym typeface="Times New Roman"/>
            </a:endParaRPr>
          </a:p>
          <a:p>
            <a:pPr indent="0" lvl="0" marL="0" marR="0" rtl="0" algn="l">
              <a:lnSpc>
                <a:spcPct val="115000"/>
              </a:lnSpc>
              <a:spcBef>
                <a:spcPts val="1200"/>
              </a:spcBef>
              <a:spcAft>
                <a:spcPts val="0"/>
              </a:spcAft>
              <a:buClr>
                <a:schemeClr val="dk1"/>
              </a:buClr>
              <a:buSzPts val="1100"/>
              <a:buFont typeface="Arial"/>
              <a:buNone/>
            </a:pPr>
            <a:r>
              <a:rPr b="0" i="0" lang="en-US" sz="1800" u="none" cap="none" strike="noStrike">
                <a:solidFill>
                  <a:schemeClr val="dk1"/>
                </a:solidFill>
                <a:latin typeface="Times New Roman"/>
                <a:ea typeface="Times New Roman"/>
                <a:cs typeface="Times New Roman"/>
                <a:sym typeface="Times New Roman"/>
              </a:rPr>
              <a:t>Decide on an architectural pattern that best suits the requirements−</a:t>
            </a:r>
            <a:endParaRPr b="0" i="0" sz="1800" u="none" cap="none" strike="noStrike">
              <a:solidFill>
                <a:schemeClr val="dk1"/>
              </a:solidFill>
              <a:latin typeface="Times New Roman"/>
              <a:ea typeface="Times New Roman"/>
              <a:cs typeface="Times New Roman"/>
              <a:sym typeface="Times New Roman"/>
            </a:endParaRPr>
          </a:p>
          <a:p>
            <a:pPr indent="-342900" lvl="0" marL="457200" marR="0" rtl="0" algn="l">
              <a:lnSpc>
                <a:spcPct val="115000"/>
              </a:lnSpc>
              <a:spcBef>
                <a:spcPts val="1200"/>
              </a:spcBef>
              <a:spcAft>
                <a:spcPts val="0"/>
              </a:spcAft>
              <a:buClr>
                <a:schemeClr val="dk1"/>
              </a:buClr>
              <a:buSzPts val="1800"/>
              <a:buFont typeface="Arial"/>
              <a:buChar char="●"/>
            </a:pPr>
            <a:r>
              <a:rPr b="1" i="0" lang="en-US" sz="1800" u="none" cap="none" strike="noStrike">
                <a:solidFill>
                  <a:schemeClr val="dk1"/>
                </a:solidFill>
                <a:latin typeface="Times New Roman"/>
                <a:ea typeface="Times New Roman"/>
                <a:cs typeface="Times New Roman"/>
                <a:sym typeface="Times New Roman"/>
              </a:rPr>
              <a:t>Monolithic</a:t>
            </a:r>
            <a:r>
              <a:rPr b="0" i="0" lang="en-US" sz="1800" u="none" cap="none" strike="noStrike">
                <a:solidFill>
                  <a:schemeClr val="dk1"/>
                </a:solidFill>
                <a:latin typeface="Times New Roman"/>
                <a:ea typeface="Times New Roman"/>
                <a:cs typeface="Times New Roman"/>
                <a:sym typeface="Times New Roman"/>
              </a:rPr>
              <a:t>− Suitable for small, simple systems.</a:t>
            </a:r>
            <a:endParaRPr b="0" i="0" sz="1800" u="none" cap="none" strike="noStrike">
              <a:solidFill>
                <a:schemeClr val="dk1"/>
              </a:solidFill>
              <a:latin typeface="Times New Roman"/>
              <a:ea typeface="Times New Roman"/>
              <a:cs typeface="Times New Roman"/>
              <a:sym typeface="Times New Roman"/>
            </a:endParaRPr>
          </a:p>
          <a:p>
            <a:pPr indent="-342900" lvl="0" marL="457200" marR="0" rtl="0" algn="l">
              <a:lnSpc>
                <a:spcPct val="115000"/>
              </a:lnSpc>
              <a:spcBef>
                <a:spcPts val="0"/>
              </a:spcBef>
              <a:spcAft>
                <a:spcPts val="0"/>
              </a:spcAft>
              <a:buClr>
                <a:schemeClr val="dk1"/>
              </a:buClr>
              <a:buSzPts val="1800"/>
              <a:buFont typeface="Arial"/>
              <a:buChar char="●"/>
            </a:pPr>
            <a:r>
              <a:rPr b="1" i="0" lang="en-US" sz="1800" u="none" cap="none" strike="noStrike">
                <a:solidFill>
                  <a:schemeClr val="dk1"/>
                </a:solidFill>
                <a:latin typeface="Times New Roman"/>
                <a:ea typeface="Times New Roman"/>
                <a:cs typeface="Times New Roman"/>
                <a:sym typeface="Times New Roman"/>
              </a:rPr>
              <a:t>Microservices</a:t>
            </a:r>
            <a:r>
              <a:rPr b="0" i="0" lang="en-US" sz="1800" u="none" cap="none" strike="noStrike">
                <a:solidFill>
                  <a:schemeClr val="dk1"/>
                </a:solidFill>
                <a:latin typeface="Times New Roman"/>
                <a:ea typeface="Times New Roman"/>
                <a:cs typeface="Times New Roman"/>
                <a:sym typeface="Times New Roman"/>
              </a:rPr>
              <a:t>− Ideal for scalability and modularity.</a:t>
            </a:r>
            <a:endParaRPr b="0" i="0" sz="1800" u="none" cap="none" strike="noStrike">
              <a:solidFill>
                <a:schemeClr val="dk1"/>
              </a:solidFill>
              <a:latin typeface="Times New Roman"/>
              <a:ea typeface="Times New Roman"/>
              <a:cs typeface="Times New Roman"/>
              <a:sym typeface="Times New Roman"/>
            </a:endParaRPr>
          </a:p>
          <a:p>
            <a:pPr indent="-342900" lvl="0" marL="457200" marR="0" rtl="0" algn="l">
              <a:lnSpc>
                <a:spcPct val="115000"/>
              </a:lnSpc>
              <a:spcBef>
                <a:spcPts val="0"/>
              </a:spcBef>
              <a:spcAft>
                <a:spcPts val="0"/>
              </a:spcAft>
              <a:buClr>
                <a:schemeClr val="dk1"/>
              </a:buClr>
              <a:buSzPts val="1800"/>
              <a:buFont typeface="Arial"/>
              <a:buChar char="●"/>
            </a:pPr>
            <a:r>
              <a:rPr b="1" i="0" lang="en-US" sz="1800" u="none" cap="none" strike="noStrike">
                <a:solidFill>
                  <a:schemeClr val="dk1"/>
                </a:solidFill>
                <a:latin typeface="Times New Roman"/>
                <a:ea typeface="Times New Roman"/>
                <a:cs typeface="Times New Roman"/>
                <a:sym typeface="Times New Roman"/>
              </a:rPr>
              <a:t>Event-Driven</a:t>
            </a:r>
            <a:r>
              <a:rPr b="0" i="0" lang="en-US" sz="1800" u="none" cap="none" strike="noStrike">
                <a:solidFill>
                  <a:schemeClr val="dk1"/>
                </a:solidFill>
                <a:latin typeface="Times New Roman"/>
                <a:ea typeface="Times New Roman"/>
                <a:cs typeface="Times New Roman"/>
                <a:sym typeface="Times New Roman"/>
              </a:rPr>
              <a:t>− For real-time applications like IoT.</a:t>
            </a:r>
            <a:endParaRPr b="0" i="0" sz="1800" u="none" cap="none" strike="noStrike">
              <a:solidFill>
                <a:schemeClr val="dk1"/>
              </a:solidFill>
              <a:latin typeface="Times New Roman"/>
              <a:ea typeface="Times New Roman"/>
              <a:cs typeface="Times New Roman"/>
              <a:sym typeface="Times New Roman"/>
            </a:endParaRPr>
          </a:p>
          <a:p>
            <a:pPr indent="-342900" lvl="0" marL="457200" marR="0" rtl="0" algn="l">
              <a:lnSpc>
                <a:spcPct val="115000"/>
              </a:lnSpc>
              <a:spcBef>
                <a:spcPts val="0"/>
              </a:spcBef>
              <a:spcAft>
                <a:spcPts val="0"/>
              </a:spcAft>
              <a:buClr>
                <a:schemeClr val="dk1"/>
              </a:buClr>
              <a:buSzPts val="1800"/>
              <a:buFont typeface="Arial"/>
              <a:buChar char="●"/>
            </a:pPr>
            <a:r>
              <a:rPr b="1" i="0" lang="en-US" sz="1800" u="none" cap="none" strike="noStrike">
                <a:solidFill>
                  <a:schemeClr val="dk1"/>
                </a:solidFill>
                <a:latin typeface="Times New Roman"/>
                <a:ea typeface="Times New Roman"/>
                <a:cs typeface="Times New Roman"/>
                <a:sym typeface="Times New Roman"/>
              </a:rPr>
              <a:t>Serverless</a:t>
            </a:r>
            <a:r>
              <a:rPr b="0" i="0" lang="en-US" sz="1800" u="none" cap="none" strike="noStrike">
                <a:solidFill>
                  <a:schemeClr val="dk1"/>
                </a:solidFill>
                <a:latin typeface="Times New Roman"/>
                <a:ea typeface="Times New Roman"/>
                <a:cs typeface="Times New Roman"/>
                <a:sym typeface="Times New Roman"/>
              </a:rPr>
              <a:t>− For event-based, cost-efficient systems.</a:t>
            </a:r>
            <a:endParaRPr b="0" i="0" sz="1800" u="none" cap="none" strike="noStrike">
              <a:solidFill>
                <a:schemeClr val="dk1"/>
              </a:solidFill>
              <a:latin typeface="Times New Roman"/>
              <a:ea typeface="Times New Roman"/>
              <a:cs typeface="Times New Roman"/>
              <a:sym typeface="Times New Roman"/>
            </a:endParaRPr>
          </a:p>
          <a:p>
            <a:pPr indent="0" lvl="0" marL="0" marR="0" rtl="0" algn="l">
              <a:lnSpc>
                <a:spcPct val="115000"/>
              </a:lnSpc>
              <a:spcBef>
                <a:spcPts val="1400"/>
              </a:spcBef>
              <a:spcAft>
                <a:spcPts val="0"/>
              </a:spcAft>
              <a:buClr>
                <a:schemeClr val="dk1"/>
              </a:buClr>
              <a:buSzPts val="1100"/>
              <a:buFont typeface="Arial"/>
              <a:buNone/>
            </a:pPr>
            <a:r>
              <a:rPr b="1" i="0" lang="en-US" sz="1800" u="none" cap="none" strike="noStrike">
                <a:solidFill>
                  <a:schemeClr val="dk1"/>
                </a:solidFill>
                <a:latin typeface="Times New Roman"/>
                <a:ea typeface="Times New Roman"/>
                <a:cs typeface="Times New Roman"/>
                <a:sym typeface="Times New Roman"/>
              </a:rPr>
              <a:t>Define Major Components</a:t>
            </a:r>
            <a:endParaRPr b="1" i="0" sz="1800" u="none" cap="none" strike="noStrike">
              <a:solidFill>
                <a:schemeClr val="dk1"/>
              </a:solidFill>
              <a:latin typeface="Times New Roman"/>
              <a:ea typeface="Times New Roman"/>
              <a:cs typeface="Times New Roman"/>
              <a:sym typeface="Times New Roman"/>
            </a:endParaRPr>
          </a:p>
          <a:p>
            <a:pPr indent="0" lvl="0" marL="0" marR="0" rtl="0" algn="l">
              <a:lnSpc>
                <a:spcPct val="115000"/>
              </a:lnSpc>
              <a:spcBef>
                <a:spcPts val="1200"/>
              </a:spcBef>
              <a:spcAft>
                <a:spcPts val="0"/>
              </a:spcAft>
              <a:buClr>
                <a:schemeClr val="dk1"/>
              </a:buClr>
              <a:buSzPts val="1100"/>
              <a:buFont typeface="Arial"/>
              <a:buNone/>
            </a:pPr>
            <a:r>
              <a:rPr b="0" i="0" lang="en-US" sz="1800" u="none" cap="none" strike="noStrike">
                <a:solidFill>
                  <a:schemeClr val="dk1"/>
                </a:solidFill>
                <a:latin typeface="Times New Roman"/>
                <a:ea typeface="Times New Roman"/>
                <a:cs typeface="Times New Roman"/>
                <a:sym typeface="Times New Roman"/>
              </a:rPr>
              <a:t>Identify and define the system's major components, such as−</a:t>
            </a:r>
            <a:endParaRPr b="0" i="0" sz="1800" u="none" cap="none" strike="noStrike">
              <a:solidFill>
                <a:schemeClr val="dk1"/>
              </a:solidFill>
              <a:latin typeface="Times New Roman"/>
              <a:ea typeface="Times New Roman"/>
              <a:cs typeface="Times New Roman"/>
              <a:sym typeface="Times New Roman"/>
            </a:endParaRPr>
          </a:p>
          <a:p>
            <a:pPr indent="-342900" lvl="0" marL="457200" marR="0" rtl="0" algn="l">
              <a:lnSpc>
                <a:spcPct val="115000"/>
              </a:lnSpc>
              <a:spcBef>
                <a:spcPts val="1200"/>
              </a:spcBef>
              <a:spcAft>
                <a:spcPts val="0"/>
              </a:spcAft>
              <a:buClr>
                <a:schemeClr val="dk1"/>
              </a:buClr>
              <a:buSzPts val="1800"/>
              <a:buFont typeface="Times New Roman"/>
              <a:buChar char="●"/>
            </a:pPr>
            <a:r>
              <a:rPr b="0" i="0" lang="en-US" sz="1800" u="none" cap="none" strike="noStrike">
                <a:solidFill>
                  <a:schemeClr val="dk1"/>
                </a:solidFill>
                <a:latin typeface="Times New Roman"/>
                <a:ea typeface="Times New Roman"/>
                <a:cs typeface="Times New Roman"/>
                <a:sym typeface="Times New Roman"/>
              </a:rPr>
              <a:t>Application servers.</a:t>
            </a:r>
            <a:endParaRPr b="0" i="0" sz="1800" u="none" cap="none" strike="noStrike">
              <a:solidFill>
                <a:schemeClr val="dk1"/>
              </a:solidFill>
              <a:latin typeface="Times New Roman"/>
              <a:ea typeface="Times New Roman"/>
              <a:cs typeface="Times New Roman"/>
              <a:sym typeface="Times New Roman"/>
            </a:endParaRPr>
          </a:p>
          <a:p>
            <a:pPr indent="-342900" lvl="0" marL="457200" marR="0" rtl="0" algn="l">
              <a:lnSpc>
                <a:spcPct val="115000"/>
              </a:lnSpc>
              <a:spcBef>
                <a:spcPts val="0"/>
              </a:spcBef>
              <a:spcAft>
                <a:spcPts val="0"/>
              </a:spcAft>
              <a:buClr>
                <a:schemeClr val="dk1"/>
              </a:buClr>
              <a:buSzPts val="1800"/>
              <a:buFont typeface="Times New Roman"/>
              <a:buChar char="●"/>
            </a:pPr>
            <a:r>
              <a:rPr b="0" i="0" lang="en-US" sz="1800" u="none" cap="none" strike="noStrike">
                <a:solidFill>
                  <a:schemeClr val="dk1"/>
                </a:solidFill>
                <a:latin typeface="Times New Roman"/>
                <a:ea typeface="Times New Roman"/>
                <a:cs typeface="Times New Roman"/>
                <a:sym typeface="Times New Roman"/>
              </a:rPr>
              <a:t>Databases.</a:t>
            </a:r>
            <a:endParaRPr b="0" i="0" sz="1800" u="none" cap="none" strike="noStrike">
              <a:solidFill>
                <a:schemeClr val="dk1"/>
              </a:solidFill>
              <a:latin typeface="Times New Roman"/>
              <a:ea typeface="Times New Roman"/>
              <a:cs typeface="Times New Roman"/>
              <a:sym typeface="Times New Roman"/>
            </a:endParaRPr>
          </a:p>
          <a:p>
            <a:pPr indent="-342900" lvl="0" marL="457200" marR="0" rtl="0" algn="l">
              <a:lnSpc>
                <a:spcPct val="115000"/>
              </a:lnSpc>
              <a:spcBef>
                <a:spcPts val="0"/>
              </a:spcBef>
              <a:spcAft>
                <a:spcPts val="0"/>
              </a:spcAft>
              <a:buClr>
                <a:schemeClr val="dk1"/>
              </a:buClr>
              <a:buSzPts val="1800"/>
              <a:buFont typeface="Times New Roman"/>
              <a:buChar char="●"/>
            </a:pPr>
            <a:r>
              <a:rPr b="0" i="0" lang="en-US" sz="1800" u="none" cap="none" strike="noStrike">
                <a:solidFill>
                  <a:schemeClr val="dk1"/>
                </a:solidFill>
                <a:latin typeface="Times New Roman"/>
                <a:ea typeface="Times New Roman"/>
                <a:cs typeface="Times New Roman"/>
                <a:sym typeface="Times New Roman"/>
              </a:rPr>
              <a:t>Load balancers.</a:t>
            </a:r>
            <a:endParaRPr b="0" i="0" sz="1800" u="none" cap="none" strike="noStrike">
              <a:solidFill>
                <a:schemeClr val="dk1"/>
              </a:solidFill>
              <a:latin typeface="Times New Roman"/>
              <a:ea typeface="Times New Roman"/>
              <a:cs typeface="Times New Roman"/>
              <a:sym typeface="Times New Roman"/>
            </a:endParaRPr>
          </a:p>
          <a:p>
            <a:pPr indent="0" lvl="0" marL="0" marR="0" rtl="0" algn="l">
              <a:lnSpc>
                <a:spcPct val="100000"/>
              </a:lnSpc>
              <a:spcBef>
                <a:spcPts val="1200"/>
              </a:spcBef>
              <a:spcAft>
                <a:spcPts val="0"/>
              </a:spcAft>
              <a:buClr>
                <a:srgbClr val="000000"/>
              </a:buClr>
              <a:buSzPts val="1800"/>
              <a:buFont typeface="Arial"/>
              <a:buNone/>
            </a:pPr>
            <a:r>
              <a:t/>
            </a:r>
            <a:endParaRPr b="0" i="0" sz="1800" u="none" cap="none" strike="noStrike">
              <a:solidFill>
                <a:schemeClr val="dk1"/>
              </a:solidFill>
              <a:latin typeface="Times New Roman"/>
              <a:ea typeface="Times New Roman"/>
              <a:cs typeface="Times New Roman"/>
              <a:sym typeface="Times New Roman"/>
            </a:endParaRPr>
          </a:p>
        </p:txBody>
      </p:sp>
      <p:sp>
        <p:nvSpPr>
          <p:cNvPr id="64" name="Google Shape;64;g36f0cc52d99_1_91"/>
          <p:cNvSpPr txBox="1"/>
          <p:nvPr/>
        </p:nvSpPr>
        <p:spPr>
          <a:xfrm>
            <a:off x="8251700" y="3962400"/>
            <a:ext cx="5362200" cy="31554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1400"/>
              </a:spcBef>
              <a:spcAft>
                <a:spcPts val="0"/>
              </a:spcAft>
              <a:buClr>
                <a:schemeClr val="dk1"/>
              </a:buClr>
              <a:buSzPts val="1100"/>
              <a:buFont typeface="Arial"/>
              <a:buNone/>
            </a:pPr>
            <a:r>
              <a:rPr b="1" i="0" lang="en-US" sz="1800" u="none" cap="none" strike="noStrike">
                <a:solidFill>
                  <a:schemeClr val="dk1"/>
                </a:solidFill>
                <a:latin typeface="Times New Roman"/>
                <a:ea typeface="Times New Roman"/>
                <a:cs typeface="Times New Roman"/>
                <a:sym typeface="Times New Roman"/>
              </a:rPr>
              <a:t>Specify Data Flow</a:t>
            </a:r>
            <a:endParaRPr b="1" i="0" sz="1800" u="none" cap="none" strike="noStrike">
              <a:solidFill>
                <a:schemeClr val="dk1"/>
              </a:solidFill>
              <a:latin typeface="Times New Roman"/>
              <a:ea typeface="Times New Roman"/>
              <a:cs typeface="Times New Roman"/>
              <a:sym typeface="Times New Roman"/>
            </a:endParaRPr>
          </a:p>
          <a:p>
            <a:pPr indent="0" lvl="0" marL="0" marR="0" rtl="0" algn="l">
              <a:lnSpc>
                <a:spcPct val="115000"/>
              </a:lnSpc>
              <a:spcBef>
                <a:spcPts val="1200"/>
              </a:spcBef>
              <a:spcAft>
                <a:spcPts val="0"/>
              </a:spcAft>
              <a:buClr>
                <a:schemeClr val="dk1"/>
              </a:buClr>
              <a:buSzPts val="1100"/>
              <a:buFont typeface="Arial"/>
              <a:buNone/>
            </a:pPr>
            <a:r>
              <a:rPr b="0" i="0" lang="en-US" sz="1800" u="none" cap="none" strike="noStrike">
                <a:solidFill>
                  <a:schemeClr val="dk1"/>
                </a:solidFill>
                <a:latin typeface="Times New Roman"/>
                <a:ea typeface="Times New Roman"/>
                <a:cs typeface="Times New Roman"/>
                <a:sym typeface="Times New Roman"/>
              </a:rPr>
              <a:t>Map how data travels between components and external systems.</a:t>
            </a:r>
            <a:endParaRPr b="0" i="0" sz="1800" u="none" cap="none" strike="noStrike">
              <a:solidFill>
                <a:schemeClr val="dk1"/>
              </a:solidFill>
              <a:latin typeface="Times New Roman"/>
              <a:ea typeface="Times New Roman"/>
              <a:cs typeface="Times New Roman"/>
              <a:sym typeface="Times New Roman"/>
            </a:endParaRPr>
          </a:p>
          <a:p>
            <a:pPr indent="0" lvl="0" marL="0" marR="0" rtl="0" algn="l">
              <a:lnSpc>
                <a:spcPct val="115000"/>
              </a:lnSpc>
              <a:spcBef>
                <a:spcPts val="1400"/>
              </a:spcBef>
              <a:spcAft>
                <a:spcPts val="0"/>
              </a:spcAft>
              <a:buClr>
                <a:schemeClr val="dk1"/>
              </a:buClr>
              <a:buSzPts val="1100"/>
              <a:buFont typeface="Arial"/>
              <a:buNone/>
            </a:pPr>
            <a:r>
              <a:rPr b="1" i="0" lang="en-US" sz="1800" u="none" cap="none" strike="noStrike">
                <a:solidFill>
                  <a:schemeClr val="dk1"/>
                </a:solidFill>
                <a:latin typeface="Times New Roman"/>
                <a:ea typeface="Times New Roman"/>
                <a:cs typeface="Times New Roman"/>
                <a:sym typeface="Times New Roman"/>
              </a:rPr>
              <a:t>Document and Visualize</a:t>
            </a:r>
            <a:endParaRPr b="1" i="0" sz="1800" u="none" cap="none" strike="noStrike">
              <a:solidFill>
                <a:schemeClr val="dk1"/>
              </a:solidFill>
              <a:latin typeface="Times New Roman"/>
              <a:ea typeface="Times New Roman"/>
              <a:cs typeface="Times New Roman"/>
              <a:sym typeface="Times New Roman"/>
            </a:endParaRPr>
          </a:p>
          <a:p>
            <a:pPr indent="0" lvl="0" marL="0" marR="0" rtl="0" algn="l">
              <a:lnSpc>
                <a:spcPct val="115000"/>
              </a:lnSpc>
              <a:spcBef>
                <a:spcPts val="1200"/>
              </a:spcBef>
              <a:spcAft>
                <a:spcPts val="0"/>
              </a:spcAft>
              <a:buClr>
                <a:schemeClr val="dk1"/>
              </a:buClr>
              <a:buSzPts val="1100"/>
              <a:buFont typeface="Arial"/>
              <a:buNone/>
            </a:pPr>
            <a:r>
              <a:rPr b="0" i="0" lang="en-US" sz="1800" u="none" cap="none" strike="noStrike">
                <a:solidFill>
                  <a:schemeClr val="dk1"/>
                </a:solidFill>
                <a:latin typeface="Times New Roman"/>
                <a:ea typeface="Times New Roman"/>
                <a:cs typeface="Times New Roman"/>
                <a:sym typeface="Times New Roman"/>
              </a:rPr>
              <a:t>Use diagrams to represent the system design, such as−</a:t>
            </a:r>
            <a:endParaRPr b="0" i="0" sz="1800" u="none" cap="none" strike="noStrike">
              <a:solidFill>
                <a:schemeClr val="dk1"/>
              </a:solidFill>
              <a:latin typeface="Times New Roman"/>
              <a:ea typeface="Times New Roman"/>
              <a:cs typeface="Times New Roman"/>
              <a:sym typeface="Times New Roman"/>
            </a:endParaRPr>
          </a:p>
          <a:p>
            <a:pPr indent="-342900" lvl="0" marL="457200" marR="0" rtl="0" algn="l">
              <a:lnSpc>
                <a:spcPct val="115000"/>
              </a:lnSpc>
              <a:spcBef>
                <a:spcPts val="1200"/>
              </a:spcBef>
              <a:spcAft>
                <a:spcPts val="0"/>
              </a:spcAft>
              <a:buClr>
                <a:schemeClr val="dk1"/>
              </a:buClr>
              <a:buSzPts val="1800"/>
              <a:buFont typeface="Times New Roman"/>
              <a:buChar char="●"/>
            </a:pPr>
            <a:r>
              <a:rPr b="0" i="0" lang="en-US" sz="1800" u="none" cap="none" strike="noStrike">
                <a:solidFill>
                  <a:schemeClr val="dk1"/>
                </a:solidFill>
                <a:latin typeface="Times New Roman"/>
                <a:ea typeface="Times New Roman"/>
                <a:cs typeface="Times New Roman"/>
                <a:sym typeface="Times New Roman"/>
              </a:rPr>
              <a:t>UML diagrams (Class, Sequence, and Deployment diagrams).</a:t>
            </a:r>
            <a:endParaRPr b="0" i="0" sz="1800" u="none" cap="none" strike="noStrike">
              <a:solidFill>
                <a:schemeClr val="dk1"/>
              </a:solidFill>
              <a:latin typeface="Times New Roman"/>
              <a:ea typeface="Times New Roman"/>
              <a:cs typeface="Times New Roman"/>
              <a:sym typeface="Times New Roman"/>
            </a:endParaRPr>
          </a:p>
          <a:p>
            <a:pPr indent="-342900" lvl="0" marL="457200" marR="0" rtl="0" algn="l">
              <a:lnSpc>
                <a:spcPct val="115000"/>
              </a:lnSpc>
              <a:spcBef>
                <a:spcPts val="0"/>
              </a:spcBef>
              <a:spcAft>
                <a:spcPts val="0"/>
              </a:spcAft>
              <a:buClr>
                <a:schemeClr val="dk1"/>
              </a:buClr>
              <a:buSzPts val="1800"/>
              <a:buFont typeface="Times New Roman"/>
              <a:buChar char="●"/>
            </a:pPr>
            <a:r>
              <a:rPr b="0" i="0" lang="en-US" sz="1800" u="none" cap="none" strike="noStrike">
                <a:solidFill>
                  <a:schemeClr val="dk1"/>
                </a:solidFill>
                <a:latin typeface="Times New Roman"/>
                <a:ea typeface="Times New Roman"/>
                <a:cs typeface="Times New Roman"/>
                <a:sym typeface="Times New Roman"/>
              </a:rPr>
              <a:t>Data flow diagrams.</a:t>
            </a:r>
            <a:endParaRPr b="0" i="0" sz="1800" u="none" cap="none" strike="noStrike">
              <a:solidFill>
                <a:schemeClr val="dk1"/>
              </a:solidFill>
              <a:latin typeface="Times New Roman"/>
              <a:ea typeface="Times New Roman"/>
              <a:cs typeface="Times New Roman"/>
              <a:sym typeface="Times New Roman"/>
            </a:endParaRPr>
          </a:p>
          <a:p>
            <a:pPr indent="-342900" lvl="0" marL="457200" marR="0" rtl="0" algn="l">
              <a:lnSpc>
                <a:spcPct val="115000"/>
              </a:lnSpc>
              <a:spcBef>
                <a:spcPts val="0"/>
              </a:spcBef>
              <a:spcAft>
                <a:spcPts val="0"/>
              </a:spcAft>
              <a:buClr>
                <a:schemeClr val="dk1"/>
              </a:buClr>
              <a:buSzPts val="1800"/>
              <a:buFont typeface="Times New Roman"/>
              <a:buChar char="●"/>
            </a:pPr>
            <a:r>
              <a:rPr b="0" i="0" lang="en-US" sz="1800" u="none" cap="none" strike="noStrike">
                <a:solidFill>
                  <a:schemeClr val="dk1"/>
                </a:solidFill>
                <a:latin typeface="Times New Roman"/>
                <a:ea typeface="Times New Roman"/>
                <a:cs typeface="Times New Roman"/>
                <a:sym typeface="Times New Roman"/>
              </a:rPr>
              <a:t>Component diagrams.</a:t>
            </a:r>
            <a:endParaRPr b="0" i="0" sz="1800" u="none" cap="none" strike="noStrike">
              <a:solidFill>
                <a:schemeClr val="dk1"/>
              </a:solidFill>
              <a:latin typeface="Times New Roman"/>
              <a:ea typeface="Times New Roman"/>
              <a:cs typeface="Times New Roman"/>
              <a:sym typeface="Times New Roman"/>
            </a:endParaRPr>
          </a:p>
          <a:p>
            <a:pPr indent="0" lvl="0" marL="0" marR="0" rtl="0" algn="l">
              <a:lnSpc>
                <a:spcPct val="100000"/>
              </a:lnSpc>
              <a:spcBef>
                <a:spcPts val="1200"/>
              </a:spcBef>
              <a:spcAft>
                <a:spcPts val="0"/>
              </a:spcAft>
              <a:buClr>
                <a:schemeClr val="dk1"/>
              </a:buClr>
              <a:buSzPts val="1100"/>
              <a:buFont typeface="Arial"/>
              <a:buNone/>
            </a:pPr>
            <a:r>
              <a:t/>
            </a:r>
            <a:endParaRPr b="0" i="0" sz="1800" u="none" cap="none" strike="noStrike">
              <a:solidFill>
                <a:schemeClr val="dk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3200"/>
              <a:buFont typeface="Arial"/>
              <a:buNone/>
            </a:pPr>
            <a:r>
              <a:t/>
            </a:r>
            <a:endParaRPr b="0" i="0" sz="3200" u="none" cap="none" strike="noStrike">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 name="Shape 69"/>
        <p:cNvGrpSpPr/>
        <p:nvPr/>
      </p:nvGrpSpPr>
      <p:grpSpPr>
        <a:xfrm>
          <a:off x="0" y="0"/>
          <a:ext cx="0" cy="0"/>
          <a:chOff x="0" y="0"/>
          <a:chExt cx="0" cy="0"/>
        </a:xfrm>
      </p:grpSpPr>
      <p:sp>
        <p:nvSpPr>
          <p:cNvPr id="70" name="Google Shape;70;g36f0cc52d99_1_100"/>
          <p:cNvSpPr txBox="1"/>
          <p:nvPr>
            <p:ph idx="12" type="sldNum"/>
          </p:nvPr>
        </p:nvSpPr>
        <p:spPr>
          <a:xfrm>
            <a:off x="10270093" y="7629104"/>
            <a:ext cx="3343800" cy="4383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
        <p:nvSpPr>
          <p:cNvPr id="71" name="Google Shape;71;g36f0cc52d99_1_100"/>
          <p:cNvSpPr txBox="1"/>
          <p:nvPr/>
        </p:nvSpPr>
        <p:spPr>
          <a:xfrm>
            <a:off x="157775" y="1035750"/>
            <a:ext cx="13872900" cy="68937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1800"/>
              </a:spcBef>
              <a:spcAft>
                <a:spcPts val="0"/>
              </a:spcAft>
              <a:buClr>
                <a:schemeClr val="dk1"/>
              </a:buClr>
              <a:buSzPts val="1100"/>
              <a:buFont typeface="Arial"/>
              <a:buNone/>
            </a:pPr>
            <a:r>
              <a:rPr b="1" i="0" lang="en-US" sz="1800" u="none" cap="none" strike="noStrike">
                <a:solidFill>
                  <a:schemeClr val="dk1"/>
                </a:solidFill>
                <a:latin typeface="Times New Roman"/>
                <a:ea typeface="Times New Roman"/>
                <a:cs typeface="Times New Roman"/>
                <a:sym typeface="Times New Roman"/>
              </a:rPr>
              <a:t>Tools and Techniques for High-Level Design</a:t>
            </a:r>
            <a:endParaRPr b="1" i="0" sz="1800" u="none" cap="none" strike="noStrike">
              <a:solidFill>
                <a:schemeClr val="dk1"/>
              </a:solidFill>
              <a:latin typeface="Times New Roman"/>
              <a:ea typeface="Times New Roman"/>
              <a:cs typeface="Times New Roman"/>
              <a:sym typeface="Times New Roman"/>
            </a:endParaRPr>
          </a:p>
          <a:p>
            <a:pPr indent="0" lvl="0" marL="0" marR="0" rtl="0" algn="l">
              <a:lnSpc>
                <a:spcPct val="115000"/>
              </a:lnSpc>
              <a:spcBef>
                <a:spcPts val="1400"/>
              </a:spcBef>
              <a:spcAft>
                <a:spcPts val="0"/>
              </a:spcAft>
              <a:buClr>
                <a:schemeClr val="dk1"/>
              </a:buClr>
              <a:buSzPts val="1100"/>
              <a:buFont typeface="Arial"/>
              <a:buNone/>
            </a:pPr>
            <a:r>
              <a:rPr b="1" i="0" lang="en-US" sz="1800" u="none" cap="none" strike="noStrike">
                <a:solidFill>
                  <a:schemeClr val="dk1"/>
                </a:solidFill>
                <a:latin typeface="Times New Roman"/>
                <a:ea typeface="Times New Roman"/>
                <a:cs typeface="Times New Roman"/>
                <a:sym typeface="Times New Roman"/>
              </a:rPr>
              <a:t>Tools</a:t>
            </a:r>
            <a:endParaRPr b="1" i="0" sz="1800" u="none" cap="none" strike="noStrike">
              <a:solidFill>
                <a:schemeClr val="dk1"/>
              </a:solidFill>
              <a:latin typeface="Times New Roman"/>
              <a:ea typeface="Times New Roman"/>
              <a:cs typeface="Times New Roman"/>
              <a:sym typeface="Times New Roman"/>
            </a:endParaRPr>
          </a:p>
          <a:p>
            <a:pPr indent="-342900" lvl="0" marL="457200" marR="0" rtl="0" algn="l">
              <a:lnSpc>
                <a:spcPct val="115000"/>
              </a:lnSpc>
              <a:spcBef>
                <a:spcPts val="1200"/>
              </a:spcBef>
              <a:spcAft>
                <a:spcPts val="0"/>
              </a:spcAft>
              <a:buClr>
                <a:schemeClr val="dk1"/>
              </a:buClr>
              <a:buSzPts val="1800"/>
              <a:buFont typeface="Arial"/>
              <a:buChar char="●"/>
            </a:pPr>
            <a:r>
              <a:rPr b="1" i="0" lang="en-US" sz="1800" u="none" cap="none" strike="noStrike">
                <a:solidFill>
                  <a:schemeClr val="dk1"/>
                </a:solidFill>
                <a:latin typeface="Times New Roman"/>
                <a:ea typeface="Times New Roman"/>
                <a:cs typeface="Times New Roman"/>
                <a:sym typeface="Times New Roman"/>
              </a:rPr>
              <a:t>Lucidchart</a:t>
            </a:r>
            <a:r>
              <a:rPr b="0" i="0" lang="en-US" sz="1800" u="none" cap="none" strike="noStrike">
                <a:solidFill>
                  <a:schemeClr val="dk1"/>
                </a:solidFill>
                <a:latin typeface="Times New Roman"/>
                <a:ea typeface="Times New Roman"/>
                <a:cs typeface="Times New Roman"/>
                <a:sym typeface="Times New Roman"/>
              </a:rPr>
              <a:t>− Ideal for flowcharts and architecture diagrams.</a:t>
            </a:r>
            <a:endParaRPr b="0" i="0" sz="1800" u="none" cap="none" strike="noStrike">
              <a:solidFill>
                <a:schemeClr val="dk1"/>
              </a:solidFill>
              <a:latin typeface="Times New Roman"/>
              <a:ea typeface="Times New Roman"/>
              <a:cs typeface="Times New Roman"/>
              <a:sym typeface="Times New Roman"/>
            </a:endParaRPr>
          </a:p>
          <a:p>
            <a:pPr indent="-342900" lvl="0" marL="457200" marR="0" rtl="0" algn="l">
              <a:lnSpc>
                <a:spcPct val="115000"/>
              </a:lnSpc>
              <a:spcBef>
                <a:spcPts val="0"/>
              </a:spcBef>
              <a:spcAft>
                <a:spcPts val="0"/>
              </a:spcAft>
              <a:buClr>
                <a:schemeClr val="dk1"/>
              </a:buClr>
              <a:buSzPts val="1800"/>
              <a:buFont typeface="Arial"/>
              <a:buChar char="●"/>
            </a:pPr>
            <a:r>
              <a:rPr b="1" i="0" lang="en-US" sz="1800" u="none" cap="none" strike="noStrike">
                <a:solidFill>
                  <a:schemeClr val="dk1"/>
                </a:solidFill>
                <a:latin typeface="Times New Roman"/>
                <a:ea typeface="Times New Roman"/>
                <a:cs typeface="Times New Roman"/>
                <a:sym typeface="Times New Roman"/>
              </a:rPr>
              <a:t>Draw.io</a:t>
            </a:r>
            <a:r>
              <a:rPr b="0" i="0" lang="en-US" sz="1800" u="none" cap="none" strike="noStrike">
                <a:solidFill>
                  <a:schemeClr val="dk1"/>
                </a:solidFill>
                <a:latin typeface="Times New Roman"/>
                <a:ea typeface="Times New Roman"/>
                <a:cs typeface="Times New Roman"/>
                <a:sym typeface="Times New Roman"/>
              </a:rPr>
              <a:t>− Free tool for creating component and data flow diagrams.</a:t>
            </a:r>
            <a:endParaRPr b="0" i="0" sz="1800" u="none" cap="none" strike="noStrike">
              <a:solidFill>
                <a:schemeClr val="dk1"/>
              </a:solidFill>
              <a:latin typeface="Times New Roman"/>
              <a:ea typeface="Times New Roman"/>
              <a:cs typeface="Times New Roman"/>
              <a:sym typeface="Times New Roman"/>
            </a:endParaRPr>
          </a:p>
          <a:p>
            <a:pPr indent="-342900" lvl="0" marL="457200" marR="0" rtl="0" algn="l">
              <a:lnSpc>
                <a:spcPct val="115000"/>
              </a:lnSpc>
              <a:spcBef>
                <a:spcPts val="0"/>
              </a:spcBef>
              <a:spcAft>
                <a:spcPts val="0"/>
              </a:spcAft>
              <a:buClr>
                <a:schemeClr val="dk1"/>
              </a:buClr>
              <a:buSzPts val="1800"/>
              <a:buFont typeface="Arial"/>
              <a:buChar char="●"/>
            </a:pPr>
            <a:r>
              <a:rPr b="1" i="0" lang="en-US" sz="1800" u="none" cap="none" strike="noStrike">
                <a:solidFill>
                  <a:schemeClr val="dk1"/>
                </a:solidFill>
                <a:latin typeface="Times New Roman"/>
                <a:ea typeface="Times New Roman"/>
                <a:cs typeface="Times New Roman"/>
                <a:sym typeface="Times New Roman"/>
              </a:rPr>
              <a:t>Microsoft Visio</a:t>
            </a:r>
            <a:r>
              <a:rPr b="0" i="0" lang="en-US" sz="1800" u="none" cap="none" strike="noStrike">
                <a:solidFill>
                  <a:schemeClr val="dk1"/>
                </a:solidFill>
                <a:latin typeface="Times New Roman"/>
                <a:ea typeface="Times New Roman"/>
                <a:cs typeface="Times New Roman"/>
                <a:sym typeface="Times New Roman"/>
              </a:rPr>
              <a:t>− Professional diagramming software.</a:t>
            </a:r>
            <a:endParaRPr b="0" i="0" sz="1800" u="none" cap="none" strike="noStrike">
              <a:solidFill>
                <a:schemeClr val="dk1"/>
              </a:solidFill>
              <a:latin typeface="Times New Roman"/>
              <a:ea typeface="Times New Roman"/>
              <a:cs typeface="Times New Roman"/>
              <a:sym typeface="Times New Roman"/>
            </a:endParaRPr>
          </a:p>
          <a:p>
            <a:pPr indent="-342900" lvl="0" marL="457200" marR="0" rtl="0" algn="l">
              <a:lnSpc>
                <a:spcPct val="115000"/>
              </a:lnSpc>
              <a:spcBef>
                <a:spcPts val="0"/>
              </a:spcBef>
              <a:spcAft>
                <a:spcPts val="0"/>
              </a:spcAft>
              <a:buClr>
                <a:schemeClr val="dk1"/>
              </a:buClr>
              <a:buSzPts val="1800"/>
              <a:buFont typeface="Arial"/>
              <a:buChar char="●"/>
            </a:pPr>
            <a:r>
              <a:rPr b="1" i="0" lang="en-US" sz="1800" u="none" cap="none" strike="noStrike">
                <a:solidFill>
                  <a:schemeClr val="dk1"/>
                </a:solidFill>
                <a:latin typeface="Times New Roman"/>
                <a:ea typeface="Times New Roman"/>
                <a:cs typeface="Times New Roman"/>
                <a:sym typeface="Times New Roman"/>
              </a:rPr>
              <a:t>Enterprise Architect</a:t>
            </a:r>
            <a:r>
              <a:rPr b="0" i="0" lang="en-US" sz="1800" u="none" cap="none" strike="noStrike">
                <a:solidFill>
                  <a:schemeClr val="dk1"/>
                </a:solidFill>
                <a:latin typeface="Times New Roman"/>
                <a:ea typeface="Times New Roman"/>
                <a:cs typeface="Times New Roman"/>
                <a:sym typeface="Times New Roman"/>
              </a:rPr>
              <a:t>− Advanced tool for UML and system modelling.</a:t>
            </a:r>
            <a:endParaRPr b="0" i="0" sz="1800" u="none" cap="none" strike="noStrike">
              <a:solidFill>
                <a:schemeClr val="dk1"/>
              </a:solidFill>
              <a:latin typeface="Times New Roman"/>
              <a:ea typeface="Times New Roman"/>
              <a:cs typeface="Times New Roman"/>
              <a:sym typeface="Times New Roman"/>
            </a:endParaRPr>
          </a:p>
          <a:p>
            <a:pPr indent="0" lvl="0" marL="0" marR="0" rtl="0" algn="l">
              <a:lnSpc>
                <a:spcPct val="115000"/>
              </a:lnSpc>
              <a:spcBef>
                <a:spcPts val="1400"/>
              </a:spcBef>
              <a:spcAft>
                <a:spcPts val="0"/>
              </a:spcAft>
              <a:buClr>
                <a:schemeClr val="dk1"/>
              </a:buClr>
              <a:buSzPts val="1100"/>
              <a:buFont typeface="Arial"/>
              <a:buNone/>
            </a:pPr>
            <a:r>
              <a:rPr b="1" i="0" lang="en-US" sz="1800" u="none" cap="none" strike="noStrike">
                <a:solidFill>
                  <a:schemeClr val="dk1"/>
                </a:solidFill>
                <a:latin typeface="Times New Roman"/>
                <a:ea typeface="Times New Roman"/>
                <a:cs typeface="Times New Roman"/>
                <a:sym typeface="Times New Roman"/>
              </a:rPr>
              <a:t>Techniques</a:t>
            </a:r>
            <a:endParaRPr b="1" i="0" sz="1800" u="none" cap="none" strike="noStrike">
              <a:solidFill>
                <a:schemeClr val="dk1"/>
              </a:solidFill>
              <a:latin typeface="Times New Roman"/>
              <a:ea typeface="Times New Roman"/>
              <a:cs typeface="Times New Roman"/>
              <a:sym typeface="Times New Roman"/>
            </a:endParaRPr>
          </a:p>
          <a:p>
            <a:pPr indent="-342900" lvl="0" marL="457200" marR="0" rtl="0" algn="l">
              <a:lnSpc>
                <a:spcPct val="115000"/>
              </a:lnSpc>
              <a:spcBef>
                <a:spcPts val="1200"/>
              </a:spcBef>
              <a:spcAft>
                <a:spcPts val="0"/>
              </a:spcAft>
              <a:buClr>
                <a:schemeClr val="dk1"/>
              </a:buClr>
              <a:buSzPts val="1800"/>
              <a:buFont typeface="Arial"/>
              <a:buChar char="●"/>
            </a:pPr>
            <a:r>
              <a:rPr b="1" i="0" lang="en-US" sz="1800" u="none" cap="none" strike="noStrike">
                <a:solidFill>
                  <a:schemeClr val="dk1"/>
                </a:solidFill>
                <a:latin typeface="Times New Roman"/>
                <a:ea typeface="Times New Roman"/>
                <a:cs typeface="Times New Roman"/>
                <a:sym typeface="Times New Roman"/>
              </a:rPr>
              <a:t>Unified Modelling Language (UML)</a:t>
            </a:r>
            <a:r>
              <a:rPr b="0" i="0" lang="en-US" sz="1800" u="none" cap="none" strike="noStrike">
                <a:solidFill>
                  <a:schemeClr val="dk1"/>
                </a:solidFill>
                <a:latin typeface="Times New Roman"/>
                <a:ea typeface="Times New Roman"/>
                <a:cs typeface="Times New Roman"/>
                <a:sym typeface="Times New Roman"/>
              </a:rPr>
              <a:t>− Standardized visual representations.</a:t>
            </a:r>
            <a:endParaRPr b="0" i="0" sz="1800" u="none" cap="none" strike="noStrike">
              <a:solidFill>
                <a:schemeClr val="dk1"/>
              </a:solidFill>
              <a:latin typeface="Times New Roman"/>
              <a:ea typeface="Times New Roman"/>
              <a:cs typeface="Times New Roman"/>
              <a:sym typeface="Times New Roman"/>
            </a:endParaRPr>
          </a:p>
          <a:p>
            <a:pPr indent="-342900" lvl="0" marL="457200" marR="0" rtl="0" algn="l">
              <a:lnSpc>
                <a:spcPct val="115000"/>
              </a:lnSpc>
              <a:spcBef>
                <a:spcPts val="0"/>
              </a:spcBef>
              <a:spcAft>
                <a:spcPts val="0"/>
              </a:spcAft>
              <a:buClr>
                <a:schemeClr val="dk1"/>
              </a:buClr>
              <a:buSzPts val="1800"/>
              <a:buFont typeface="Arial"/>
              <a:buChar char="●"/>
            </a:pPr>
            <a:r>
              <a:rPr b="1" i="0" lang="en-US" sz="1800" u="none" cap="none" strike="noStrike">
                <a:solidFill>
                  <a:schemeClr val="dk1"/>
                </a:solidFill>
                <a:latin typeface="Times New Roman"/>
                <a:ea typeface="Times New Roman"/>
                <a:cs typeface="Times New Roman"/>
                <a:sym typeface="Times New Roman"/>
              </a:rPr>
              <a:t>Data Flow Modelling</a:t>
            </a:r>
            <a:r>
              <a:rPr b="0" i="0" lang="en-US" sz="1800" u="none" cap="none" strike="noStrike">
                <a:solidFill>
                  <a:schemeClr val="dk1"/>
                </a:solidFill>
                <a:latin typeface="Times New Roman"/>
                <a:ea typeface="Times New Roman"/>
                <a:cs typeface="Times New Roman"/>
                <a:sym typeface="Times New Roman"/>
              </a:rPr>
              <a:t>− Illustrate how data moves within the system.</a:t>
            </a:r>
            <a:endParaRPr b="0" i="0" sz="1800" u="none" cap="none" strike="noStrike">
              <a:solidFill>
                <a:schemeClr val="dk1"/>
              </a:solidFill>
              <a:latin typeface="Times New Roman"/>
              <a:ea typeface="Times New Roman"/>
              <a:cs typeface="Times New Roman"/>
              <a:sym typeface="Times New Roman"/>
            </a:endParaRPr>
          </a:p>
          <a:p>
            <a:pPr indent="-342900" lvl="0" marL="457200" marR="0" rtl="0" algn="l">
              <a:lnSpc>
                <a:spcPct val="115000"/>
              </a:lnSpc>
              <a:spcBef>
                <a:spcPts val="0"/>
              </a:spcBef>
              <a:spcAft>
                <a:spcPts val="0"/>
              </a:spcAft>
              <a:buClr>
                <a:schemeClr val="dk1"/>
              </a:buClr>
              <a:buSzPts val="1800"/>
              <a:buFont typeface="Arial"/>
              <a:buChar char="●"/>
            </a:pPr>
            <a:r>
              <a:rPr b="1" i="0" lang="en-US" sz="1800" u="none" cap="none" strike="noStrike">
                <a:solidFill>
                  <a:schemeClr val="dk1"/>
                </a:solidFill>
                <a:latin typeface="Times New Roman"/>
                <a:ea typeface="Times New Roman"/>
                <a:cs typeface="Times New Roman"/>
                <a:sym typeface="Times New Roman"/>
              </a:rPr>
              <a:t>Component-Based Design</a:t>
            </a:r>
            <a:r>
              <a:rPr b="0" i="0" lang="en-US" sz="1800" u="none" cap="none" strike="noStrike">
                <a:solidFill>
                  <a:schemeClr val="dk1"/>
                </a:solidFill>
                <a:latin typeface="Times New Roman"/>
                <a:ea typeface="Times New Roman"/>
                <a:cs typeface="Times New Roman"/>
                <a:sym typeface="Times New Roman"/>
              </a:rPr>
              <a:t>− Focus on defining reusable components.</a:t>
            </a:r>
            <a:endParaRPr b="0" i="0" sz="1800" u="none" cap="none" strike="noStrike">
              <a:solidFill>
                <a:schemeClr val="dk1"/>
              </a:solidFill>
              <a:latin typeface="Times New Roman"/>
              <a:ea typeface="Times New Roman"/>
              <a:cs typeface="Times New Roman"/>
              <a:sym typeface="Times New Roman"/>
            </a:endParaRPr>
          </a:p>
          <a:p>
            <a:pPr indent="0" lvl="0" marL="0" marR="0" rtl="0" algn="l">
              <a:lnSpc>
                <a:spcPct val="100000"/>
              </a:lnSpc>
              <a:spcBef>
                <a:spcPts val="1200"/>
              </a:spcBef>
              <a:spcAft>
                <a:spcPts val="0"/>
              </a:spcAft>
              <a:buClr>
                <a:srgbClr val="000000"/>
              </a:buClr>
              <a:buSzPts val="3200"/>
              <a:buFont typeface="Arial"/>
              <a:buNone/>
            </a:pPr>
            <a:r>
              <a:t/>
            </a:r>
            <a:endParaRPr b="0" i="0" sz="3200" u="none" cap="none" strike="noStrike">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 name="Shape 76"/>
        <p:cNvGrpSpPr/>
        <p:nvPr/>
      </p:nvGrpSpPr>
      <p:grpSpPr>
        <a:xfrm>
          <a:off x="0" y="0"/>
          <a:ext cx="0" cy="0"/>
          <a:chOff x="0" y="0"/>
          <a:chExt cx="0" cy="0"/>
        </a:xfrm>
      </p:grpSpPr>
      <p:sp>
        <p:nvSpPr>
          <p:cNvPr id="77" name="Google Shape;77;g36f0cc52d99_1_107"/>
          <p:cNvSpPr txBox="1"/>
          <p:nvPr>
            <p:ph idx="12" type="sldNum"/>
          </p:nvPr>
        </p:nvSpPr>
        <p:spPr>
          <a:xfrm>
            <a:off x="10270093" y="7629104"/>
            <a:ext cx="3343800" cy="4383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
        <p:nvSpPr>
          <p:cNvPr id="78" name="Google Shape;78;g36f0cc52d99_1_107"/>
          <p:cNvSpPr txBox="1"/>
          <p:nvPr/>
        </p:nvSpPr>
        <p:spPr>
          <a:xfrm>
            <a:off x="174925" y="1018600"/>
            <a:ext cx="13718700" cy="69450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1800"/>
              </a:spcBef>
              <a:spcAft>
                <a:spcPts val="0"/>
              </a:spcAft>
              <a:buClr>
                <a:schemeClr val="dk1"/>
              </a:buClr>
              <a:buSzPts val="1100"/>
              <a:buFont typeface="Arial"/>
              <a:buNone/>
            </a:pPr>
            <a:r>
              <a:rPr b="1" i="0" lang="en-US" sz="1800" u="none" cap="none" strike="noStrike">
                <a:solidFill>
                  <a:schemeClr val="dk1"/>
                </a:solidFill>
                <a:latin typeface="Times New Roman"/>
                <a:ea typeface="Times New Roman"/>
                <a:cs typeface="Times New Roman"/>
                <a:sym typeface="Times New Roman"/>
              </a:rPr>
              <a:t>Examples of High-Level Design</a:t>
            </a:r>
            <a:endParaRPr b="1" i="0" sz="1800" u="none" cap="none" strike="noStrike">
              <a:solidFill>
                <a:schemeClr val="dk1"/>
              </a:solidFill>
              <a:latin typeface="Times New Roman"/>
              <a:ea typeface="Times New Roman"/>
              <a:cs typeface="Times New Roman"/>
              <a:sym typeface="Times New Roman"/>
            </a:endParaRPr>
          </a:p>
          <a:p>
            <a:pPr indent="0" lvl="0" marL="0" marR="0" rtl="0" algn="l">
              <a:lnSpc>
                <a:spcPct val="115000"/>
              </a:lnSpc>
              <a:spcBef>
                <a:spcPts val="1400"/>
              </a:spcBef>
              <a:spcAft>
                <a:spcPts val="0"/>
              </a:spcAft>
              <a:buClr>
                <a:schemeClr val="dk1"/>
              </a:buClr>
              <a:buSzPts val="1100"/>
              <a:buFont typeface="Arial"/>
              <a:buNone/>
            </a:pPr>
            <a:r>
              <a:rPr b="1" i="0" lang="en-US" sz="1800" u="none" cap="none" strike="noStrike">
                <a:solidFill>
                  <a:schemeClr val="dk1"/>
                </a:solidFill>
                <a:latin typeface="Times New Roman"/>
                <a:ea typeface="Times New Roman"/>
                <a:cs typeface="Times New Roman"/>
                <a:sym typeface="Times New Roman"/>
              </a:rPr>
              <a:t>Example 1: E-Commerce Platform</a:t>
            </a:r>
            <a:endParaRPr b="1" i="0" sz="1800" u="none" cap="none" strike="noStrike">
              <a:solidFill>
                <a:schemeClr val="dk1"/>
              </a:solidFill>
              <a:latin typeface="Times New Roman"/>
              <a:ea typeface="Times New Roman"/>
              <a:cs typeface="Times New Roman"/>
              <a:sym typeface="Times New Roman"/>
            </a:endParaRPr>
          </a:p>
          <a:p>
            <a:pPr indent="0" lvl="0" marL="0" marR="0" rtl="0" algn="l">
              <a:lnSpc>
                <a:spcPct val="115000"/>
              </a:lnSpc>
              <a:spcBef>
                <a:spcPts val="1200"/>
              </a:spcBef>
              <a:spcAft>
                <a:spcPts val="0"/>
              </a:spcAft>
              <a:buClr>
                <a:schemeClr val="dk1"/>
              </a:buClr>
              <a:buSzPts val="1100"/>
              <a:buFont typeface="Arial"/>
              <a:buNone/>
            </a:pPr>
            <a:r>
              <a:rPr b="1" i="0" lang="en-US" sz="1800" u="none" cap="none" strike="noStrike">
                <a:solidFill>
                  <a:schemeClr val="dk1"/>
                </a:solidFill>
                <a:latin typeface="Times New Roman"/>
                <a:ea typeface="Times New Roman"/>
                <a:cs typeface="Times New Roman"/>
                <a:sym typeface="Times New Roman"/>
              </a:rPr>
              <a:t>Components−</a:t>
            </a:r>
            <a:endParaRPr b="1" i="0" sz="1800" u="none" cap="none" strike="noStrike">
              <a:solidFill>
                <a:schemeClr val="dk1"/>
              </a:solidFill>
              <a:latin typeface="Times New Roman"/>
              <a:ea typeface="Times New Roman"/>
              <a:cs typeface="Times New Roman"/>
              <a:sym typeface="Times New Roman"/>
            </a:endParaRPr>
          </a:p>
          <a:p>
            <a:pPr indent="-342900" lvl="0" marL="457200" marR="0" rtl="0" algn="l">
              <a:lnSpc>
                <a:spcPct val="115000"/>
              </a:lnSpc>
              <a:spcBef>
                <a:spcPts val="1200"/>
              </a:spcBef>
              <a:spcAft>
                <a:spcPts val="0"/>
              </a:spcAft>
              <a:buClr>
                <a:schemeClr val="dk1"/>
              </a:buClr>
              <a:buSzPts val="1800"/>
              <a:buFont typeface="Arial"/>
              <a:buAutoNum type="arabicPeriod"/>
            </a:pPr>
            <a:r>
              <a:rPr b="1" i="0" lang="en-US" sz="1800" u="none" cap="none" strike="noStrike">
                <a:solidFill>
                  <a:schemeClr val="dk1"/>
                </a:solidFill>
                <a:latin typeface="Times New Roman"/>
                <a:ea typeface="Times New Roman"/>
                <a:cs typeface="Times New Roman"/>
                <a:sym typeface="Times New Roman"/>
              </a:rPr>
              <a:t>Presentation Layer</a:t>
            </a:r>
            <a:r>
              <a:rPr b="0" i="0" lang="en-US" sz="1800" u="none" cap="none" strike="noStrike">
                <a:solidFill>
                  <a:schemeClr val="dk1"/>
                </a:solidFill>
                <a:latin typeface="Times New Roman"/>
                <a:ea typeface="Times New Roman"/>
                <a:cs typeface="Times New Roman"/>
                <a:sym typeface="Times New Roman"/>
              </a:rPr>
              <a:t>− Angular-based frontend.</a:t>
            </a:r>
            <a:endParaRPr b="0" i="0" sz="1800" u="none" cap="none" strike="noStrike">
              <a:solidFill>
                <a:schemeClr val="dk1"/>
              </a:solidFill>
              <a:latin typeface="Times New Roman"/>
              <a:ea typeface="Times New Roman"/>
              <a:cs typeface="Times New Roman"/>
              <a:sym typeface="Times New Roman"/>
            </a:endParaRPr>
          </a:p>
          <a:p>
            <a:pPr indent="-342900" lvl="0" marL="457200" marR="0" rtl="0" algn="l">
              <a:lnSpc>
                <a:spcPct val="115000"/>
              </a:lnSpc>
              <a:spcBef>
                <a:spcPts val="0"/>
              </a:spcBef>
              <a:spcAft>
                <a:spcPts val="0"/>
              </a:spcAft>
              <a:buClr>
                <a:schemeClr val="dk1"/>
              </a:buClr>
              <a:buSzPts val="1800"/>
              <a:buFont typeface="Arial"/>
              <a:buAutoNum type="arabicPeriod"/>
            </a:pPr>
            <a:r>
              <a:rPr b="1" i="0" lang="en-US" sz="1800" u="none" cap="none" strike="noStrike">
                <a:solidFill>
                  <a:schemeClr val="dk1"/>
                </a:solidFill>
                <a:latin typeface="Times New Roman"/>
                <a:ea typeface="Times New Roman"/>
                <a:cs typeface="Times New Roman"/>
                <a:sym typeface="Times New Roman"/>
              </a:rPr>
              <a:t>Backend Services</a:t>
            </a:r>
            <a:r>
              <a:rPr b="0" i="0" lang="en-US" sz="1800" u="none" cap="none" strike="noStrike">
                <a:solidFill>
                  <a:schemeClr val="dk1"/>
                </a:solidFill>
                <a:latin typeface="Times New Roman"/>
                <a:ea typeface="Times New Roman"/>
                <a:cs typeface="Times New Roman"/>
                <a:sym typeface="Times New Roman"/>
              </a:rPr>
              <a:t>− Microservices using Spring Boot.</a:t>
            </a:r>
            <a:endParaRPr b="0" i="0" sz="1800" u="none" cap="none" strike="noStrike">
              <a:solidFill>
                <a:schemeClr val="dk1"/>
              </a:solidFill>
              <a:latin typeface="Times New Roman"/>
              <a:ea typeface="Times New Roman"/>
              <a:cs typeface="Times New Roman"/>
              <a:sym typeface="Times New Roman"/>
            </a:endParaRPr>
          </a:p>
          <a:p>
            <a:pPr indent="-342900" lvl="0" marL="457200" marR="0" rtl="0" algn="l">
              <a:lnSpc>
                <a:spcPct val="115000"/>
              </a:lnSpc>
              <a:spcBef>
                <a:spcPts val="0"/>
              </a:spcBef>
              <a:spcAft>
                <a:spcPts val="0"/>
              </a:spcAft>
              <a:buClr>
                <a:schemeClr val="dk1"/>
              </a:buClr>
              <a:buSzPts val="1800"/>
              <a:buFont typeface="Arial"/>
              <a:buAutoNum type="arabicPeriod"/>
            </a:pPr>
            <a:r>
              <a:rPr b="1" i="0" lang="en-US" sz="1800" u="none" cap="none" strike="noStrike">
                <a:solidFill>
                  <a:schemeClr val="dk1"/>
                </a:solidFill>
                <a:latin typeface="Times New Roman"/>
                <a:ea typeface="Times New Roman"/>
                <a:cs typeface="Times New Roman"/>
                <a:sym typeface="Times New Roman"/>
              </a:rPr>
              <a:t>Database</a:t>
            </a:r>
            <a:r>
              <a:rPr b="0" i="0" lang="en-US" sz="1800" u="none" cap="none" strike="noStrike">
                <a:solidFill>
                  <a:schemeClr val="dk1"/>
                </a:solidFill>
                <a:latin typeface="Times New Roman"/>
                <a:ea typeface="Times New Roman"/>
                <a:cs typeface="Times New Roman"/>
                <a:sym typeface="Times New Roman"/>
              </a:rPr>
              <a:t>− Relational database for transactions, NoSQL for caching.</a:t>
            </a:r>
            <a:endParaRPr b="0" i="0" sz="1800" u="none" cap="none" strike="noStrike">
              <a:solidFill>
                <a:schemeClr val="dk1"/>
              </a:solidFill>
              <a:latin typeface="Times New Roman"/>
              <a:ea typeface="Times New Roman"/>
              <a:cs typeface="Times New Roman"/>
              <a:sym typeface="Times New Roman"/>
            </a:endParaRPr>
          </a:p>
          <a:p>
            <a:pPr indent="-342900" lvl="0" marL="457200" marR="0" rtl="0" algn="l">
              <a:lnSpc>
                <a:spcPct val="115000"/>
              </a:lnSpc>
              <a:spcBef>
                <a:spcPts val="0"/>
              </a:spcBef>
              <a:spcAft>
                <a:spcPts val="0"/>
              </a:spcAft>
              <a:buClr>
                <a:schemeClr val="dk1"/>
              </a:buClr>
              <a:buSzPts val="1800"/>
              <a:buFont typeface="Arial"/>
              <a:buAutoNum type="arabicPeriod"/>
            </a:pPr>
            <a:r>
              <a:rPr b="1" i="0" lang="en-US" sz="1800" u="none" cap="none" strike="noStrike">
                <a:solidFill>
                  <a:schemeClr val="dk1"/>
                </a:solidFill>
                <a:latin typeface="Times New Roman"/>
                <a:ea typeface="Times New Roman"/>
                <a:cs typeface="Times New Roman"/>
                <a:sym typeface="Times New Roman"/>
              </a:rPr>
              <a:t>Load Balancer</a:t>
            </a:r>
            <a:r>
              <a:rPr b="0" i="0" lang="en-US" sz="1800" u="none" cap="none" strike="noStrike">
                <a:solidFill>
                  <a:schemeClr val="dk1"/>
                </a:solidFill>
                <a:latin typeface="Times New Roman"/>
                <a:ea typeface="Times New Roman"/>
                <a:cs typeface="Times New Roman"/>
                <a:sym typeface="Times New Roman"/>
              </a:rPr>
              <a:t>− Ensures high availability.</a:t>
            </a:r>
            <a:endParaRPr b="0" i="0" sz="1800" u="none" cap="none" strike="noStrike">
              <a:solidFill>
                <a:schemeClr val="dk1"/>
              </a:solidFill>
              <a:latin typeface="Times New Roman"/>
              <a:ea typeface="Times New Roman"/>
              <a:cs typeface="Times New Roman"/>
              <a:sym typeface="Times New Roman"/>
            </a:endParaRPr>
          </a:p>
          <a:p>
            <a:pPr indent="0" lvl="0" marL="0" marR="0" rtl="0" algn="l">
              <a:lnSpc>
                <a:spcPct val="115000"/>
              </a:lnSpc>
              <a:spcBef>
                <a:spcPts val="1200"/>
              </a:spcBef>
              <a:spcAft>
                <a:spcPts val="0"/>
              </a:spcAft>
              <a:buClr>
                <a:schemeClr val="dk1"/>
              </a:buClr>
              <a:buSzPts val="1100"/>
              <a:buFont typeface="Arial"/>
              <a:buNone/>
            </a:pPr>
            <a:r>
              <a:rPr b="1" i="0" lang="en-US" sz="1800" u="none" cap="none" strike="noStrike">
                <a:solidFill>
                  <a:schemeClr val="dk1"/>
                </a:solidFill>
                <a:latin typeface="Times New Roman"/>
                <a:ea typeface="Times New Roman"/>
                <a:cs typeface="Times New Roman"/>
                <a:sym typeface="Times New Roman"/>
              </a:rPr>
              <a:t>Data Flow−</a:t>
            </a:r>
            <a:endParaRPr b="1" i="0" sz="1800" u="none" cap="none" strike="noStrike">
              <a:solidFill>
                <a:schemeClr val="dk1"/>
              </a:solidFill>
              <a:latin typeface="Times New Roman"/>
              <a:ea typeface="Times New Roman"/>
              <a:cs typeface="Times New Roman"/>
              <a:sym typeface="Times New Roman"/>
            </a:endParaRPr>
          </a:p>
          <a:p>
            <a:pPr indent="-342900" lvl="0" marL="457200" marR="0" rtl="0" algn="l">
              <a:lnSpc>
                <a:spcPct val="115000"/>
              </a:lnSpc>
              <a:spcBef>
                <a:spcPts val="1200"/>
              </a:spcBef>
              <a:spcAft>
                <a:spcPts val="0"/>
              </a:spcAft>
              <a:buClr>
                <a:schemeClr val="dk1"/>
              </a:buClr>
              <a:buSzPts val="1800"/>
              <a:buFont typeface="Times New Roman"/>
              <a:buChar char="●"/>
            </a:pPr>
            <a:r>
              <a:rPr b="0" i="0" lang="en-US" sz="1800" u="none" cap="none" strike="noStrike">
                <a:solidFill>
                  <a:schemeClr val="dk1"/>
                </a:solidFill>
                <a:latin typeface="Times New Roman"/>
                <a:ea typeface="Times New Roman"/>
                <a:cs typeface="Times New Roman"/>
                <a:sym typeface="Times New Roman"/>
              </a:rPr>
              <a:t>User requests → API Gateway → Microservices → Database → Response.</a:t>
            </a:r>
            <a:endParaRPr b="0" i="0" sz="1800" u="none" cap="none" strike="noStrike">
              <a:solidFill>
                <a:schemeClr val="dk1"/>
              </a:solidFill>
              <a:latin typeface="Times New Roman"/>
              <a:ea typeface="Times New Roman"/>
              <a:cs typeface="Times New Roman"/>
              <a:sym typeface="Times New Roman"/>
            </a:endParaRPr>
          </a:p>
          <a:p>
            <a:pPr indent="0" lvl="0" marL="0" marR="0" rtl="0" algn="l">
              <a:lnSpc>
                <a:spcPct val="115000"/>
              </a:lnSpc>
              <a:spcBef>
                <a:spcPts val="1400"/>
              </a:spcBef>
              <a:spcAft>
                <a:spcPts val="0"/>
              </a:spcAft>
              <a:buClr>
                <a:schemeClr val="dk1"/>
              </a:buClr>
              <a:buSzPts val="1100"/>
              <a:buFont typeface="Arial"/>
              <a:buNone/>
            </a:pPr>
            <a:r>
              <a:rPr b="1" i="0" lang="en-US" sz="1800" u="none" cap="none" strike="noStrike">
                <a:solidFill>
                  <a:schemeClr val="dk1"/>
                </a:solidFill>
                <a:latin typeface="Times New Roman"/>
                <a:ea typeface="Times New Roman"/>
                <a:cs typeface="Times New Roman"/>
                <a:sym typeface="Times New Roman"/>
              </a:rPr>
              <a:t>Example 2: Video Streaming Service</a:t>
            </a:r>
            <a:endParaRPr b="1" i="0" sz="1800" u="none" cap="none" strike="noStrike">
              <a:solidFill>
                <a:schemeClr val="dk1"/>
              </a:solidFill>
              <a:latin typeface="Times New Roman"/>
              <a:ea typeface="Times New Roman"/>
              <a:cs typeface="Times New Roman"/>
              <a:sym typeface="Times New Roman"/>
            </a:endParaRPr>
          </a:p>
          <a:p>
            <a:pPr indent="0" lvl="0" marL="0" marR="0" rtl="0" algn="l">
              <a:lnSpc>
                <a:spcPct val="115000"/>
              </a:lnSpc>
              <a:spcBef>
                <a:spcPts val="1200"/>
              </a:spcBef>
              <a:spcAft>
                <a:spcPts val="0"/>
              </a:spcAft>
              <a:buClr>
                <a:schemeClr val="dk1"/>
              </a:buClr>
              <a:buSzPts val="1100"/>
              <a:buFont typeface="Arial"/>
              <a:buNone/>
            </a:pPr>
            <a:r>
              <a:rPr b="1" i="0" lang="en-US" sz="1800" u="none" cap="none" strike="noStrike">
                <a:solidFill>
                  <a:schemeClr val="dk1"/>
                </a:solidFill>
                <a:latin typeface="Times New Roman"/>
                <a:ea typeface="Times New Roman"/>
                <a:cs typeface="Times New Roman"/>
                <a:sym typeface="Times New Roman"/>
              </a:rPr>
              <a:t>Components−</a:t>
            </a:r>
            <a:endParaRPr b="1" i="0" sz="1800" u="none" cap="none" strike="noStrike">
              <a:solidFill>
                <a:schemeClr val="dk1"/>
              </a:solidFill>
              <a:latin typeface="Times New Roman"/>
              <a:ea typeface="Times New Roman"/>
              <a:cs typeface="Times New Roman"/>
              <a:sym typeface="Times New Roman"/>
            </a:endParaRPr>
          </a:p>
          <a:p>
            <a:pPr indent="-342900" lvl="0" marL="457200" marR="0" rtl="0" algn="l">
              <a:lnSpc>
                <a:spcPct val="115000"/>
              </a:lnSpc>
              <a:spcBef>
                <a:spcPts val="1200"/>
              </a:spcBef>
              <a:spcAft>
                <a:spcPts val="0"/>
              </a:spcAft>
              <a:buClr>
                <a:schemeClr val="dk1"/>
              </a:buClr>
              <a:buSzPts val="1800"/>
              <a:buFont typeface="Arial"/>
              <a:buAutoNum type="arabicPeriod"/>
            </a:pPr>
            <a:r>
              <a:rPr b="1" i="0" lang="en-US" sz="1800" u="none" cap="none" strike="noStrike">
                <a:solidFill>
                  <a:schemeClr val="dk1"/>
                </a:solidFill>
                <a:latin typeface="Times New Roman"/>
                <a:ea typeface="Times New Roman"/>
                <a:cs typeface="Times New Roman"/>
                <a:sym typeface="Times New Roman"/>
              </a:rPr>
              <a:t>Content Delivery</a:t>
            </a:r>
            <a:r>
              <a:rPr b="0" i="0" lang="en-US" sz="1800" u="none" cap="none" strike="noStrike">
                <a:solidFill>
                  <a:schemeClr val="dk1"/>
                </a:solidFill>
                <a:latin typeface="Times New Roman"/>
                <a:ea typeface="Times New Roman"/>
                <a:cs typeface="Times New Roman"/>
                <a:sym typeface="Times New Roman"/>
              </a:rPr>
              <a:t>− CDN for streaming content.</a:t>
            </a:r>
            <a:endParaRPr b="0" i="0" sz="1800" u="none" cap="none" strike="noStrike">
              <a:solidFill>
                <a:schemeClr val="dk1"/>
              </a:solidFill>
              <a:latin typeface="Times New Roman"/>
              <a:ea typeface="Times New Roman"/>
              <a:cs typeface="Times New Roman"/>
              <a:sym typeface="Times New Roman"/>
            </a:endParaRPr>
          </a:p>
          <a:p>
            <a:pPr indent="-342900" lvl="0" marL="457200" marR="0" rtl="0" algn="l">
              <a:lnSpc>
                <a:spcPct val="115000"/>
              </a:lnSpc>
              <a:spcBef>
                <a:spcPts val="0"/>
              </a:spcBef>
              <a:spcAft>
                <a:spcPts val="0"/>
              </a:spcAft>
              <a:buClr>
                <a:schemeClr val="dk1"/>
              </a:buClr>
              <a:buSzPts val="1800"/>
              <a:buFont typeface="Arial"/>
              <a:buAutoNum type="arabicPeriod"/>
            </a:pPr>
            <a:r>
              <a:rPr b="1" i="0" lang="en-US" sz="1800" u="none" cap="none" strike="noStrike">
                <a:solidFill>
                  <a:schemeClr val="dk1"/>
                </a:solidFill>
                <a:latin typeface="Times New Roman"/>
                <a:ea typeface="Times New Roman"/>
                <a:cs typeface="Times New Roman"/>
                <a:sym typeface="Times New Roman"/>
              </a:rPr>
              <a:t>Recommendation Engine</a:t>
            </a:r>
            <a:r>
              <a:rPr b="0" i="0" lang="en-US" sz="1800" u="none" cap="none" strike="noStrike">
                <a:solidFill>
                  <a:schemeClr val="dk1"/>
                </a:solidFill>
                <a:latin typeface="Times New Roman"/>
                <a:ea typeface="Times New Roman"/>
                <a:cs typeface="Times New Roman"/>
                <a:sym typeface="Times New Roman"/>
              </a:rPr>
              <a:t>− Machine Learning-based personalization.</a:t>
            </a:r>
            <a:endParaRPr b="0" i="0" sz="1800" u="none" cap="none" strike="noStrike">
              <a:solidFill>
                <a:schemeClr val="dk1"/>
              </a:solidFill>
              <a:latin typeface="Times New Roman"/>
              <a:ea typeface="Times New Roman"/>
              <a:cs typeface="Times New Roman"/>
              <a:sym typeface="Times New Roman"/>
            </a:endParaRPr>
          </a:p>
          <a:p>
            <a:pPr indent="-342900" lvl="0" marL="457200" marR="0" rtl="0" algn="l">
              <a:lnSpc>
                <a:spcPct val="115000"/>
              </a:lnSpc>
              <a:spcBef>
                <a:spcPts val="0"/>
              </a:spcBef>
              <a:spcAft>
                <a:spcPts val="0"/>
              </a:spcAft>
              <a:buClr>
                <a:schemeClr val="dk1"/>
              </a:buClr>
              <a:buSzPts val="1800"/>
              <a:buFont typeface="Arial"/>
              <a:buAutoNum type="arabicPeriod"/>
            </a:pPr>
            <a:r>
              <a:rPr b="1" i="0" lang="en-US" sz="1800" u="none" cap="none" strike="noStrike">
                <a:solidFill>
                  <a:schemeClr val="dk1"/>
                </a:solidFill>
                <a:latin typeface="Times New Roman"/>
                <a:ea typeface="Times New Roman"/>
                <a:cs typeface="Times New Roman"/>
                <a:sym typeface="Times New Roman"/>
              </a:rPr>
              <a:t>Authentication Service</a:t>
            </a:r>
            <a:r>
              <a:rPr b="0" i="0" lang="en-US" sz="1800" u="none" cap="none" strike="noStrike">
                <a:solidFill>
                  <a:schemeClr val="dk1"/>
                </a:solidFill>
                <a:latin typeface="Times New Roman"/>
                <a:ea typeface="Times New Roman"/>
                <a:cs typeface="Times New Roman"/>
                <a:sym typeface="Times New Roman"/>
              </a:rPr>
              <a:t>− OAuth2 for secure login.</a:t>
            </a:r>
            <a:endParaRPr b="0" i="0" sz="1800" u="none" cap="none" strike="noStrike">
              <a:solidFill>
                <a:schemeClr val="dk1"/>
              </a:solidFill>
              <a:latin typeface="Times New Roman"/>
              <a:ea typeface="Times New Roman"/>
              <a:cs typeface="Times New Roman"/>
              <a:sym typeface="Times New Roman"/>
            </a:endParaRPr>
          </a:p>
          <a:p>
            <a:pPr indent="0" lvl="0" marL="0" marR="0" rtl="0" algn="l">
              <a:lnSpc>
                <a:spcPct val="115000"/>
              </a:lnSpc>
              <a:spcBef>
                <a:spcPts val="1200"/>
              </a:spcBef>
              <a:spcAft>
                <a:spcPts val="0"/>
              </a:spcAft>
              <a:buClr>
                <a:schemeClr val="dk1"/>
              </a:buClr>
              <a:buSzPts val="1100"/>
              <a:buFont typeface="Arial"/>
              <a:buNone/>
            </a:pPr>
            <a:r>
              <a:rPr b="1" i="0" lang="en-US" sz="1800" u="none" cap="none" strike="noStrike">
                <a:solidFill>
                  <a:schemeClr val="dk1"/>
                </a:solidFill>
                <a:latin typeface="Times New Roman"/>
                <a:ea typeface="Times New Roman"/>
                <a:cs typeface="Times New Roman"/>
                <a:sym typeface="Times New Roman"/>
              </a:rPr>
              <a:t>Data Flow−</a:t>
            </a:r>
            <a:endParaRPr b="1" i="0" sz="1800" u="none" cap="none" strike="noStrike">
              <a:solidFill>
                <a:schemeClr val="dk1"/>
              </a:solidFill>
              <a:latin typeface="Times New Roman"/>
              <a:ea typeface="Times New Roman"/>
              <a:cs typeface="Times New Roman"/>
              <a:sym typeface="Times New Roman"/>
            </a:endParaRPr>
          </a:p>
          <a:p>
            <a:pPr indent="-342900" lvl="0" marL="457200" marR="0" rtl="0" algn="l">
              <a:lnSpc>
                <a:spcPct val="115000"/>
              </a:lnSpc>
              <a:spcBef>
                <a:spcPts val="1200"/>
              </a:spcBef>
              <a:spcAft>
                <a:spcPts val="0"/>
              </a:spcAft>
              <a:buClr>
                <a:schemeClr val="dk1"/>
              </a:buClr>
              <a:buSzPts val="1800"/>
              <a:buFont typeface="Times New Roman"/>
              <a:buChar char="●"/>
            </a:pPr>
            <a:r>
              <a:rPr b="0" i="0" lang="en-US" sz="1800" u="none" cap="none" strike="noStrike">
                <a:solidFill>
                  <a:schemeClr val="dk1"/>
                </a:solidFill>
                <a:latin typeface="Times New Roman"/>
                <a:ea typeface="Times New Roman"/>
                <a:cs typeface="Times New Roman"/>
                <a:sym typeface="Times New Roman"/>
              </a:rPr>
              <a:t>Video request → CDN → Backend services → Database → Response.</a:t>
            </a:r>
            <a:endParaRPr b="0" i="0" sz="1800" u="none" cap="none" strike="noStrike">
              <a:solidFill>
                <a:schemeClr val="dk1"/>
              </a:solidFill>
              <a:latin typeface="Times New Roman"/>
              <a:ea typeface="Times New Roman"/>
              <a:cs typeface="Times New Roman"/>
              <a:sym typeface="Times New Roman"/>
            </a:endParaRPr>
          </a:p>
          <a:p>
            <a:pPr indent="0" lvl="0" marL="0" marR="0" rtl="0" algn="l">
              <a:lnSpc>
                <a:spcPct val="100000"/>
              </a:lnSpc>
              <a:spcBef>
                <a:spcPts val="1200"/>
              </a:spcBef>
              <a:spcAft>
                <a:spcPts val="0"/>
              </a:spcAft>
              <a:buClr>
                <a:srgbClr val="000000"/>
              </a:buClr>
              <a:buSzPts val="3200"/>
              <a:buFont typeface="Arial"/>
              <a:buNone/>
            </a:pPr>
            <a:r>
              <a:t/>
            </a:r>
            <a:endParaRPr b="0" i="0" sz="3200" u="none" cap="none" strike="noStrike">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g36f0cc52d99_1_121"/>
          <p:cNvSpPr txBox="1"/>
          <p:nvPr>
            <p:ph idx="12" type="sldNum"/>
          </p:nvPr>
        </p:nvSpPr>
        <p:spPr>
          <a:xfrm>
            <a:off x="10270093" y="7629104"/>
            <a:ext cx="3343800" cy="4383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
        <p:nvSpPr>
          <p:cNvPr id="85" name="Google Shape;85;g36f0cc52d99_1_121"/>
          <p:cNvSpPr txBox="1"/>
          <p:nvPr/>
        </p:nvSpPr>
        <p:spPr>
          <a:xfrm>
            <a:off x="140625" y="1035750"/>
            <a:ext cx="13872900" cy="68250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1200"/>
              </a:spcBef>
              <a:spcAft>
                <a:spcPts val="0"/>
              </a:spcAft>
              <a:buClr>
                <a:schemeClr val="dk1"/>
              </a:buClr>
              <a:buSzPts val="1100"/>
              <a:buFont typeface="Arial"/>
              <a:buNone/>
            </a:pPr>
            <a:r>
              <a:rPr b="0" i="0" lang="en-US" sz="1800" u="none" cap="none" strike="noStrike">
                <a:solidFill>
                  <a:schemeClr val="dk1"/>
                </a:solidFill>
                <a:latin typeface="Times New Roman"/>
                <a:ea typeface="Times New Roman"/>
                <a:cs typeface="Times New Roman"/>
                <a:sym typeface="Times New Roman"/>
              </a:rPr>
              <a:t>The goal of HLD is to provide a detailed overview of the system's structure, components, and interactions, setting the direction for the detailed design and implementation phases of the project.</a:t>
            </a:r>
            <a:r>
              <a:rPr b="0" i="0" lang="en-US" sz="1800" u="none" cap="none" strike="noStrike">
                <a:solidFill>
                  <a:schemeClr val="dk1"/>
                </a:solidFill>
                <a:uFill>
                  <a:noFill/>
                </a:uFill>
                <a:latin typeface="Times New Roman"/>
                <a:ea typeface="Times New Roman"/>
                <a:cs typeface="Times New Roman"/>
                <a:sym typeface="Times New Roman"/>
                <a:hlinkClick r:id="rId3">
                  <a:extLst>
                    <a:ext uri="{A12FA001-AC4F-418D-AE19-62706E023703}">
                      <ahyp:hlinkClr val="tx"/>
                    </a:ext>
                  </a:extLst>
                </a:hlinkClick>
              </a:rPr>
              <a:t> </a:t>
            </a:r>
            <a:r>
              <a:rPr b="0" i="0" lang="en-US" sz="1800" u="none" cap="none" strike="noStrike">
                <a:solidFill>
                  <a:schemeClr val="dk1"/>
                </a:solidFill>
                <a:latin typeface="Times New Roman"/>
                <a:ea typeface="Times New Roman"/>
                <a:cs typeface="Times New Roman"/>
                <a:sym typeface="Times New Roman"/>
              </a:rPr>
              <a:t>HLD is a crucial phase in the software development lifecycle, where the overall architecture and design of a system are outlined broadly and comprehensively.</a:t>
            </a:r>
            <a:endParaRPr b="0" i="0" sz="1800" u="none" cap="none" strike="noStrike">
              <a:solidFill>
                <a:schemeClr val="dk1"/>
              </a:solidFill>
              <a:latin typeface="Times New Roman"/>
              <a:ea typeface="Times New Roman"/>
              <a:cs typeface="Times New Roman"/>
              <a:sym typeface="Times New Roman"/>
            </a:endParaRPr>
          </a:p>
          <a:p>
            <a:pPr indent="0" lvl="0" marL="0" marR="0" rtl="0" algn="l">
              <a:lnSpc>
                <a:spcPct val="115000"/>
              </a:lnSpc>
              <a:spcBef>
                <a:spcPts val="1800"/>
              </a:spcBef>
              <a:spcAft>
                <a:spcPts val="0"/>
              </a:spcAft>
              <a:buClr>
                <a:schemeClr val="dk1"/>
              </a:buClr>
              <a:buSzPts val="1100"/>
              <a:buFont typeface="Arial"/>
              <a:buNone/>
            </a:pPr>
            <a:r>
              <a:rPr b="1" i="0" lang="en-US" sz="1800" u="none" cap="none" strike="noStrike">
                <a:solidFill>
                  <a:schemeClr val="dk1"/>
                </a:solidFill>
                <a:latin typeface="Times New Roman"/>
                <a:ea typeface="Times New Roman"/>
                <a:cs typeface="Times New Roman"/>
                <a:sym typeface="Times New Roman"/>
              </a:rPr>
              <a:t>1. System Understanding</a:t>
            </a:r>
            <a:endParaRPr b="1" i="0" sz="1800" u="none" cap="none" strike="noStrike">
              <a:solidFill>
                <a:schemeClr val="dk1"/>
              </a:solidFill>
              <a:latin typeface="Times New Roman"/>
              <a:ea typeface="Times New Roman"/>
              <a:cs typeface="Times New Roman"/>
              <a:sym typeface="Times New Roman"/>
            </a:endParaRPr>
          </a:p>
          <a:p>
            <a:pPr indent="0" lvl="0" marL="0" marR="0" rtl="0" algn="l">
              <a:lnSpc>
                <a:spcPct val="115000"/>
              </a:lnSpc>
              <a:spcBef>
                <a:spcPts val="1200"/>
              </a:spcBef>
              <a:spcAft>
                <a:spcPts val="0"/>
              </a:spcAft>
              <a:buClr>
                <a:schemeClr val="dk1"/>
              </a:buClr>
              <a:buSzPts val="1100"/>
              <a:buFont typeface="Arial"/>
              <a:buNone/>
            </a:pPr>
            <a:r>
              <a:rPr b="0" i="0" lang="en-US" sz="1800" u="none" cap="none" strike="noStrike">
                <a:solidFill>
                  <a:schemeClr val="dk1"/>
                </a:solidFill>
                <a:latin typeface="Times New Roman"/>
                <a:ea typeface="Times New Roman"/>
                <a:cs typeface="Times New Roman"/>
                <a:sym typeface="Times New Roman"/>
              </a:rPr>
              <a:t>The primary goal of HLD is to ensure that stakeholders, including developers, architects, and project managers, have a clear understanding of the overall system architecture and design. This includes understanding the major components of the system, how they interact with each other, and the overall flow of data and control within the system.</a:t>
            </a:r>
            <a:endParaRPr b="0" i="0" sz="1800" u="none" cap="none" strike="noStrike">
              <a:solidFill>
                <a:schemeClr val="dk1"/>
              </a:solidFill>
              <a:latin typeface="Times New Roman"/>
              <a:ea typeface="Times New Roman"/>
              <a:cs typeface="Times New Roman"/>
              <a:sym typeface="Times New Roman"/>
            </a:endParaRPr>
          </a:p>
          <a:p>
            <a:pPr indent="0" lvl="0" marL="0" marR="0" rtl="0" algn="l">
              <a:lnSpc>
                <a:spcPct val="115000"/>
              </a:lnSpc>
              <a:spcBef>
                <a:spcPts val="1800"/>
              </a:spcBef>
              <a:spcAft>
                <a:spcPts val="0"/>
              </a:spcAft>
              <a:buClr>
                <a:schemeClr val="dk1"/>
              </a:buClr>
              <a:buSzPts val="1100"/>
              <a:buFont typeface="Arial"/>
              <a:buNone/>
            </a:pPr>
            <a:r>
              <a:rPr b="1" i="0" lang="en-US" sz="1800" u="none" cap="none" strike="noStrike">
                <a:solidFill>
                  <a:schemeClr val="dk1"/>
                </a:solidFill>
                <a:latin typeface="Times New Roman"/>
                <a:ea typeface="Times New Roman"/>
                <a:cs typeface="Times New Roman"/>
                <a:sym typeface="Times New Roman"/>
              </a:rPr>
              <a:t>2. Component Identification</a:t>
            </a:r>
            <a:endParaRPr b="1" i="0" sz="1800" u="none" cap="none" strike="noStrike">
              <a:solidFill>
                <a:schemeClr val="dk1"/>
              </a:solidFill>
              <a:latin typeface="Times New Roman"/>
              <a:ea typeface="Times New Roman"/>
              <a:cs typeface="Times New Roman"/>
              <a:sym typeface="Times New Roman"/>
            </a:endParaRPr>
          </a:p>
          <a:p>
            <a:pPr indent="0" lvl="0" marL="0" marR="0" rtl="0" algn="l">
              <a:lnSpc>
                <a:spcPct val="115000"/>
              </a:lnSpc>
              <a:spcBef>
                <a:spcPts val="1200"/>
              </a:spcBef>
              <a:spcAft>
                <a:spcPts val="0"/>
              </a:spcAft>
              <a:buClr>
                <a:schemeClr val="dk1"/>
              </a:buClr>
              <a:buSzPts val="1100"/>
              <a:buFont typeface="Arial"/>
              <a:buNone/>
            </a:pPr>
            <a:r>
              <a:rPr b="0" i="0" lang="en-US" sz="1800" u="none" cap="none" strike="noStrike">
                <a:solidFill>
                  <a:schemeClr val="dk1"/>
                </a:solidFill>
                <a:latin typeface="Times New Roman"/>
                <a:ea typeface="Times New Roman"/>
                <a:cs typeface="Times New Roman"/>
                <a:sym typeface="Times New Roman"/>
              </a:rPr>
              <a:t>HLD aims to identify the major components or modules of the system and define their roles and responsibilities. This helps in organizing the system into manageable parts, making it easier to design, implement, and maintain.</a:t>
            </a:r>
            <a:endParaRPr b="0" i="0" sz="1800" u="none" cap="none" strike="noStrike">
              <a:solidFill>
                <a:schemeClr val="dk1"/>
              </a:solidFill>
              <a:latin typeface="Times New Roman"/>
              <a:ea typeface="Times New Roman"/>
              <a:cs typeface="Times New Roman"/>
              <a:sym typeface="Times New Roman"/>
            </a:endParaRPr>
          </a:p>
          <a:p>
            <a:pPr indent="0" lvl="0" marL="0" marR="0" rtl="0" algn="l">
              <a:lnSpc>
                <a:spcPct val="115000"/>
              </a:lnSpc>
              <a:spcBef>
                <a:spcPts val="1800"/>
              </a:spcBef>
              <a:spcAft>
                <a:spcPts val="0"/>
              </a:spcAft>
              <a:buClr>
                <a:schemeClr val="dk1"/>
              </a:buClr>
              <a:buSzPts val="1100"/>
              <a:buFont typeface="Arial"/>
              <a:buNone/>
            </a:pPr>
            <a:r>
              <a:rPr b="1" i="0" lang="en-US" sz="1800" u="none" cap="none" strike="noStrike">
                <a:solidFill>
                  <a:schemeClr val="dk1"/>
                </a:solidFill>
                <a:latin typeface="Times New Roman"/>
                <a:ea typeface="Times New Roman"/>
                <a:cs typeface="Times New Roman"/>
                <a:sym typeface="Times New Roman"/>
              </a:rPr>
              <a:t>3. Interface Specification</a:t>
            </a:r>
            <a:endParaRPr b="1" i="0" sz="1800" u="none" cap="none" strike="noStrike">
              <a:solidFill>
                <a:schemeClr val="dk1"/>
              </a:solidFill>
              <a:latin typeface="Times New Roman"/>
              <a:ea typeface="Times New Roman"/>
              <a:cs typeface="Times New Roman"/>
              <a:sym typeface="Times New Roman"/>
            </a:endParaRPr>
          </a:p>
          <a:p>
            <a:pPr indent="0" lvl="0" marL="0" marR="0" rtl="0" algn="l">
              <a:lnSpc>
                <a:spcPct val="115000"/>
              </a:lnSpc>
              <a:spcBef>
                <a:spcPts val="1200"/>
              </a:spcBef>
              <a:spcAft>
                <a:spcPts val="0"/>
              </a:spcAft>
              <a:buClr>
                <a:schemeClr val="dk1"/>
              </a:buClr>
              <a:buSzPts val="1100"/>
              <a:buFont typeface="Arial"/>
              <a:buNone/>
            </a:pPr>
            <a:r>
              <a:rPr b="0" i="0" lang="en-US" sz="1800" u="none" cap="none" strike="noStrike">
                <a:solidFill>
                  <a:schemeClr val="dk1"/>
                </a:solidFill>
                <a:latin typeface="Times New Roman"/>
                <a:ea typeface="Times New Roman"/>
                <a:cs typeface="Times New Roman"/>
                <a:sym typeface="Times New Roman"/>
              </a:rPr>
              <a:t>HLD defines the interfaces between the different components of the system. This includes specifying the data that is exchanged between components, the protocols used for communication, and any other requirements for interaction between components.</a:t>
            </a:r>
            <a:endParaRPr b="0" i="0" sz="1800" u="none" cap="none" strike="noStrike">
              <a:solidFill>
                <a:schemeClr val="dk1"/>
              </a:solidFill>
              <a:latin typeface="Times New Roman"/>
              <a:ea typeface="Times New Roman"/>
              <a:cs typeface="Times New Roman"/>
              <a:sym typeface="Times New Roman"/>
            </a:endParaRPr>
          </a:p>
          <a:p>
            <a:pPr indent="0" lvl="0" marL="0" marR="0" rtl="0" algn="l">
              <a:lnSpc>
                <a:spcPct val="115000"/>
              </a:lnSpc>
              <a:spcBef>
                <a:spcPts val="1800"/>
              </a:spcBef>
              <a:spcAft>
                <a:spcPts val="0"/>
              </a:spcAft>
              <a:buClr>
                <a:schemeClr val="dk1"/>
              </a:buClr>
              <a:buSzPts val="1100"/>
              <a:buFont typeface="Arial"/>
              <a:buNone/>
            </a:pPr>
            <a:r>
              <a:rPr b="1" i="0" lang="en-US" sz="1800" u="none" cap="none" strike="noStrike">
                <a:solidFill>
                  <a:schemeClr val="dk1"/>
                </a:solidFill>
                <a:latin typeface="Times New Roman"/>
                <a:ea typeface="Times New Roman"/>
                <a:cs typeface="Times New Roman"/>
                <a:sym typeface="Times New Roman"/>
              </a:rPr>
              <a:t>4. Technology Selection</a:t>
            </a:r>
            <a:endParaRPr b="1" i="0" sz="1800" u="none" cap="none" strike="noStrike">
              <a:solidFill>
                <a:schemeClr val="dk1"/>
              </a:solidFill>
              <a:latin typeface="Times New Roman"/>
              <a:ea typeface="Times New Roman"/>
              <a:cs typeface="Times New Roman"/>
              <a:sym typeface="Times New Roman"/>
            </a:endParaRPr>
          </a:p>
          <a:p>
            <a:pPr indent="0" lvl="0" marL="0" marR="0" rtl="0" algn="l">
              <a:lnSpc>
                <a:spcPct val="115000"/>
              </a:lnSpc>
              <a:spcBef>
                <a:spcPts val="1200"/>
              </a:spcBef>
              <a:spcAft>
                <a:spcPts val="0"/>
              </a:spcAft>
              <a:buClr>
                <a:schemeClr val="dk1"/>
              </a:buClr>
              <a:buSzPts val="1100"/>
              <a:buFont typeface="Arial"/>
              <a:buNone/>
            </a:pPr>
            <a:r>
              <a:rPr b="0" i="0" lang="en-US" sz="1800" u="none" cap="none" strike="noStrike">
                <a:solidFill>
                  <a:schemeClr val="dk1"/>
                </a:solidFill>
                <a:latin typeface="Times New Roman"/>
                <a:ea typeface="Times New Roman"/>
                <a:cs typeface="Times New Roman"/>
                <a:sym typeface="Times New Roman"/>
              </a:rPr>
              <a:t>HLD outlines the technologies, frameworks, and tools that will be used to implement the system. This includes decisions about programming languages, databases, middleware, and other software and hardware components.</a:t>
            </a:r>
            <a:endParaRPr b="0" i="0" sz="1800" u="none" cap="none" strike="noStrike">
              <a:solidFill>
                <a:schemeClr val="dk1"/>
              </a:solidFill>
              <a:latin typeface="Times New Roman"/>
              <a:ea typeface="Times New Roman"/>
              <a:cs typeface="Times New Roman"/>
              <a:sym typeface="Times New Roman"/>
            </a:endParaRPr>
          </a:p>
          <a:p>
            <a:pPr indent="0" lvl="0" marL="0" marR="0" rtl="0" algn="l">
              <a:lnSpc>
                <a:spcPct val="100000"/>
              </a:lnSpc>
              <a:spcBef>
                <a:spcPts val="1200"/>
              </a:spcBef>
              <a:spcAft>
                <a:spcPts val="0"/>
              </a:spcAft>
              <a:buClr>
                <a:srgbClr val="000000"/>
              </a:buClr>
              <a:buSzPts val="3200"/>
              <a:buFont typeface="Arial"/>
              <a:buNone/>
            </a:pPr>
            <a:r>
              <a:t/>
            </a:r>
            <a:endParaRPr b="0" i="0" sz="3200" u="none" cap="none" strike="noStrike">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 name="Shape 90"/>
        <p:cNvGrpSpPr/>
        <p:nvPr/>
      </p:nvGrpSpPr>
      <p:grpSpPr>
        <a:xfrm>
          <a:off x="0" y="0"/>
          <a:ext cx="0" cy="0"/>
          <a:chOff x="0" y="0"/>
          <a:chExt cx="0" cy="0"/>
        </a:xfrm>
      </p:grpSpPr>
      <p:sp>
        <p:nvSpPr>
          <p:cNvPr id="91" name="Google Shape;91;g36f0cc52d99_1_129"/>
          <p:cNvSpPr txBox="1"/>
          <p:nvPr>
            <p:ph idx="12" type="sldNum"/>
          </p:nvPr>
        </p:nvSpPr>
        <p:spPr>
          <a:xfrm>
            <a:off x="10270093" y="7629104"/>
            <a:ext cx="3343800" cy="4383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
        <p:nvSpPr>
          <p:cNvPr id="92" name="Google Shape;92;g36f0cc52d99_1_129"/>
          <p:cNvSpPr txBox="1"/>
          <p:nvPr/>
        </p:nvSpPr>
        <p:spPr>
          <a:xfrm>
            <a:off x="157775" y="1001450"/>
            <a:ext cx="13855800" cy="69450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1800"/>
              </a:spcBef>
              <a:spcAft>
                <a:spcPts val="0"/>
              </a:spcAft>
              <a:buClr>
                <a:schemeClr val="dk1"/>
              </a:buClr>
              <a:buSzPts val="1100"/>
              <a:buFont typeface="Arial"/>
              <a:buNone/>
            </a:pPr>
            <a:r>
              <a:rPr b="1" i="0" lang="en-US" sz="1800" u="none" cap="none" strike="noStrike">
                <a:solidFill>
                  <a:schemeClr val="dk1"/>
                </a:solidFill>
                <a:latin typeface="Times New Roman"/>
                <a:ea typeface="Times New Roman"/>
                <a:cs typeface="Times New Roman"/>
                <a:sym typeface="Times New Roman"/>
              </a:rPr>
              <a:t>5. Scalability and Performance</a:t>
            </a:r>
            <a:endParaRPr b="1" i="0" sz="1800" u="none" cap="none" strike="noStrike">
              <a:solidFill>
                <a:schemeClr val="dk1"/>
              </a:solidFill>
              <a:latin typeface="Times New Roman"/>
              <a:ea typeface="Times New Roman"/>
              <a:cs typeface="Times New Roman"/>
              <a:sym typeface="Times New Roman"/>
            </a:endParaRPr>
          </a:p>
          <a:p>
            <a:pPr indent="0" lvl="0" marL="0" marR="0" rtl="0" algn="l">
              <a:lnSpc>
                <a:spcPct val="115000"/>
              </a:lnSpc>
              <a:spcBef>
                <a:spcPts val="1200"/>
              </a:spcBef>
              <a:spcAft>
                <a:spcPts val="0"/>
              </a:spcAft>
              <a:buClr>
                <a:schemeClr val="dk1"/>
              </a:buClr>
              <a:buSzPts val="1100"/>
              <a:buFont typeface="Arial"/>
              <a:buNone/>
            </a:pPr>
            <a:r>
              <a:rPr b="0" i="0" lang="en-US" sz="1800" u="none" cap="none" strike="noStrike">
                <a:solidFill>
                  <a:schemeClr val="dk1"/>
                </a:solidFill>
                <a:latin typeface="Times New Roman"/>
                <a:ea typeface="Times New Roman"/>
                <a:cs typeface="Times New Roman"/>
                <a:sym typeface="Times New Roman"/>
              </a:rPr>
              <a:t>HLD considers the scalability and performance requirements of the system. This includes identifying potential bottlenecks and performance issues and outlining high-level strategies for addressing these issues, such as using caching, load balancing, or database optimization techniques.</a:t>
            </a:r>
            <a:endParaRPr b="0" i="0" sz="1800" u="none" cap="none" strike="noStrike">
              <a:solidFill>
                <a:schemeClr val="dk1"/>
              </a:solidFill>
              <a:latin typeface="Times New Roman"/>
              <a:ea typeface="Times New Roman"/>
              <a:cs typeface="Times New Roman"/>
              <a:sym typeface="Times New Roman"/>
            </a:endParaRPr>
          </a:p>
          <a:p>
            <a:pPr indent="0" lvl="0" marL="0" marR="0" rtl="0" algn="l">
              <a:lnSpc>
                <a:spcPct val="115000"/>
              </a:lnSpc>
              <a:spcBef>
                <a:spcPts val="1800"/>
              </a:spcBef>
              <a:spcAft>
                <a:spcPts val="0"/>
              </a:spcAft>
              <a:buClr>
                <a:schemeClr val="dk1"/>
              </a:buClr>
              <a:buSzPts val="1100"/>
              <a:buFont typeface="Arial"/>
              <a:buNone/>
            </a:pPr>
            <a:r>
              <a:rPr b="1" i="0" lang="en-US" sz="1800" u="none" cap="none" strike="noStrike">
                <a:solidFill>
                  <a:schemeClr val="dk1"/>
                </a:solidFill>
                <a:latin typeface="Times New Roman"/>
                <a:ea typeface="Times New Roman"/>
                <a:cs typeface="Times New Roman"/>
                <a:sym typeface="Times New Roman"/>
              </a:rPr>
              <a:t>6. Risk Mitigation</a:t>
            </a:r>
            <a:endParaRPr b="1" i="0" sz="1800" u="none" cap="none" strike="noStrike">
              <a:solidFill>
                <a:schemeClr val="dk1"/>
              </a:solidFill>
              <a:latin typeface="Times New Roman"/>
              <a:ea typeface="Times New Roman"/>
              <a:cs typeface="Times New Roman"/>
              <a:sym typeface="Times New Roman"/>
            </a:endParaRPr>
          </a:p>
          <a:p>
            <a:pPr indent="0" lvl="0" marL="0" marR="0" rtl="0" algn="l">
              <a:lnSpc>
                <a:spcPct val="115000"/>
              </a:lnSpc>
              <a:spcBef>
                <a:spcPts val="1200"/>
              </a:spcBef>
              <a:spcAft>
                <a:spcPts val="0"/>
              </a:spcAft>
              <a:buClr>
                <a:schemeClr val="dk1"/>
              </a:buClr>
              <a:buSzPts val="1100"/>
              <a:buFont typeface="Arial"/>
              <a:buNone/>
            </a:pPr>
            <a:r>
              <a:rPr b="0" i="0" lang="en-US" sz="1800" u="none" cap="none" strike="noStrike">
                <a:solidFill>
                  <a:schemeClr val="dk1"/>
                </a:solidFill>
                <a:latin typeface="Times New Roman"/>
                <a:ea typeface="Times New Roman"/>
                <a:cs typeface="Times New Roman"/>
                <a:sym typeface="Times New Roman"/>
              </a:rPr>
              <a:t>HLD identifies potential risks and challenges in the design and implementation of the system. This includes risks related to technology, resources, schedule, and other factors. HLD outlines strategies for mitigating these risks, such as using proven technologies, conducting thorough testing, and having contingency plans in place.</a:t>
            </a:r>
            <a:endParaRPr b="0" i="0" sz="1800" u="none" cap="none" strike="noStrike">
              <a:solidFill>
                <a:schemeClr val="dk1"/>
              </a:solidFill>
              <a:latin typeface="Times New Roman"/>
              <a:ea typeface="Times New Roman"/>
              <a:cs typeface="Times New Roman"/>
              <a:sym typeface="Times New Roman"/>
            </a:endParaRPr>
          </a:p>
          <a:p>
            <a:pPr indent="0" lvl="0" marL="0" marR="0" rtl="0" algn="l">
              <a:lnSpc>
                <a:spcPct val="115000"/>
              </a:lnSpc>
              <a:spcBef>
                <a:spcPts val="1800"/>
              </a:spcBef>
              <a:spcAft>
                <a:spcPts val="0"/>
              </a:spcAft>
              <a:buClr>
                <a:schemeClr val="dk1"/>
              </a:buClr>
              <a:buSzPts val="1100"/>
              <a:buFont typeface="Arial"/>
              <a:buNone/>
            </a:pPr>
            <a:r>
              <a:rPr b="1" i="0" lang="en-US" sz="1800" u="none" cap="none" strike="noStrike">
                <a:solidFill>
                  <a:schemeClr val="dk1"/>
                </a:solidFill>
                <a:latin typeface="Times New Roman"/>
                <a:ea typeface="Times New Roman"/>
                <a:cs typeface="Times New Roman"/>
                <a:sym typeface="Times New Roman"/>
              </a:rPr>
              <a:t>7. Alignment with Requirements</a:t>
            </a:r>
            <a:endParaRPr b="1" i="0" sz="1800" u="none" cap="none" strike="noStrike">
              <a:solidFill>
                <a:schemeClr val="dk1"/>
              </a:solidFill>
              <a:latin typeface="Times New Roman"/>
              <a:ea typeface="Times New Roman"/>
              <a:cs typeface="Times New Roman"/>
              <a:sym typeface="Times New Roman"/>
            </a:endParaRPr>
          </a:p>
          <a:p>
            <a:pPr indent="0" lvl="0" marL="0" marR="0" rtl="0" algn="l">
              <a:lnSpc>
                <a:spcPct val="115000"/>
              </a:lnSpc>
              <a:spcBef>
                <a:spcPts val="1200"/>
              </a:spcBef>
              <a:spcAft>
                <a:spcPts val="0"/>
              </a:spcAft>
              <a:buClr>
                <a:schemeClr val="dk1"/>
              </a:buClr>
              <a:buSzPts val="1100"/>
              <a:buFont typeface="Arial"/>
              <a:buNone/>
            </a:pPr>
            <a:r>
              <a:rPr b="0" i="0" lang="en-US" sz="1800" u="none" cap="none" strike="noStrike">
                <a:solidFill>
                  <a:schemeClr val="dk1"/>
                </a:solidFill>
                <a:latin typeface="Times New Roman"/>
                <a:ea typeface="Times New Roman"/>
                <a:cs typeface="Times New Roman"/>
                <a:sym typeface="Times New Roman"/>
              </a:rPr>
              <a:t>Finally, HLD ensures that the system design aligns with the requirements and objectives of the project. This includes ensuring that the design meets functional and non-functional requirements, such as usability, security, and compliance requirements.</a:t>
            </a:r>
            <a:endParaRPr b="0" i="0" sz="1800" u="none" cap="none" strike="noStrike">
              <a:solidFill>
                <a:schemeClr val="dk1"/>
              </a:solidFill>
              <a:latin typeface="Times New Roman"/>
              <a:ea typeface="Times New Roman"/>
              <a:cs typeface="Times New Roman"/>
              <a:sym typeface="Times New Roman"/>
            </a:endParaRPr>
          </a:p>
          <a:p>
            <a:pPr indent="0" lvl="0" marL="0" marR="0" rtl="0" algn="l">
              <a:lnSpc>
                <a:spcPct val="100000"/>
              </a:lnSpc>
              <a:spcBef>
                <a:spcPts val="1200"/>
              </a:spcBef>
              <a:spcAft>
                <a:spcPts val="0"/>
              </a:spcAft>
              <a:buClr>
                <a:schemeClr val="dk1"/>
              </a:buClr>
              <a:buSzPts val="1100"/>
              <a:buFont typeface="Arial"/>
              <a:buNone/>
            </a:pPr>
            <a:r>
              <a:t/>
            </a:r>
            <a:endParaRPr b="0" i="0" sz="32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3200"/>
              <a:buFont typeface="Arial"/>
              <a:buNone/>
            </a:pPr>
            <a:r>
              <a:t/>
            </a:r>
            <a:endParaRPr b="0" i="0" sz="3200" u="none" cap="none" strike="noStrike">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sp>
        <p:nvSpPr>
          <p:cNvPr id="98" name="Google Shape;98;g36f0cc52d99_1_114"/>
          <p:cNvSpPr txBox="1"/>
          <p:nvPr>
            <p:ph idx="12" type="sldNum"/>
          </p:nvPr>
        </p:nvSpPr>
        <p:spPr>
          <a:xfrm>
            <a:off x="10270093" y="7629104"/>
            <a:ext cx="3343800" cy="4383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
        <p:nvSpPr>
          <p:cNvPr id="99" name="Google Shape;99;g36f0cc52d99_1_114"/>
          <p:cNvSpPr txBox="1"/>
          <p:nvPr/>
        </p:nvSpPr>
        <p:spPr>
          <a:xfrm>
            <a:off x="226350" y="1018600"/>
            <a:ext cx="13804500" cy="69108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1800"/>
              </a:spcBef>
              <a:spcAft>
                <a:spcPts val="0"/>
              </a:spcAft>
              <a:buClr>
                <a:schemeClr val="dk1"/>
              </a:buClr>
              <a:buSzPts val="1100"/>
              <a:buFont typeface="Arial"/>
              <a:buNone/>
            </a:pPr>
            <a:r>
              <a:rPr b="1" i="0" lang="en-US" sz="1800" u="none" cap="none" strike="noStrike">
                <a:solidFill>
                  <a:schemeClr val="dk1"/>
                </a:solidFill>
                <a:latin typeface="Times New Roman"/>
                <a:ea typeface="Times New Roman"/>
                <a:cs typeface="Times New Roman"/>
                <a:sym typeface="Times New Roman"/>
              </a:rPr>
              <a:t>Common Challenges in High-Level Design</a:t>
            </a:r>
            <a:endParaRPr b="1" i="0" sz="1800" u="none" cap="none" strike="noStrike">
              <a:solidFill>
                <a:schemeClr val="dk1"/>
              </a:solidFill>
              <a:latin typeface="Times New Roman"/>
              <a:ea typeface="Times New Roman"/>
              <a:cs typeface="Times New Roman"/>
              <a:sym typeface="Times New Roman"/>
            </a:endParaRPr>
          </a:p>
          <a:p>
            <a:pPr indent="-342900" lvl="0" marL="457200" marR="0" rtl="0" algn="l">
              <a:lnSpc>
                <a:spcPct val="115000"/>
              </a:lnSpc>
              <a:spcBef>
                <a:spcPts val="1200"/>
              </a:spcBef>
              <a:spcAft>
                <a:spcPts val="0"/>
              </a:spcAft>
              <a:buClr>
                <a:schemeClr val="dk1"/>
              </a:buClr>
              <a:buSzPts val="1800"/>
              <a:buFont typeface="Arial"/>
              <a:buAutoNum type="arabicPeriod"/>
            </a:pPr>
            <a:r>
              <a:rPr b="1" i="0" lang="en-US" sz="1800" u="none" cap="none" strike="noStrike">
                <a:solidFill>
                  <a:schemeClr val="dk1"/>
                </a:solidFill>
                <a:latin typeface="Times New Roman"/>
                <a:ea typeface="Times New Roman"/>
                <a:cs typeface="Times New Roman"/>
                <a:sym typeface="Times New Roman"/>
              </a:rPr>
              <a:t>Requirement Ambiguity</a:t>
            </a:r>
            <a:r>
              <a:rPr b="0" i="0" lang="en-US" sz="1800" u="none" cap="none" strike="noStrike">
                <a:solidFill>
                  <a:schemeClr val="dk1"/>
                </a:solidFill>
                <a:latin typeface="Times New Roman"/>
                <a:ea typeface="Times New Roman"/>
                <a:cs typeface="Times New Roman"/>
                <a:sym typeface="Times New Roman"/>
              </a:rPr>
              <a:t>− Incomplete or vague requirements can lead to incorrect designs.</a:t>
            </a:r>
            <a:endParaRPr b="0" i="0" sz="1800" u="none" cap="none" strike="noStrike">
              <a:solidFill>
                <a:schemeClr val="dk1"/>
              </a:solidFill>
              <a:latin typeface="Times New Roman"/>
              <a:ea typeface="Times New Roman"/>
              <a:cs typeface="Times New Roman"/>
              <a:sym typeface="Times New Roman"/>
            </a:endParaRPr>
          </a:p>
          <a:p>
            <a:pPr indent="-342900" lvl="0" marL="457200" marR="0" rtl="0" algn="l">
              <a:lnSpc>
                <a:spcPct val="115000"/>
              </a:lnSpc>
              <a:spcBef>
                <a:spcPts val="0"/>
              </a:spcBef>
              <a:spcAft>
                <a:spcPts val="0"/>
              </a:spcAft>
              <a:buClr>
                <a:schemeClr val="dk1"/>
              </a:buClr>
              <a:buSzPts val="1800"/>
              <a:buFont typeface="Arial"/>
              <a:buAutoNum type="arabicPeriod"/>
            </a:pPr>
            <a:r>
              <a:rPr b="1" i="0" lang="en-US" sz="1800" u="none" cap="none" strike="noStrike">
                <a:solidFill>
                  <a:schemeClr val="dk1"/>
                </a:solidFill>
                <a:latin typeface="Times New Roman"/>
                <a:ea typeface="Times New Roman"/>
                <a:cs typeface="Times New Roman"/>
                <a:sym typeface="Times New Roman"/>
              </a:rPr>
              <a:t>Scalability Trade-offs</a:t>
            </a:r>
            <a:r>
              <a:rPr b="0" i="0" lang="en-US" sz="1800" u="none" cap="none" strike="noStrike">
                <a:solidFill>
                  <a:schemeClr val="dk1"/>
                </a:solidFill>
                <a:latin typeface="Times New Roman"/>
                <a:ea typeface="Times New Roman"/>
                <a:cs typeface="Times New Roman"/>
                <a:sym typeface="Times New Roman"/>
              </a:rPr>
              <a:t>−	Balancing scalability with cost and complexity.</a:t>
            </a:r>
            <a:endParaRPr b="0" i="0" sz="1800" u="none" cap="none" strike="noStrike">
              <a:solidFill>
                <a:schemeClr val="dk1"/>
              </a:solidFill>
              <a:latin typeface="Times New Roman"/>
              <a:ea typeface="Times New Roman"/>
              <a:cs typeface="Times New Roman"/>
              <a:sym typeface="Times New Roman"/>
            </a:endParaRPr>
          </a:p>
          <a:p>
            <a:pPr indent="-342900" lvl="0" marL="457200" marR="0" rtl="0" algn="l">
              <a:lnSpc>
                <a:spcPct val="115000"/>
              </a:lnSpc>
              <a:spcBef>
                <a:spcPts val="0"/>
              </a:spcBef>
              <a:spcAft>
                <a:spcPts val="0"/>
              </a:spcAft>
              <a:buClr>
                <a:schemeClr val="dk1"/>
              </a:buClr>
              <a:buSzPts val="1800"/>
              <a:buFont typeface="Arial"/>
              <a:buAutoNum type="arabicPeriod"/>
            </a:pPr>
            <a:r>
              <a:rPr b="1" i="0" lang="en-US" sz="1800" u="none" cap="none" strike="noStrike">
                <a:solidFill>
                  <a:schemeClr val="dk1"/>
                </a:solidFill>
                <a:latin typeface="Times New Roman"/>
                <a:ea typeface="Times New Roman"/>
                <a:cs typeface="Times New Roman"/>
                <a:sym typeface="Times New Roman"/>
              </a:rPr>
              <a:t>Integration Complexity</a:t>
            </a:r>
            <a:r>
              <a:rPr b="0" i="0" lang="en-US" sz="1800" u="none" cap="none" strike="noStrike">
                <a:solidFill>
                  <a:schemeClr val="dk1"/>
                </a:solidFill>
                <a:latin typeface="Times New Roman"/>
                <a:ea typeface="Times New Roman"/>
                <a:cs typeface="Times New Roman"/>
                <a:sym typeface="Times New Roman"/>
              </a:rPr>
              <a:t>−	Ensuring seamless communication between heterogeneous systems.</a:t>
            </a:r>
            <a:endParaRPr b="0" i="0" sz="1800" u="none" cap="none" strike="noStrike">
              <a:solidFill>
                <a:schemeClr val="dk1"/>
              </a:solidFill>
              <a:latin typeface="Times New Roman"/>
              <a:ea typeface="Times New Roman"/>
              <a:cs typeface="Times New Roman"/>
              <a:sym typeface="Times New Roman"/>
            </a:endParaRPr>
          </a:p>
          <a:p>
            <a:pPr indent="-342900" lvl="0" marL="457200" marR="0" rtl="0" algn="l">
              <a:lnSpc>
                <a:spcPct val="115000"/>
              </a:lnSpc>
              <a:spcBef>
                <a:spcPts val="0"/>
              </a:spcBef>
              <a:spcAft>
                <a:spcPts val="0"/>
              </a:spcAft>
              <a:buClr>
                <a:schemeClr val="dk1"/>
              </a:buClr>
              <a:buSzPts val="1800"/>
              <a:buFont typeface="Arial"/>
              <a:buAutoNum type="arabicPeriod"/>
            </a:pPr>
            <a:r>
              <a:rPr b="1" i="0" lang="en-US" sz="1800" u="none" cap="none" strike="noStrike">
                <a:solidFill>
                  <a:schemeClr val="dk1"/>
                </a:solidFill>
                <a:latin typeface="Times New Roman"/>
                <a:ea typeface="Times New Roman"/>
                <a:cs typeface="Times New Roman"/>
                <a:sym typeface="Times New Roman"/>
              </a:rPr>
              <a:t>Over-Engineering</a:t>
            </a:r>
            <a:r>
              <a:rPr b="0" i="0" lang="en-US" sz="1800" u="none" cap="none" strike="noStrike">
                <a:solidFill>
                  <a:schemeClr val="dk1"/>
                </a:solidFill>
                <a:latin typeface="Times New Roman"/>
                <a:ea typeface="Times New Roman"/>
                <a:cs typeface="Times New Roman"/>
                <a:sym typeface="Times New Roman"/>
              </a:rPr>
              <a:t>− Avoiding unnecessary complexity in the design.</a:t>
            </a:r>
            <a:endParaRPr b="0" i="0" sz="1800" u="none" cap="none" strike="noStrike">
              <a:solidFill>
                <a:schemeClr val="dk1"/>
              </a:solidFill>
              <a:latin typeface="Times New Roman"/>
              <a:ea typeface="Times New Roman"/>
              <a:cs typeface="Times New Roman"/>
              <a:sym typeface="Times New Roman"/>
            </a:endParaRPr>
          </a:p>
          <a:p>
            <a:pPr indent="-342900" lvl="0" marL="457200" marR="0" rtl="0" algn="l">
              <a:lnSpc>
                <a:spcPct val="115000"/>
              </a:lnSpc>
              <a:spcBef>
                <a:spcPts val="0"/>
              </a:spcBef>
              <a:spcAft>
                <a:spcPts val="0"/>
              </a:spcAft>
              <a:buClr>
                <a:schemeClr val="dk1"/>
              </a:buClr>
              <a:buSzPts val="1800"/>
              <a:buFont typeface="Arial"/>
              <a:buAutoNum type="arabicPeriod"/>
            </a:pPr>
            <a:r>
              <a:rPr b="1" i="0" lang="en-US" sz="1800" u="none" cap="none" strike="noStrike">
                <a:solidFill>
                  <a:schemeClr val="dk1"/>
                </a:solidFill>
                <a:latin typeface="Times New Roman"/>
                <a:ea typeface="Times New Roman"/>
                <a:cs typeface="Times New Roman"/>
                <a:sym typeface="Times New Roman"/>
              </a:rPr>
              <a:t>Evolving Requirements</a:t>
            </a:r>
            <a:r>
              <a:rPr b="0" i="0" lang="en-US" sz="1800" u="none" cap="none" strike="noStrike">
                <a:solidFill>
                  <a:schemeClr val="dk1"/>
                </a:solidFill>
                <a:latin typeface="Times New Roman"/>
                <a:ea typeface="Times New Roman"/>
                <a:cs typeface="Times New Roman"/>
                <a:sym typeface="Times New Roman"/>
              </a:rPr>
              <a:t>− Adapting the design to accommodate changes in requirements.</a:t>
            </a:r>
            <a:endParaRPr b="0" i="0" sz="1800" u="none" cap="none" strike="noStrike">
              <a:solidFill>
                <a:schemeClr val="dk1"/>
              </a:solidFill>
              <a:latin typeface="Times New Roman"/>
              <a:ea typeface="Times New Roman"/>
              <a:cs typeface="Times New Roman"/>
              <a:sym typeface="Times New Roman"/>
            </a:endParaRPr>
          </a:p>
          <a:p>
            <a:pPr indent="0" lvl="0" marL="0" marR="0" rtl="0" algn="l">
              <a:lnSpc>
                <a:spcPct val="100000"/>
              </a:lnSpc>
              <a:spcBef>
                <a:spcPts val="1200"/>
              </a:spcBef>
              <a:spcAft>
                <a:spcPts val="0"/>
              </a:spcAft>
              <a:buClr>
                <a:srgbClr val="000000"/>
              </a:buClr>
              <a:buSzPts val="3200"/>
              <a:buFont typeface="Arial"/>
              <a:buNone/>
            </a:pPr>
            <a:r>
              <a:t/>
            </a:r>
            <a:endParaRPr b="0" i="0" sz="3200" u="none" cap="none" strike="noStrike">
              <a:solidFill>
                <a:schemeClr val="dk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sp>
        <p:nvSpPr>
          <p:cNvPr id="104" name="Google Shape;104;p100"/>
          <p:cNvSpPr txBox="1"/>
          <p:nvPr>
            <p:ph idx="12" type="sldNum"/>
          </p:nvPr>
        </p:nvSpPr>
        <p:spPr>
          <a:xfrm>
            <a:off x="10270093" y="7629104"/>
            <a:ext cx="3343752" cy="438234"/>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pic>
        <p:nvPicPr>
          <p:cNvPr id="105" name="Google Shape;105;p100"/>
          <p:cNvPicPr preferRelativeResize="0"/>
          <p:nvPr/>
        </p:nvPicPr>
        <p:blipFill rotWithShape="1">
          <a:blip r:embed="rId3">
            <a:alphaModFix/>
          </a:blip>
          <a:srcRect b="0" l="0" r="0" t="0"/>
          <a:stretch/>
        </p:blipFill>
        <p:spPr>
          <a:xfrm>
            <a:off x="1584960" y="1319213"/>
            <a:ext cx="11216640" cy="5591175"/>
          </a:xfrm>
          <a:prstGeom prst="rect">
            <a:avLst/>
          </a:prstGeom>
          <a:noFill/>
          <a:ln>
            <a:noFill/>
          </a:ln>
        </p:spPr>
      </p:pic>
      <p:sp>
        <p:nvSpPr>
          <p:cNvPr id="106" name="Google Shape;106;p100"/>
          <p:cNvSpPr txBox="1"/>
          <p:nvPr/>
        </p:nvSpPr>
        <p:spPr>
          <a:xfrm>
            <a:off x="85344" y="0"/>
            <a:ext cx="8570976" cy="5232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2800" u="none" cap="none" strike="noStrike">
                <a:solidFill>
                  <a:srgbClr val="000000"/>
                </a:solidFill>
                <a:latin typeface="Times New Roman"/>
                <a:ea typeface="Times New Roman"/>
                <a:cs typeface="Times New Roman"/>
                <a:sym typeface="Times New Roman"/>
              </a:rPr>
              <a:t>EXAMPLE OF HIGH LEVEL DESIGN </a:t>
            </a:r>
            <a:endParaRPr b="1" i="0" sz="2800" u="none" cap="none" strike="noStrike">
              <a:solidFill>
                <a:srgbClr val="000000"/>
              </a:solidFill>
              <a:latin typeface="Times New Roman"/>
              <a:ea typeface="Times New Roman"/>
              <a:cs typeface="Times New Roman"/>
              <a:sym typeface="Times New Roman"/>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 name="Shape 110"/>
        <p:cNvGrpSpPr/>
        <p:nvPr/>
      </p:nvGrpSpPr>
      <p:grpSpPr>
        <a:xfrm>
          <a:off x="0" y="0"/>
          <a:ext cx="0" cy="0"/>
          <a:chOff x="0" y="0"/>
          <a:chExt cx="0" cy="0"/>
        </a:xfrm>
      </p:grpSpPr>
      <p:sp>
        <p:nvSpPr>
          <p:cNvPr id="111" name="Google Shape;111;p101"/>
          <p:cNvSpPr txBox="1"/>
          <p:nvPr>
            <p:ph idx="12" type="sldNum"/>
          </p:nvPr>
        </p:nvSpPr>
        <p:spPr>
          <a:xfrm>
            <a:off x="10270093" y="7629104"/>
            <a:ext cx="3343752" cy="438234"/>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pic>
        <p:nvPicPr>
          <p:cNvPr id="112" name="Google Shape;112;p101"/>
          <p:cNvPicPr preferRelativeResize="0"/>
          <p:nvPr/>
        </p:nvPicPr>
        <p:blipFill rotWithShape="1">
          <a:blip r:embed="rId3">
            <a:alphaModFix/>
          </a:blip>
          <a:srcRect b="0" l="0" r="0" t="0"/>
          <a:stretch/>
        </p:blipFill>
        <p:spPr>
          <a:xfrm>
            <a:off x="1794193" y="1190204"/>
            <a:ext cx="10496550" cy="6438900"/>
          </a:xfrm>
          <a:prstGeom prst="rect">
            <a:avLst/>
          </a:prstGeom>
          <a:noFill/>
          <a:ln>
            <a:noFill/>
          </a:ln>
        </p:spPr>
      </p:pic>
      <p:sp>
        <p:nvSpPr>
          <p:cNvPr id="113" name="Google Shape;113;p101"/>
          <p:cNvSpPr txBox="1"/>
          <p:nvPr/>
        </p:nvSpPr>
        <p:spPr>
          <a:xfrm>
            <a:off x="182880" y="0"/>
            <a:ext cx="6096000"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2400" u="none" cap="none" strike="noStrike">
                <a:solidFill>
                  <a:srgbClr val="000000"/>
                </a:solidFill>
                <a:latin typeface="Times New Roman"/>
                <a:ea typeface="Times New Roman"/>
                <a:cs typeface="Times New Roman"/>
                <a:sym typeface="Times New Roman"/>
              </a:rPr>
              <a:t>UPI DESIGNING// Bank</a:t>
            </a:r>
            <a:endParaRPr b="1" i="0" sz="2400" u="none" cap="none" strike="noStrike">
              <a:solidFill>
                <a:srgbClr val="000000"/>
              </a:solidFill>
              <a:latin typeface="Times New Roman"/>
              <a:ea typeface="Times New Roman"/>
              <a:cs typeface="Times New Roman"/>
              <a:sym typeface="Times New Roman"/>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 name="Shape 118"/>
        <p:cNvGrpSpPr/>
        <p:nvPr/>
      </p:nvGrpSpPr>
      <p:grpSpPr>
        <a:xfrm>
          <a:off x="0" y="0"/>
          <a:ext cx="0" cy="0"/>
          <a:chOff x="0" y="0"/>
          <a:chExt cx="0" cy="0"/>
        </a:xfrm>
      </p:grpSpPr>
      <p:sp>
        <p:nvSpPr>
          <p:cNvPr id="119" name="Google Shape;119;g372f66d9c66_0_0"/>
          <p:cNvSpPr txBox="1"/>
          <p:nvPr>
            <p:ph idx="12" type="sldNum"/>
          </p:nvPr>
        </p:nvSpPr>
        <p:spPr>
          <a:xfrm>
            <a:off x="10270093" y="7629104"/>
            <a:ext cx="3343800" cy="4383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pic>
        <p:nvPicPr>
          <p:cNvPr id="120" name="Google Shape;120;g372f66d9c66_0_0"/>
          <p:cNvPicPr preferRelativeResize="0"/>
          <p:nvPr/>
        </p:nvPicPr>
        <p:blipFill>
          <a:blip r:embed="rId3">
            <a:alphaModFix/>
          </a:blip>
          <a:stretch>
            <a:fillRect/>
          </a:stretch>
        </p:blipFill>
        <p:spPr>
          <a:xfrm>
            <a:off x="1450750" y="1225300"/>
            <a:ext cx="12629526" cy="6702875"/>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 name="Shape 125"/>
        <p:cNvGrpSpPr/>
        <p:nvPr/>
      </p:nvGrpSpPr>
      <p:grpSpPr>
        <a:xfrm>
          <a:off x="0" y="0"/>
          <a:ext cx="0" cy="0"/>
          <a:chOff x="0" y="0"/>
          <a:chExt cx="0" cy="0"/>
        </a:xfrm>
      </p:grpSpPr>
      <p:sp>
        <p:nvSpPr>
          <p:cNvPr id="126" name="Google Shape;126;g372f66d9c66_0_7"/>
          <p:cNvSpPr txBox="1"/>
          <p:nvPr>
            <p:ph idx="12" type="sldNum"/>
          </p:nvPr>
        </p:nvSpPr>
        <p:spPr>
          <a:xfrm>
            <a:off x="10270093" y="7629104"/>
            <a:ext cx="3343800" cy="4383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pic>
        <p:nvPicPr>
          <p:cNvPr id="127" name="Google Shape;127;g372f66d9c66_0_7"/>
          <p:cNvPicPr preferRelativeResize="0"/>
          <p:nvPr/>
        </p:nvPicPr>
        <p:blipFill>
          <a:blip r:embed="rId3">
            <a:alphaModFix/>
          </a:blip>
          <a:stretch>
            <a:fillRect/>
          </a:stretch>
        </p:blipFill>
        <p:spPr>
          <a:xfrm>
            <a:off x="1427863" y="1833350"/>
            <a:ext cx="11682626" cy="5927275"/>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 name="Shape 131"/>
        <p:cNvGrpSpPr/>
        <p:nvPr/>
      </p:nvGrpSpPr>
      <p:grpSpPr>
        <a:xfrm>
          <a:off x="0" y="0"/>
          <a:ext cx="0" cy="0"/>
          <a:chOff x="0" y="0"/>
          <a:chExt cx="0" cy="0"/>
        </a:xfrm>
      </p:grpSpPr>
      <p:sp>
        <p:nvSpPr>
          <p:cNvPr id="132" name="Google Shape;132;p106"/>
          <p:cNvSpPr txBox="1"/>
          <p:nvPr>
            <p:ph idx="12" type="sldNum"/>
          </p:nvPr>
        </p:nvSpPr>
        <p:spPr>
          <a:xfrm>
            <a:off x="10270093" y="7629104"/>
            <a:ext cx="3343752" cy="438234"/>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pic>
        <p:nvPicPr>
          <p:cNvPr id="133" name="Google Shape;133;p106"/>
          <p:cNvPicPr preferRelativeResize="0"/>
          <p:nvPr/>
        </p:nvPicPr>
        <p:blipFill rotWithShape="1">
          <a:blip r:embed="rId3">
            <a:alphaModFix/>
          </a:blip>
          <a:srcRect b="0" l="0" r="0" t="0"/>
          <a:stretch/>
        </p:blipFill>
        <p:spPr>
          <a:xfrm>
            <a:off x="804673" y="1011936"/>
            <a:ext cx="9869678" cy="7219252"/>
          </a:xfrm>
          <a:prstGeom prst="rect">
            <a:avLst/>
          </a:prstGeom>
          <a:noFill/>
          <a:ln>
            <a:noFill/>
          </a:ln>
        </p:spPr>
      </p:pic>
      <p:sp>
        <p:nvSpPr>
          <p:cNvPr id="134" name="Google Shape;134;p106"/>
          <p:cNvSpPr txBox="1"/>
          <p:nvPr/>
        </p:nvSpPr>
        <p:spPr>
          <a:xfrm>
            <a:off x="121920" y="0"/>
            <a:ext cx="7522500" cy="954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2800" u="none" cap="none" strike="noStrike">
                <a:solidFill>
                  <a:srgbClr val="000000"/>
                </a:solidFill>
                <a:latin typeface="Times New Roman"/>
                <a:ea typeface="Times New Roman"/>
                <a:cs typeface="Times New Roman"/>
                <a:sym typeface="Times New Roman"/>
              </a:rPr>
              <a:t>SCHOOL MANAGEMENT SYSTEM- LOW LEVEL DESIGN</a:t>
            </a:r>
            <a:endParaRPr b="1" i="0" sz="2800" u="none" cap="none" strike="noStrike">
              <a:solidFill>
                <a:srgbClr val="000000"/>
              </a:solidFill>
              <a:latin typeface="Times New Roman"/>
              <a:ea typeface="Times New Roman"/>
              <a:cs typeface="Times New Roman"/>
              <a:sym typeface="Times New Roman"/>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file>